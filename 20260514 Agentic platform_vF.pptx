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1.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2.xml" ContentType="application/vnd.openxmlformats-officedocument.presentationml.notesSlid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notesSlides/notesSlide3.xml" ContentType="application/vnd.openxmlformats-officedocument.presentationml.notesSlide+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5"/>
    <p:sldMasterId id="2147483864" r:id="rId6"/>
  </p:sldMasterIdLst>
  <p:notesMasterIdLst>
    <p:notesMasterId r:id="rId26"/>
  </p:notesMasterIdLst>
  <p:handoutMasterIdLst>
    <p:handoutMasterId r:id="rId27"/>
  </p:handoutMasterIdLst>
  <p:sldIdLst>
    <p:sldId id="259" r:id="rId7"/>
    <p:sldId id="268" r:id="rId8"/>
    <p:sldId id="270" r:id="rId9"/>
    <p:sldId id="2147483015" r:id="rId10"/>
    <p:sldId id="272" r:id="rId11"/>
    <p:sldId id="266" r:id="rId12"/>
    <p:sldId id="257" r:id="rId13"/>
    <p:sldId id="274" r:id="rId14"/>
    <p:sldId id="273" r:id="rId15"/>
    <p:sldId id="269" r:id="rId16"/>
    <p:sldId id="260" r:id="rId17"/>
    <p:sldId id="2147483646" r:id="rId18"/>
    <p:sldId id="265" r:id="rId19"/>
    <p:sldId id="261" r:id="rId20"/>
    <p:sldId id="262" r:id="rId21"/>
    <p:sldId id="263" r:id="rId22"/>
    <p:sldId id="267" r:id="rId23"/>
    <p:sldId id="264" r:id="rId24"/>
    <p:sldId id="2147483014" r:id="rId25"/>
  </p:sldIdLst>
  <p:sldSz cx="12192000" cy="6858000"/>
  <p:notesSz cx="7102475" cy="9388475"/>
  <p:embeddedFontLst>
    <p:embeddedFont>
      <p:font typeface="Gill Sans MT" panose="020B0502020104020203" pitchFamily="34" charset="0"/>
      <p:regular r:id="rId28"/>
      <p:bold r:id="rId29"/>
      <p:italic r:id="rId30"/>
      <p:boldItalic r:id="rId31"/>
    </p:embeddedFont>
    <p:embeddedFont>
      <p:font typeface="Segoe UI" panose="020B0502040204020203" pitchFamily="34" charset="0"/>
      <p:regular r:id="rId32"/>
      <p:bold r:id="rId33"/>
      <p:italic r:id="rId34"/>
      <p:boldItalic r:id="rId35"/>
    </p:embeddedFont>
  </p:embeddedFontLst>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C1E4BA9-A71F-4707-A116-7F58241E72FF}">
          <p14:sldIdLst>
            <p14:sldId id="259"/>
            <p14:sldId id="268"/>
            <p14:sldId id="270"/>
            <p14:sldId id="2147483015"/>
            <p14:sldId id="272"/>
            <p14:sldId id="266"/>
            <p14:sldId id="257"/>
            <p14:sldId id="274"/>
            <p14:sldId id="273"/>
            <p14:sldId id="269"/>
            <p14:sldId id="260"/>
            <p14:sldId id="2147483646"/>
            <p14:sldId id="265"/>
            <p14:sldId id="261"/>
            <p14:sldId id="262"/>
            <p14:sldId id="263"/>
            <p14:sldId id="267"/>
            <p14:sldId id="264"/>
            <p14:sldId id="214748301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BF9"/>
    <a:srgbClr val="F2F8FF"/>
    <a:srgbClr val="A9B9CC"/>
    <a:srgbClr val="E5F8FF"/>
    <a:srgbClr val="E3F3D1"/>
    <a:srgbClr val="FFD1D1"/>
    <a:srgbClr val="FFFFFF"/>
    <a:srgbClr val="F0F0F0"/>
    <a:srgbClr val="F2E2F6"/>
    <a:srgbClr val="E1E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A18608-3DCF-4208-A394-2A2DCB2518F4}" v="1" dt="2026-05-19T12:32:36.495"/>
    <p1510:client id="{6F53FB90-5DC0-A046-AA5A-4DE5315B3B7C}" v="24" dt="2026-05-18T17:56:58.299"/>
    <p1510:client id="{94C41423-BE6E-DF2D-C58E-6A8DA036541D}" v="9" dt="2026-05-19T12:28:24.246"/>
    <p1510:client id="{D603FD0F-251E-1B88-BB18-1B402DFC3C50}" v="1" dt="2026-05-19T12:17:52.6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41"/>
    <p:restoredTop sz="94631"/>
  </p:normalViewPr>
  <p:slideViewPr>
    <p:cSldViewPr snapToGrid="0">
      <p:cViewPr varScale="1">
        <p:scale>
          <a:sx n="156" d="100"/>
          <a:sy n="156" d="100"/>
        </p:scale>
        <p:origin x="780" y="132"/>
      </p:cViewPr>
      <p:guideLst/>
    </p:cSldViewPr>
  </p:slideViewPr>
  <p:notesTextViewPr>
    <p:cViewPr>
      <p:scale>
        <a:sx n="125" d="100"/>
        <a:sy n="125"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9" Type="http://schemas.openxmlformats.org/officeDocument/2006/relationships/viewProps" Target="viewProps.xml"/><Relationship Id="rId21" Type="http://schemas.openxmlformats.org/officeDocument/2006/relationships/slide" Target="slides/slide15.xml"/><Relationship Id="rId34" Type="http://schemas.openxmlformats.org/officeDocument/2006/relationships/font" Target="fonts/font7.fntdata"/><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5.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1.fntdata"/><Relationship Id="rId36"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4.fntdata"/><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6.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19 May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5047" y="266700"/>
            <a:ext cx="6552382" cy="3686176"/>
          </a:xfrm>
          <a:prstGeom prst="rect">
            <a:avLst/>
          </a:prstGeom>
          <a:noFill/>
          <a:ln w="6350">
            <a:solidFill>
              <a:prstClr val="black"/>
            </a:solidFill>
          </a:ln>
        </p:spPr>
        <p:txBody>
          <a:bodyPr vert="horz" lIns="94229" tIns="47114" rIns="94229" bIns="47114" rtlCol="0" anchor="ctr"/>
          <a:lstStyle/>
          <a:p>
            <a:endParaRPr lang="en-US"/>
          </a:p>
        </p:txBody>
      </p:sp>
      <p:sp>
        <p:nvSpPr>
          <p:cNvPr id="7" name="Slide Number Placeholder 6"/>
          <p:cNvSpPr>
            <a:spLocks noGrp="1"/>
          </p:cNvSpPr>
          <p:nvPr>
            <p:ph type="sldNum" sz="quarter" idx="5"/>
          </p:nvPr>
        </p:nvSpPr>
        <p:spPr>
          <a:xfrm>
            <a:off x="6670333" y="8917422"/>
            <a:ext cx="157094" cy="153888"/>
          </a:xfrm>
          <a:prstGeom prst="rect">
            <a:avLst/>
          </a:prstGeom>
        </p:spPr>
        <p:txBody>
          <a:bodyPr vert="horz" wrap="none" lIns="0" tIns="0" rIns="0" bIns="0" rtlCol="0">
            <a:spAutoFit/>
          </a:bodyPr>
          <a:lstStyle>
            <a:lvl1pPr>
              <a:defRPr lang="en-US" sz="1000" smtClean="0">
                <a:cs typeface="Arial" panose="020B0604020202020204" pitchFamily="34" charset="0"/>
              </a:defRPr>
            </a:lvl1pPr>
          </a:lstStyle>
          <a:p>
            <a:pPr algn="r">
              <a:spcBef>
                <a:spcPts val="300"/>
              </a:spcBef>
              <a:spcAft>
                <a:spcPts val="300"/>
              </a:spcAft>
            </a:pPr>
            <a:fld id="{CF5EBCF4-26FC-4F76-8DA1-52FDDC328D44}" type="slidenum">
              <a:rPr lang="en-US" smtClean="0"/>
              <a:pPr algn="r">
                <a:spcBef>
                  <a:spcPts val="300"/>
                </a:spcBef>
                <a:spcAft>
                  <a:spcPts val="300"/>
                </a:spcAft>
              </a:pPr>
              <a:t>‹#›</a:t>
            </a:fld>
            <a:endParaRPr lang="en-US"/>
          </a:p>
        </p:txBody>
      </p:sp>
      <p:sp>
        <p:nvSpPr>
          <p:cNvPr id="5" name="Notes Placeholder 4">
            <a:extLst>
              <a:ext uri="{FF2B5EF4-FFF2-40B4-BE49-F238E27FC236}">
                <a16:creationId xmlns:a16="http://schemas.microsoft.com/office/drawing/2014/main" id="{22FEA09E-B533-4D4E-953A-87FE390760BA}"/>
              </a:ext>
            </a:extLst>
          </p:cNvPr>
          <p:cNvSpPr>
            <a:spLocks noGrp="1"/>
          </p:cNvSpPr>
          <p:nvPr>
            <p:ph type="body" sz="quarter" idx="3"/>
          </p:nvPr>
        </p:nvSpPr>
        <p:spPr>
          <a:xfrm>
            <a:off x="275047" y="4073525"/>
            <a:ext cx="6552380" cy="123110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marL="648000"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300"/>
      </a:spcBef>
      <a:spcAft>
        <a:spcPts val="300"/>
      </a:spcAft>
      <a:defRPr lang="en-US" sz="1400" kern="1200" dirty="0">
        <a:solidFill>
          <a:schemeClr val="tx1"/>
        </a:solidFill>
        <a:latin typeface="+mn-lt"/>
        <a:ea typeface="+mn-ea"/>
        <a:cs typeface="Arial" panose="020B0604020202020204" pitchFamily="34" charset="0"/>
      </a:defRPr>
    </a:lvl1pPr>
    <a:lvl2pPr marL="144000" indent="-144000" algn="l" defTabSz="914400" rtl="0" eaLnBrk="1" latinLnBrk="0" hangingPunct="1">
      <a:spcAft>
        <a:spcPts val="300"/>
      </a:spcAft>
      <a:buSzPct val="110000"/>
      <a:buFont typeface="Wingdings" panose="05000000000000000000" pitchFamily="2" charset="2"/>
      <a:buChar char=""/>
      <a:defRPr lang="en-US" sz="1400" kern="1200" dirty="0">
        <a:solidFill>
          <a:schemeClr val="tx1"/>
        </a:solidFill>
        <a:latin typeface="+mn-lt"/>
        <a:ea typeface="+mn-ea"/>
        <a:cs typeface="+mn-cs"/>
      </a:defRPr>
    </a:lvl2pPr>
    <a:lvl3pPr marL="288000" indent="-144000" algn="l" defTabSz="914400" rtl="0" eaLnBrk="1" latinLnBrk="0" hangingPunct="1">
      <a:spcAft>
        <a:spcPts val="300"/>
      </a:spcAft>
      <a:buSzPct val="110000"/>
      <a:buFont typeface="Arial" panose="020B0604020202020204" pitchFamily="34" charset="0"/>
      <a:buChar char="‒"/>
      <a:defRPr lang="en-US" sz="1400" kern="1200" dirty="0">
        <a:solidFill>
          <a:schemeClr val="tx1"/>
        </a:solidFill>
        <a:latin typeface="+mn-lt"/>
        <a:ea typeface="+mn-ea"/>
        <a:cs typeface="+mn-cs"/>
      </a:defRPr>
    </a:lvl3pPr>
    <a:lvl4pPr marL="432000" indent="-144000" algn="l" defTabSz="914400" rtl="0" eaLnBrk="1" latinLnBrk="0" hangingPunct="1">
      <a:spcAft>
        <a:spcPts val="300"/>
      </a:spcAft>
      <a:buSzPct val="100000"/>
      <a:buFont typeface="Arial" panose="020B0604020202020204" pitchFamily="34" charset="0"/>
      <a:buChar char="•"/>
      <a:defRPr lang="en-US" sz="1400" kern="1200" dirty="0">
        <a:solidFill>
          <a:schemeClr val="tx1"/>
        </a:solidFill>
        <a:latin typeface="+mn-lt"/>
        <a:ea typeface="+mn-ea"/>
        <a:cs typeface="+mn-cs"/>
      </a:defRPr>
    </a:lvl4pPr>
    <a:lvl5pPr marL="576000" indent="-144000" algn="l" defTabSz="914400" rtl="0" eaLnBrk="1" latinLnBrk="0" hangingPunct="1">
      <a:spcAft>
        <a:spcPts val="300"/>
      </a:spcAft>
      <a:buFont typeface="Arial" panose="020B0604020202020204" pitchFamily="34" charset="0"/>
      <a:buChar char="̶"/>
      <a:defRPr lang="en-US" sz="1400" kern="1200" dirty="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5"/>
          </p:nvPr>
        </p:nvSpPr>
        <p:spPr/>
        <p:txBody>
          <a:bodyPr/>
          <a:lstStyle/>
          <a:p>
            <a:fld id="{CF5EBCF4-26FC-4F76-8DA1-52FDDC328D44}" type="slidenum">
              <a:rPr lang="en-US" smtClean="0"/>
              <a:pPr/>
              <a:t>1</a:t>
            </a:fld>
            <a:endParaRPr lang="en-US"/>
          </a:p>
        </p:txBody>
      </p:sp>
      <p:sp>
        <p:nvSpPr>
          <p:cNvPr id="8" name="Slide Image Placeholder 7">
            <a:extLst>
              <a:ext uri="{FF2B5EF4-FFF2-40B4-BE49-F238E27FC236}">
                <a16:creationId xmlns:a16="http://schemas.microsoft.com/office/drawing/2014/main" id="{4FFD2E97-5898-8A87-F703-0A98BEC183D7}"/>
              </a:ext>
            </a:extLst>
          </p:cNvPr>
          <p:cNvSpPr>
            <a:spLocks noGrp="1" noRot="1" noChangeAspect="1"/>
          </p:cNvSpPr>
          <p:nvPr>
            <p:ph type="sldImg"/>
          </p:nvPr>
        </p:nvSpPr>
        <p:spPr>
          <a:xfrm>
            <a:off x="274638" y="266700"/>
            <a:ext cx="6553200" cy="3686175"/>
          </a:xfrm>
        </p:spPr>
      </p:sp>
      <p:sp>
        <p:nvSpPr>
          <p:cNvPr id="9" name="Notes Placeholder 8">
            <a:extLst>
              <a:ext uri="{FF2B5EF4-FFF2-40B4-BE49-F238E27FC236}">
                <a16:creationId xmlns:a16="http://schemas.microsoft.com/office/drawing/2014/main" id="{F5064AA8-9845-7966-615E-10694DF4AA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74807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266700"/>
            <a:ext cx="6553200" cy="36861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spcBef>
                <a:spcPts val="300"/>
              </a:spcBef>
              <a:spcAft>
                <a:spcPts val="300"/>
              </a:spcAft>
            </a:pPr>
            <a:fld id="{CF5EBCF4-26FC-4F76-8DA1-52FDDC328D44}" type="slidenum">
              <a:rPr lang="en-US" smtClean="0"/>
              <a:pPr algn="r">
                <a:spcBef>
                  <a:spcPts val="300"/>
                </a:spcBef>
                <a:spcAft>
                  <a:spcPts val="300"/>
                </a:spcAft>
              </a:pPr>
              <a:t>4</a:t>
            </a:fld>
            <a:endParaRPr lang="en-US"/>
          </a:p>
        </p:txBody>
      </p:sp>
    </p:spTree>
    <p:extLst>
      <p:ext uri="{BB962C8B-B14F-4D97-AF65-F5344CB8AC3E}">
        <p14:creationId xmlns:p14="http://schemas.microsoft.com/office/powerpoint/2010/main" val="1817206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4638" y="266700"/>
            <a:ext cx="6553200" cy="36861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spcBef>
                <a:spcPts val="300"/>
              </a:spcBef>
              <a:spcAft>
                <a:spcPts val="300"/>
              </a:spcAft>
            </a:pPr>
            <a:fld id="{CF5EBCF4-26FC-4F76-8DA1-52FDDC328D44}" type="slidenum">
              <a:rPr lang="en-US" smtClean="0"/>
              <a:pPr algn="r">
                <a:spcBef>
                  <a:spcPts val="300"/>
                </a:spcBef>
                <a:spcAft>
                  <a:spcPts val="300"/>
                </a:spcAft>
              </a:pPr>
              <a:t>14</a:t>
            </a:fld>
            <a:endParaRPr lang="en-US"/>
          </a:p>
        </p:txBody>
      </p:sp>
    </p:spTree>
    <p:extLst>
      <p:ext uri="{BB962C8B-B14F-4D97-AF65-F5344CB8AC3E}">
        <p14:creationId xmlns:p14="http://schemas.microsoft.com/office/powerpoint/2010/main" val="180357399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26.xml"/><Relationship Id="rId7" Type="http://schemas.openxmlformats.org/officeDocument/2006/relationships/image" Target="../media/image2.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1.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10" Type="http://schemas.openxmlformats.org/officeDocument/2006/relationships/image" Target="../media/image1.emf"/><Relationship Id="rId4" Type="http://schemas.openxmlformats.org/officeDocument/2006/relationships/tags" Target="../tags/tag32.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38.xml"/><Relationship Id="rId7" Type="http://schemas.openxmlformats.org/officeDocument/2006/relationships/slideMaster" Target="../slideMasters/slideMaster1.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4.xml"/><Relationship Id="rId7" Type="http://schemas.openxmlformats.org/officeDocument/2006/relationships/slideMaster" Target="../slideMasters/slideMaster1.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9"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10" Type="http://schemas.openxmlformats.org/officeDocument/2006/relationships/image" Target="../media/image3.emf"/><Relationship Id="rId4" Type="http://schemas.openxmlformats.org/officeDocument/2006/relationships/tags" Target="../tags/tag51.xml"/><Relationship Id="rId9" Type="http://schemas.openxmlformats.org/officeDocument/2006/relationships/oleObject" Target="../embeddings/oleObject5.bin"/></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image" Target="../media/image3.emf"/><Relationship Id="rId4" Type="http://schemas.openxmlformats.org/officeDocument/2006/relationships/tags" Target="../tags/tag58.xml"/><Relationship Id="rId9"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1.emf"/><Relationship Id="rId5" Type="http://schemas.openxmlformats.org/officeDocument/2006/relationships/tags" Target="../tags/tag66.xml"/><Relationship Id="rId10" Type="http://schemas.openxmlformats.org/officeDocument/2006/relationships/oleObject" Target="../embeddings/oleObject7.bin"/><Relationship Id="rId4" Type="http://schemas.openxmlformats.org/officeDocument/2006/relationships/tags" Target="../tags/tag65.xml"/><Relationship Id="rId9"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1.emf"/><Relationship Id="rId5" Type="http://schemas.openxmlformats.org/officeDocument/2006/relationships/tags" Target="../tags/tag74.xml"/><Relationship Id="rId10" Type="http://schemas.openxmlformats.org/officeDocument/2006/relationships/oleObject" Target="../embeddings/oleObject8.bin"/><Relationship Id="rId4" Type="http://schemas.openxmlformats.org/officeDocument/2006/relationships/tags" Target="../tags/tag73.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emf"/><Relationship Id="rId5" Type="http://schemas.openxmlformats.org/officeDocument/2006/relationships/tags" Target="../tags/tag82.xml"/><Relationship Id="rId10" Type="http://schemas.openxmlformats.org/officeDocument/2006/relationships/oleObject" Target="../embeddings/oleObject9.bin"/><Relationship Id="rId4" Type="http://schemas.openxmlformats.org/officeDocument/2006/relationships/tags" Target="../tags/tag81.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4.emf"/><Relationship Id="rId5" Type="http://schemas.openxmlformats.org/officeDocument/2006/relationships/tags" Target="../tags/tag90.xml"/><Relationship Id="rId10" Type="http://schemas.openxmlformats.org/officeDocument/2006/relationships/oleObject" Target="../embeddings/oleObject9.bin"/><Relationship Id="rId4" Type="http://schemas.openxmlformats.org/officeDocument/2006/relationships/tags" Target="../tags/tag89.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1.xml"/><Relationship Id="rId3" Type="http://schemas.openxmlformats.org/officeDocument/2006/relationships/tags" Target="../tags/tag96.xml"/><Relationship Id="rId7" Type="http://schemas.openxmlformats.org/officeDocument/2006/relationships/tags" Target="../tags/tag100.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emf"/><Relationship Id="rId5" Type="http://schemas.openxmlformats.org/officeDocument/2006/relationships/tags" Target="../tags/tag98.xml"/><Relationship Id="rId10" Type="http://schemas.openxmlformats.org/officeDocument/2006/relationships/oleObject" Target="../embeddings/oleObject9.bin"/><Relationship Id="rId4" Type="http://schemas.openxmlformats.org/officeDocument/2006/relationships/tags" Target="../tags/tag97.xml"/><Relationship Id="rId9"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04.xml"/><Relationship Id="rId7" Type="http://schemas.openxmlformats.org/officeDocument/2006/relationships/oleObject" Target="../embeddings/oleObject10.bin"/><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slideMaster" Target="../slideMasters/slideMaster1.xml"/><Relationship Id="rId5" Type="http://schemas.openxmlformats.org/officeDocument/2006/relationships/tags" Target="../tags/tag106.xml"/><Relationship Id="rId4" Type="http://schemas.openxmlformats.org/officeDocument/2006/relationships/tags" Target="../tags/tag105.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3.emf"/><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oleObject" Target="../embeddings/oleObject11.bin"/><Relationship Id="rId5" Type="http://schemas.openxmlformats.org/officeDocument/2006/relationships/slideMaster" Target="../slideMasters/slideMaster1.xml"/><Relationship Id="rId4" Type="http://schemas.openxmlformats.org/officeDocument/2006/relationships/tags" Target="../tags/tag110.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3.emf"/><Relationship Id="rId4" Type="http://schemas.openxmlformats.org/officeDocument/2006/relationships/oleObject" Target="../embeddings/oleObject12.bin"/></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5.xml"/><Relationship Id="rId7" Type="http://schemas.openxmlformats.org/officeDocument/2006/relationships/tags" Target="../tags/tag119.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5" Type="http://schemas.openxmlformats.org/officeDocument/2006/relationships/tags" Target="../tags/tag117.xml"/><Relationship Id="rId10" Type="http://schemas.openxmlformats.org/officeDocument/2006/relationships/image" Target="../media/image1.emf"/><Relationship Id="rId4" Type="http://schemas.openxmlformats.org/officeDocument/2006/relationships/tags" Target="../tags/tag116.xml"/><Relationship Id="rId9" Type="http://schemas.openxmlformats.org/officeDocument/2006/relationships/oleObject" Target="../embeddings/oleObject13.bin"/></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53.xml"/><Relationship Id="rId7" Type="http://schemas.openxmlformats.org/officeDocument/2006/relationships/image" Target="../media/image3.emf"/><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oleObject" Target="../embeddings/oleObject15.bin"/><Relationship Id="rId5" Type="http://schemas.openxmlformats.org/officeDocument/2006/relationships/slideMaster" Target="../slideMasters/slideMaster2.xml"/><Relationship Id="rId4" Type="http://schemas.openxmlformats.org/officeDocument/2006/relationships/tags" Target="../tags/tag154.xml"/></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7.xml"/><Relationship Id="rId7" Type="http://schemas.openxmlformats.org/officeDocument/2006/relationships/tags" Target="../tags/tag161.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5" Type="http://schemas.openxmlformats.org/officeDocument/2006/relationships/tags" Target="../tags/tag159.xml"/><Relationship Id="rId10" Type="http://schemas.openxmlformats.org/officeDocument/2006/relationships/image" Target="../media/image1.emf"/><Relationship Id="rId4" Type="http://schemas.openxmlformats.org/officeDocument/2006/relationships/tags" Target="../tags/tag158.xml"/><Relationship Id="rId9" Type="http://schemas.openxmlformats.org/officeDocument/2006/relationships/oleObject" Target="../embeddings/oleObject3.bin"/></Relationships>
</file>

<file path=ppt/slideLayouts/_rels/slideLayout1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64.xml"/><Relationship Id="rId7" Type="http://schemas.openxmlformats.org/officeDocument/2006/relationships/slideMaster" Target="../slideMasters/slideMaster2.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9"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70.xml"/><Relationship Id="rId7" Type="http://schemas.openxmlformats.org/officeDocument/2006/relationships/slideMaster" Target="../slideMasters/slideMaster2.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9"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6.xml"/><Relationship Id="rId7" Type="http://schemas.openxmlformats.org/officeDocument/2006/relationships/tags" Target="../tags/tag180.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5" Type="http://schemas.openxmlformats.org/officeDocument/2006/relationships/tags" Target="../tags/tag178.xml"/><Relationship Id="rId10" Type="http://schemas.openxmlformats.org/officeDocument/2006/relationships/image" Target="../media/image3.emf"/><Relationship Id="rId4" Type="http://schemas.openxmlformats.org/officeDocument/2006/relationships/tags" Target="../tags/tag177.xml"/><Relationship Id="rId9" Type="http://schemas.openxmlformats.org/officeDocument/2006/relationships/oleObject" Target="../embeddings/oleObject16.bin"/></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83.xml"/><Relationship Id="rId7" Type="http://schemas.openxmlformats.org/officeDocument/2006/relationships/tags" Target="../tags/tag187.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5" Type="http://schemas.openxmlformats.org/officeDocument/2006/relationships/tags" Target="../tags/tag185.xml"/><Relationship Id="rId10" Type="http://schemas.openxmlformats.org/officeDocument/2006/relationships/image" Target="../media/image3.emf"/><Relationship Id="rId4" Type="http://schemas.openxmlformats.org/officeDocument/2006/relationships/tags" Target="../tags/tag184.xml"/><Relationship Id="rId9" Type="http://schemas.openxmlformats.org/officeDocument/2006/relationships/oleObject" Target="../embeddings/oleObject17.bin"/></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95.xml"/><Relationship Id="rId3" Type="http://schemas.openxmlformats.org/officeDocument/2006/relationships/tags" Target="../tags/tag190.xml"/><Relationship Id="rId7" Type="http://schemas.openxmlformats.org/officeDocument/2006/relationships/tags" Target="../tags/tag19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image" Target="../media/image1.emf"/><Relationship Id="rId5" Type="http://schemas.openxmlformats.org/officeDocument/2006/relationships/tags" Target="../tags/tag192.xml"/><Relationship Id="rId10" Type="http://schemas.openxmlformats.org/officeDocument/2006/relationships/oleObject" Target="../embeddings/oleObject18.bin"/><Relationship Id="rId4" Type="http://schemas.openxmlformats.org/officeDocument/2006/relationships/tags" Target="../tags/tag191.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03.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image" Target="../media/image1.emf"/><Relationship Id="rId5" Type="http://schemas.openxmlformats.org/officeDocument/2006/relationships/tags" Target="../tags/tag200.xml"/><Relationship Id="rId10" Type="http://schemas.openxmlformats.org/officeDocument/2006/relationships/oleObject" Target="../embeddings/oleObject19.bin"/><Relationship Id="rId4" Type="http://schemas.openxmlformats.org/officeDocument/2006/relationships/tags" Target="../tags/tag199.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1.xml"/><Relationship Id="rId3" Type="http://schemas.openxmlformats.org/officeDocument/2006/relationships/tags" Target="../tags/tag206.xml"/><Relationship Id="rId7" Type="http://schemas.openxmlformats.org/officeDocument/2006/relationships/tags" Target="../tags/tag210.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tags" Target="../tags/tag209.xml"/><Relationship Id="rId11" Type="http://schemas.openxmlformats.org/officeDocument/2006/relationships/image" Target="../media/image3.emf"/><Relationship Id="rId5" Type="http://schemas.openxmlformats.org/officeDocument/2006/relationships/tags" Target="../tags/tag208.xml"/><Relationship Id="rId10" Type="http://schemas.openxmlformats.org/officeDocument/2006/relationships/oleObject" Target="../embeddings/oleObject20.bin"/><Relationship Id="rId4" Type="http://schemas.openxmlformats.org/officeDocument/2006/relationships/tags" Target="../tags/tag207.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image" Target="../media/image1.emf"/><Relationship Id="rId5" Type="http://schemas.openxmlformats.org/officeDocument/2006/relationships/tags" Target="../tags/tag216.xml"/><Relationship Id="rId10" Type="http://schemas.openxmlformats.org/officeDocument/2006/relationships/oleObject" Target="../embeddings/oleObject21.bin"/><Relationship Id="rId4" Type="http://schemas.openxmlformats.org/officeDocument/2006/relationships/tags" Target="../tags/tag215.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27.xml"/><Relationship Id="rId3" Type="http://schemas.openxmlformats.org/officeDocument/2006/relationships/tags" Target="../tags/tag222.xml"/><Relationship Id="rId7" Type="http://schemas.openxmlformats.org/officeDocument/2006/relationships/tags" Target="../tags/tag226.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tags" Target="../tags/tag225.xml"/><Relationship Id="rId11" Type="http://schemas.openxmlformats.org/officeDocument/2006/relationships/image" Target="../media/image3.emf"/><Relationship Id="rId5" Type="http://schemas.openxmlformats.org/officeDocument/2006/relationships/tags" Target="../tags/tag224.xml"/><Relationship Id="rId10" Type="http://schemas.openxmlformats.org/officeDocument/2006/relationships/oleObject" Target="../embeddings/oleObject22.bin"/><Relationship Id="rId4" Type="http://schemas.openxmlformats.org/officeDocument/2006/relationships/tags" Target="../tags/tag223.xml"/><Relationship Id="rId9"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30.xml"/><Relationship Id="rId7" Type="http://schemas.openxmlformats.org/officeDocument/2006/relationships/tags" Target="../tags/tag234.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5" Type="http://schemas.openxmlformats.org/officeDocument/2006/relationships/tags" Target="../tags/tag232.xml"/><Relationship Id="rId10" Type="http://schemas.openxmlformats.org/officeDocument/2006/relationships/image" Target="../media/image3.emf"/><Relationship Id="rId4" Type="http://schemas.openxmlformats.org/officeDocument/2006/relationships/tags" Target="../tags/tag231.xml"/><Relationship Id="rId9" Type="http://schemas.openxmlformats.org/officeDocument/2006/relationships/oleObject" Target="../embeddings/oleObject23.bin"/></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10" Type="http://schemas.openxmlformats.org/officeDocument/2006/relationships/image" Target="../media/image1.emf"/><Relationship Id="rId4" Type="http://schemas.openxmlformats.org/officeDocument/2006/relationships/tags" Target="../tags/tag238.xml"/><Relationship Id="rId9" Type="http://schemas.openxmlformats.org/officeDocument/2006/relationships/oleObject" Target="../embeddings/oleObject24.bin"/></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44.xml"/><Relationship Id="rId7" Type="http://schemas.openxmlformats.org/officeDocument/2006/relationships/tags" Target="../tags/tag248.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tags" Target="../tags/tag247.xml"/><Relationship Id="rId5" Type="http://schemas.openxmlformats.org/officeDocument/2006/relationships/tags" Target="../tags/tag246.xml"/><Relationship Id="rId10" Type="http://schemas.openxmlformats.org/officeDocument/2006/relationships/image" Target="../media/image3.emf"/><Relationship Id="rId4" Type="http://schemas.openxmlformats.org/officeDocument/2006/relationships/tags" Target="../tags/tag245.xml"/><Relationship Id="rId9" Type="http://schemas.openxmlformats.org/officeDocument/2006/relationships/oleObject" Target="../embeddings/oleObject25.bin"/></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51.xml"/><Relationship Id="rId7" Type="http://schemas.openxmlformats.org/officeDocument/2006/relationships/oleObject" Target="../embeddings/oleObject26.bin"/><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slideMaster" Target="../slideMasters/slideMaster2.xml"/><Relationship Id="rId5" Type="http://schemas.openxmlformats.org/officeDocument/2006/relationships/tags" Target="../tags/tag253.xml"/><Relationship Id="rId4" Type="http://schemas.openxmlformats.org/officeDocument/2006/relationships/tags" Target="../tags/tag25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256.xml"/><Relationship Id="rId7" Type="http://schemas.openxmlformats.org/officeDocument/2006/relationships/image" Target="../media/image3.emf"/><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oleObject" Target="../embeddings/oleObject27.bin"/><Relationship Id="rId5" Type="http://schemas.openxmlformats.org/officeDocument/2006/relationships/slideMaster" Target="../slideMasters/slideMaster2.xml"/><Relationship Id="rId4" Type="http://schemas.openxmlformats.org/officeDocument/2006/relationships/tags" Target="../tags/tag257.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image" Target="../media/image3.emf"/><Relationship Id="rId4" Type="http://schemas.openxmlformats.org/officeDocument/2006/relationships/oleObject" Target="../embeddings/oleObject2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pSp>
        <p:nvGrpSpPr>
          <p:cNvPr id="26" name="Graphic 10">
            <a:extLst>
              <a:ext uri="{FF2B5EF4-FFF2-40B4-BE49-F238E27FC236}">
                <a16:creationId xmlns:a16="http://schemas.microsoft.com/office/drawing/2014/main" id="{6BA56C60-E60E-768F-FE95-9A5C90B069CA}"/>
              </a:ext>
            </a:extLst>
          </p:cNvPr>
          <p:cNvGrpSpPr/>
          <p:nvPr userDrawn="1"/>
        </p:nvGrpSpPr>
        <p:grpSpPr>
          <a:xfrm>
            <a:off x="0" y="-3365"/>
            <a:ext cx="12192000" cy="5722939"/>
            <a:chOff x="0" y="-3365"/>
            <a:chExt cx="12192000" cy="5722939"/>
          </a:xfrm>
          <a:solidFill>
            <a:srgbClr val="E0E1DD">
              <a:alpha val="50000"/>
            </a:srgbClr>
          </a:solidFill>
        </p:grpSpPr>
        <p:sp>
          <p:nvSpPr>
            <p:cNvPr id="27" name="Freeform 34">
              <a:extLst>
                <a:ext uri="{FF2B5EF4-FFF2-40B4-BE49-F238E27FC236}">
                  <a16:creationId xmlns:a16="http://schemas.microsoft.com/office/drawing/2014/main" id="{EAE22665-CD62-6E40-AFCD-28294CEF8CD3}"/>
                </a:ext>
              </a:extLst>
            </p:cNvPr>
            <p:cNvSpPr/>
            <p:nvPr/>
          </p:nvSpPr>
          <p:spPr>
            <a:xfrm>
              <a:off x="6968426" y="-3365"/>
              <a:ext cx="4761356" cy="5722939"/>
            </a:xfrm>
            <a:custGeom>
              <a:avLst/>
              <a:gdLst>
                <a:gd name="connsiteX0" fmla="*/ 659320 w 4761356"/>
                <a:gd name="connsiteY0" fmla="*/ 5683631 h 5722939"/>
                <a:gd name="connsiteX1" fmla="*/ 1605915 w 4761356"/>
                <a:gd name="connsiteY1" fmla="*/ 5129721 h 5722939"/>
                <a:gd name="connsiteX2" fmla="*/ 1605979 w 4761356"/>
                <a:gd name="connsiteY2" fmla="*/ 5129721 h 5722939"/>
                <a:gd name="connsiteX3" fmla="*/ 2975483 w 4761356"/>
                <a:gd name="connsiteY3" fmla="*/ 3611753 h 5722939"/>
                <a:gd name="connsiteX4" fmla="*/ 4761357 w 4761356"/>
                <a:gd name="connsiteY4" fmla="*/ 0 h 5722939"/>
                <a:gd name="connsiteX5" fmla="*/ 4615243 w 4761356"/>
                <a:gd name="connsiteY5" fmla="*/ 0 h 5722939"/>
                <a:gd name="connsiteX6" fmla="*/ 396494 w 4761356"/>
                <a:gd name="connsiteY6" fmla="*/ 5694998 h 5722939"/>
                <a:gd name="connsiteX7" fmla="*/ 396367 w 4761356"/>
                <a:gd name="connsiteY7" fmla="*/ 5694998 h 5722939"/>
                <a:gd name="connsiteX8" fmla="*/ 0 w 4761356"/>
                <a:gd name="connsiteY8" fmla="*/ 5687060 h 5722939"/>
                <a:gd name="connsiteX9" fmla="*/ 659320 w 4761356"/>
                <a:gd name="connsiteY9" fmla="*/ 5683631 h 572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61356" h="5722939">
                  <a:moveTo>
                    <a:pt x="659320" y="5683631"/>
                  </a:moveTo>
                  <a:cubicBezTo>
                    <a:pt x="1017968" y="5588445"/>
                    <a:pt x="1320927" y="5358575"/>
                    <a:pt x="1605915" y="5129721"/>
                  </a:cubicBezTo>
                  <a:lnTo>
                    <a:pt x="1605979" y="5129721"/>
                  </a:lnTo>
                  <a:cubicBezTo>
                    <a:pt x="2133600" y="4694301"/>
                    <a:pt x="2575941" y="4164267"/>
                    <a:pt x="2975483" y="3611753"/>
                  </a:cubicBezTo>
                  <a:cubicBezTo>
                    <a:pt x="3750691" y="2523935"/>
                    <a:pt x="4482338" y="1323277"/>
                    <a:pt x="4761357" y="0"/>
                  </a:cubicBezTo>
                  <a:lnTo>
                    <a:pt x="4615243" y="0"/>
                  </a:lnTo>
                  <a:cubicBezTo>
                    <a:pt x="4304284" y="1646619"/>
                    <a:pt x="2128266" y="5363782"/>
                    <a:pt x="396494" y="5694998"/>
                  </a:cubicBezTo>
                  <a:cubicBezTo>
                    <a:pt x="396494" y="5694998"/>
                    <a:pt x="396430" y="5695061"/>
                    <a:pt x="396367" y="5694998"/>
                  </a:cubicBezTo>
                  <a:cubicBezTo>
                    <a:pt x="264605" y="5710936"/>
                    <a:pt x="131699" y="5705602"/>
                    <a:pt x="0" y="5687060"/>
                  </a:cubicBezTo>
                  <a:cubicBezTo>
                    <a:pt x="216789" y="5729478"/>
                    <a:pt x="444246" y="5741289"/>
                    <a:pt x="659320" y="568363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8" name="Freeform 35">
              <a:extLst>
                <a:ext uri="{FF2B5EF4-FFF2-40B4-BE49-F238E27FC236}">
                  <a16:creationId xmlns:a16="http://schemas.microsoft.com/office/drawing/2014/main" id="{CAD317A4-2026-2E52-ECF9-D5503DFA4EDC}"/>
                </a:ext>
              </a:extLst>
            </p:cNvPr>
            <p:cNvSpPr/>
            <p:nvPr/>
          </p:nvSpPr>
          <p:spPr>
            <a:xfrm>
              <a:off x="0" y="1308893"/>
              <a:ext cx="2406142" cy="1614583"/>
            </a:xfrm>
            <a:custGeom>
              <a:avLst/>
              <a:gdLst>
                <a:gd name="connsiteX0" fmla="*/ 1861503 w 2406142"/>
                <a:gd name="connsiteY0" fmla="*/ 511398 h 1614583"/>
                <a:gd name="connsiteX1" fmla="*/ 2406142 w 2406142"/>
                <a:gd name="connsiteY1" fmla="*/ 376651 h 1614583"/>
                <a:gd name="connsiteX2" fmla="*/ 2395347 w 2406142"/>
                <a:gd name="connsiteY2" fmla="*/ 368014 h 1614583"/>
                <a:gd name="connsiteX3" fmla="*/ 2329498 w 2406142"/>
                <a:gd name="connsiteY3" fmla="*/ 317405 h 1614583"/>
                <a:gd name="connsiteX4" fmla="*/ 2302891 w 2406142"/>
                <a:gd name="connsiteY4" fmla="*/ 297784 h 1614583"/>
                <a:gd name="connsiteX5" fmla="*/ 2302637 w 2406142"/>
                <a:gd name="connsiteY5" fmla="*/ 297657 h 1614583"/>
                <a:gd name="connsiteX6" fmla="*/ 1554671 w 2406142"/>
                <a:gd name="connsiteY6" fmla="*/ 223 h 1614583"/>
                <a:gd name="connsiteX7" fmla="*/ 0 w 2406142"/>
                <a:gd name="connsiteY7" fmla="*/ 522637 h 1614583"/>
                <a:gd name="connsiteX8" fmla="*/ 0 w 2406142"/>
                <a:gd name="connsiteY8" fmla="*/ 669005 h 1614583"/>
                <a:gd name="connsiteX9" fmla="*/ 1629410 w 2406142"/>
                <a:gd name="connsiteY9" fmla="*/ 82519 h 1614583"/>
                <a:gd name="connsiteX10" fmla="*/ 2266442 w 2406142"/>
                <a:gd name="connsiteY10" fmla="*/ 285084 h 1614583"/>
                <a:gd name="connsiteX11" fmla="*/ 2275205 w 2406142"/>
                <a:gd name="connsiteY11" fmla="*/ 290354 h 1614583"/>
                <a:gd name="connsiteX12" fmla="*/ 2275396 w 2406142"/>
                <a:gd name="connsiteY12" fmla="*/ 290481 h 1614583"/>
                <a:gd name="connsiteX13" fmla="*/ 2275586 w 2406142"/>
                <a:gd name="connsiteY13" fmla="*/ 290545 h 1614583"/>
                <a:gd name="connsiteX14" fmla="*/ 2282444 w 2406142"/>
                <a:gd name="connsiteY14" fmla="*/ 294672 h 1614583"/>
                <a:gd name="connsiteX15" fmla="*/ 0 w 2406142"/>
                <a:gd name="connsiteY15" fmla="*/ 1125316 h 1614583"/>
                <a:gd name="connsiteX16" fmla="*/ 0 w 2406142"/>
                <a:gd name="connsiteY16" fmla="*/ 1284637 h 1614583"/>
                <a:gd name="connsiteX17" fmla="*/ 2354199 w 2406142"/>
                <a:gd name="connsiteY17" fmla="*/ 340202 h 1614583"/>
                <a:gd name="connsiteX18" fmla="*/ 0 w 2406142"/>
                <a:gd name="connsiteY18" fmla="*/ 1447832 h 1614583"/>
                <a:gd name="connsiteX19" fmla="*/ 0 w 2406142"/>
                <a:gd name="connsiteY19" fmla="*/ 1614583 h 1614583"/>
                <a:gd name="connsiteX20" fmla="*/ 1861503 w 2406142"/>
                <a:gd name="connsiteY20" fmla="*/ 511398 h 161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06142" h="1614583">
                  <a:moveTo>
                    <a:pt x="1861503" y="511398"/>
                  </a:moveTo>
                  <a:cubicBezTo>
                    <a:pt x="2036572" y="444342"/>
                    <a:pt x="2219389" y="395701"/>
                    <a:pt x="2406142" y="376651"/>
                  </a:cubicBezTo>
                  <a:cubicBezTo>
                    <a:pt x="2402523" y="373793"/>
                    <a:pt x="2398903" y="370872"/>
                    <a:pt x="2395347" y="368014"/>
                  </a:cubicBezTo>
                  <a:cubicBezTo>
                    <a:pt x="2373630" y="350870"/>
                    <a:pt x="2351659" y="333725"/>
                    <a:pt x="2329498" y="317405"/>
                  </a:cubicBezTo>
                  <a:cubicBezTo>
                    <a:pt x="2320735" y="310674"/>
                    <a:pt x="2311845" y="304324"/>
                    <a:pt x="2302891" y="297784"/>
                  </a:cubicBezTo>
                  <a:cubicBezTo>
                    <a:pt x="2302828" y="297784"/>
                    <a:pt x="2302701" y="297784"/>
                    <a:pt x="2302637" y="297657"/>
                  </a:cubicBezTo>
                  <a:cubicBezTo>
                    <a:pt x="2081403" y="136557"/>
                    <a:pt x="1829435" y="17304"/>
                    <a:pt x="1554671" y="223"/>
                  </a:cubicBezTo>
                  <a:cubicBezTo>
                    <a:pt x="999998" y="-8667"/>
                    <a:pt x="473900" y="250159"/>
                    <a:pt x="0" y="522637"/>
                  </a:cubicBezTo>
                  <a:lnTo>
                    <a:pt x="0" y="669005"/>
                  </a:lnTo>
                  <a:cubicBezTo>
                    <a:pt x="494284" y="374047"/>
                    <a:pt x="1044385" y="85821"/>
                    <a:pt x="1629410" y="82519"/>
                  </a:cubicBezTo>
                  <a:cubicBezTo>
                    <a:pt x="1855216" y="91980"/>
                    <a:pt x="2073339" y="170212"/>
                    <a:pt x="2266442" y="285084"/>
                  </a:cubicBezTo>
                  <a:cubicBezTo>
                    <a:pt x="2269363" y="286798"/>
                    <a:pt x="2272284" y="288513"/>
                    <a:pt x="2275205" y="290354"/>
                  </a:cubicBezTo>
                  <a:cubicBezTo>
                    <a:pt x="2275269" y="290354"/>
                    <a:pt x="2275332" y="290418"/>
                    <a:pt x="2275396" y="290481"/>
                  </a:cubicBezTo>
                  <a:cubicBezTo>
                    <a:pt x="2275459" y="290481"/>
                    <a:pt x="2275523" y="290545"/>
                    <a:pt x="2275586" y="290545"/>
                  </a:cubicBezTo>
                  <a:cubicBezTo>
                    <a:pt x="2277872" y="291942"/>
                    <a:pt x="2280158" y="293275"/>
                    <a:pt x="2282444" y="294672"/>
                  </a:cubicBezTo>
                  <a:cubicBezTo>
                    <a:pt x="1468882" y="152623"/>
                    <a:pt x="657924" y="693389"/>
                    <a:pt x="0" y="1125316"/>
                  </a:cubicBezTo>
                  <a:lnTo>
                    <a:pt x="0" y="1284637"/>
                  </a:lnTo>
                  <a:cubicBezTo>
                    <a:pt x="562737" y="887254"/>
                    <a:pt x="1658938" y="162275"/>
                    <a:pt x="2354199" y="340202"/>
                  </a:cubicBezTo>
                  <a:cubicBezTo>
                    <a:pt x="1482789" y="396145"/>
                    <a:pt x="691642" y="950564"/>
                    <a:pt x="0" y="1447832"/>
                  </a:cubicBezTo>
                  <a:lnTo>
                    <a:pt x="0" y="1614583"/>
                  </a:lnTo>
                  <a:cubicBezTo>
                    <a:pt x="566674" y="1169829"/>
                    <a:pt x="1186371" y="770351"/>
                    <a:pt x="1861503" y="511398"/>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9" name="Freeform 36">
              <a:extLst>
                <a:ext uri="{FF2B5EF4-FFF2-40B4-BE49-F238E27FC236}">
                  <a16:creationId xmlns:a16="http://schemas.microsoft.com/office/drawing/2014/main" id="{E2D45C44-3B38-D65F-35D7-3C67DF157096}"/>
                </a:ext>
              </a:extLst>
            </p:cNvPr>
            <p:cNvSpPr/>
            <p:nvPr/>
          </p:nvSpPr>
          <p:spPr>
            <a:xfrm>
              <a:off x="0" y="1467087"/>
              <a:ext cx="2257615" cy="811546"/>
            </a:xfrm>
            <a:custGeom>
              <a:avLst/>
              <a:gdLst>
                <a:gd name="connsiteX0" fmla="*/ 1488377 w 2257615"/>
                <a:gd name="connsiteY0" fmla="*/ 98886 h 811546"/>
                <a:gd name="connsiteX1" fmla="*/ 2257616 w 2257615"/>
                <a:gd name="connsiteY1" fmla="*/ 123968 h 811546"/>
                <a:gd name="connsiteX2" fmla="*/ 0 w 2257615"/>
                <a:gd name="connsiteY2" fmla="*/ 659591 h 811546"/>
                <a:gd name="connsiteX3" fmla="*/ 0 w 2257615"/>
                <a:gd name="connsiteY3" fmla="*/ 811546 h 811546"/>
                <a:gd name="connsiteX4" fmla="*/ 1488377 w 2257615"/>
                <a:gd name="connsiteY4" fmla="*/ 98886 h 811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15" h="811546">
                  <a:moveTo>
                    <a:pt x="1488377" y="98886"/>
                  </a:moveTo>
                  <a:cubicBezTo>
                    <a:pt x="1740598" y="34052"/>
                    <a:pt x="2010473" y="41037"/>
                    <a:pt x="2257616" y="123968"/>
                  </a:cubicBezTo>
                  <a:cubicBezTo>
                    <a:pt x="1511808" y="-236204"/>
                    <a:pt x="646113" y="264240"/>
                    <a:pt x="0" y="659591"/>
                  </a:cubicBezTo>
                  <a:lnTo>
                    <a:pt x="0" y="811546"/>
                  </a:lnTo>
                  <a:cubicBezTo>
                    <a:pt x="455613" y="503127"/>
                    <a:pt x="955294" y="236617"/>
                    <a:pt x="1488377" y="98886"/>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0" name="Freeform 37">
              <a:extLst>
                <a:ext uri="{FF2B5EF4-FFF2-40B4-BE49-F238E27FC236}">
                  <a16:creationId xmlns:a16="http://schemas.microsoft.com/office/drawing/2014/main" id="{C16293E5-7141-2F74-FA61-870A31582DE9}"/>
                </a:ext>
              </a:extLst>
            </p:cNvPr>
            <p:cNvSpPr/>
            <p:nvPr/>
          </p:nvSpPr>
          <p:spPr>
            <a:xfrm>
              <a:off x="9535159" y="3487039"/>
              <a:ext cx="2656840" cy="1932813"/>
            </a:xfrm>
            <a:custGeom>
              <a:avLst/>
              <a:gdLst>
                <a:gd name="connsiteX0" fmla="*/ 1860995 w 2656840"/>
                <a:gd name="connsiteY0" fmla="*/ 806196 h 1932813"/>
                <a:gd name="connsiteX1" fmla="*/ 0 w 2656840"/>
                <a:gd name="connsiteY1" fmla="*/ 1932813 h 1932813"/>
                <a:gd name="connsiteX2" fmla="*/ 2656840 w 2656840"/>
                <a:gd name="connsiteY2" fmla="*/ 184721 h 1932813"/>
                <a:gd name="connsiteX3" fmla="*/ 2656840 w 2656840"/>
                <a:gd name="connsiteY3" fmla="*/ 0 h 1932813"/>
                <a:gd name="connsiteX4" fmla="*/ 1860995 w 2656840"/>
                <a:gd name="connsiteY4" fmla="*/ 806133 h 1932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840" h="1932813">
                  <a:moveTo>
                    <a:pt x="1860995" y="806196"/>
                  </a:moveTo>
                  <a:cubicBezTo>
                    <a:pt x="1329754" y="1276414"/>
                    <a:pt x="732854" y="1855724"/>
                    <a:pt x="0" y="1932813"/>
                  </a:cubicBezTo>
                  <a:cubicBezTo>
                    <a:pt x="1071246" y="1906333"/>
                    <a:pt x="1927670" y="876364"/>
                    <a:pt x="2656840" y="184721"/>
                  </a:cubicBezTo>
                  <a:lnTo>
                    <a:pt x="2656840" y="0"/>
                  </a:lnTo>
                  <a:cubicBezTo>
                    <a:pt x="2402205" y="279146"/>
                    <a:pt x="2137474" y="549021"/>
                    <a:pt x="1860995" y="80613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1" name="Freeform 38">
              <a:extLst>
                <a:ext uri="{FF2B5EF4-FFF2-40B4-BE49-F238E27FC236}">
                  <a16:creationId xmlns:a16="http://schemas.microsoft.com/office/drawing/2014/main" id="{82C00D7A-99BB-19B9-13DE-9E9676B6C006}"/>
                </a:ext>
              </a:extLst>
            </p:cNvPr>
            <p:cNvSpPr/>
            <p:nvPr/>
          </p:nvSpPr>
          <p:spPr>
            <a:xfrm>
              <a:off x="0" y="1968055"/>
              <a:ext cx="2789237" cy="1971421"/>
            </a:xfrm>
            <a:custGeom>
              <a:avLst/>
              <a:gdLst>
                <a:gd name="connsiteX0" fmla="*/ 2789238 w 2789237"/>
                <a:gd name="connsiteY0" fmla="*/ 69723 h 1971421"/>
                <a:gd name="connsiteX1" fmla="*/ 2719007 w 2789237"/>
                <a:gd name="connsiteY1" fmla="*/ 0 h 1971421"/>
                <a:gd name="connsiteX2" fmla="*/ 0 w 2789237"/>
                <a:gd name="connsiteY2" fmla="*/ 1817751 h 1971421"/>
                <a:gd name="connsiteX3" fmla="*/ 0 w 2789237"/>
                <a:gd name="connsiteY3" fmla="*/ 1971421 h 1971421"/>
                <a:gd name="connsiteX4" fmla="*/ 2789238 w 2789237"/>
                <a:gd name="connsiteY4" fmla="*/ 69787 h 1971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9237" h="1971421">
                  <a:moveTo>
                    <a:pt x="2789238" y="69723"/>
                  </a:moveTo>
                  <a:cubicBezTo>
                    <a:pt x="2765933" y="46355"/>
                    <a:pt x="2742565" y="23114"/>
                    <a:pt x="2719007" y="0"/>
                  </a:cubicBezTo>
                  <a:cubicBezTo>
                    <a:pt x="1712532" y="434340"/>
                    <a:pt x="816483" y="1093534"/>
                    <a:pt x="0" y="1817751"/>
                  </a:cubicBezTo>
                  <a:lnTo>
                    <a:pt x="0" y="1971421"/>
                  </a:lnTo>
                  <a:cubicBezTo>
                    <a:pt x="837121" y="1197928"/>
                    <a:pt x="1773238" y="541909"/>
                    <a:pt x="2789238" y="69787"/>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2" name="Freeform 39">
              <a:extLst>
                <a:ext uri="{FF2B5EF4-FFF2-40B4-BE49-F238E27FC236}">
                  <a16:creationId xmlns:a16="http://schemas.microsoft.com/office/drawing/2014/main" id="{D704A05E-4B8D-2E51-3327-DD324BEF6A96}"/>
                </a:ext>
              </a:extLst>
            </p:cNvPr>
            <p:cNvSpPr/>
            <p:nvPr/>
          </p:nvSpPr>
          <p:spPr>
            <a:xfrm>
              <a:off x="0" y="1838769"/>
              <a:ext cx="2650108" cy="1773808"/>
            </a:xfrm>
            <a:custGeom>
              <a:avLst/>
              <a:gdLst>
                <a:gd name="connsiteX0" fmla="*/ 2309622 w 2650108"/>
                <a:gd name="connsiteY0" fmla="*/ 206566 h 1773808"/>
                <a:gd name="connsiteX1" fmla="*/ 2650109 w 2650108"/>
                <a:gd name="connsiteY1" fmla="*/ 62548 h 1773808"/>
                <a:gd name="connsiteX2" fmla="*/ 2583434 w 2650108"/>
                <a:gd name="connsiteY2" fmla="*/ 0 h 1773808"/>
                <a:gd name="connsiteX3" fmla="*/ 0 w 2650108"/>
                <a:gd name="connsiteY3" fmla="*/ 1599883 h 1773808"/>
                <a:gd name="connsiteX4" fmla="*/ 0 w 2650108"/>
                <a:gd name="connsiteY4" fmla="*/ 1773809 h 1773808"/>
                <a:gd name="connsiteX5" fmla="*/ 2309622 w 2650108"/>
                <a:gd name="connsiteY5" fmla="*/ 206566 h 177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0108" h="1773808">
                  <a:moveTo>
                    <a:pt x="2309622" y="206566"/>
                  </a:moveTo>
                  <a:cubicBezTo>
                    <a:pt x="2421001" y="153797"/>
                    <a:pt x="2534412" y="104965"/>
                    <a:pt x="2650109" y="62548"/>
                  </a:cubicBezTo>
                  <a:cubicBezTo>
                    <a:pt x="2628011" y="41465"/>
                    <a:pt x="2605786" y="20574"/>
                    <a:pt x="2583434" y="0"/>
                  </a:cubicBezTo>
                  <a:cubicBezTo>
                    <a:pt x="1622235" y="338328"/>
                    <a:pt x="773684" y="948182"/>
                    <a:pt x="0" y="1599883"/>
                  </a:cubicBezTo>
                  <a:lnTo>
                    <a:pt x="0" y="1773809"/>
                  </a:lnTo>
                  <a:cubicBezTo>
                    <a:pt x="700850" y="1160653"/>
                    <a:pt x="1466850" y="608013"/>
                    <a:pt x="2309622" y="206566"/>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3" name="Freeform 40">
              <a:extLst>
                <a:ext uri="{FF2B5EF4-FFF2-40B4-BE49-F238E27FC236}">
                  <a16:creationId xmlns:a16="http://schemas.microsoft.com/office/drawing/2014/main" id="{D9C6C7C0-338C-A896-CA78-E0033104CAE5}"/>
                </a:ext>
              </a:extLst>
            </p:cNvPr>
            <p:cNvSpPr/>
            <p:nvPr/>
          </p:nvSpPr>
          <p:spPr>
            <a:xfrm>
              <a:off x="0" y="1729676"/>
              <a:ext cx="2519235" cy="1535557"/>
            </a:xfrm>
            <a:custGeom>
              <a:avLst/>
              <a:gdLst>
                <a:gd name="connsiteX0" fmla="*/ 2104390 w 2519235"/>
                <a:gd name="connsiteY0" fmla="*/ 194310 h 1535557"/>
                <a:gd name="connsiteX1" fmla="*/ 2519045 w 2519235"/>
                <a:gd name="connsiteY1" fmla="*/ 51308 h 1535557"/>
                <a:gd name="connsiteX2" fmla="*/ 2519236 w 2519235"/>
                <a:gd name="connsiteY2" fmla="*/ 51308 h 1535557"/>
                <a:gd name="connsiteX3" fmla="*/ 2459736 w 2519235"/>
                <a:gd name="connsiteY3" fmla="*/ 0 h 1535557"/>
                <a:gd name="connsiteX4" fmla="*/ 0 w 2519235"/>
                <a:gd name="connsiteY4" fmla="*/ 1363599 h 1535557"/>
                <a:gd name="connsiteX5" fmla="*/ 0 w 2519235"/>
                <a:gd name="connsiteY5" fmla="*/ 1535557 h 1535557"/>
                <a:gd name="connsiteX6" fmla="*/ 2104390 w 2519235"/>
                <a:gd name="connsiteY6" fmla="*/ 194310 h 153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9235" h="1535557">
                  <a:moveTo>
                    <a:pt x="2104390" y="194310"/>
                  </a:moveTo>
                  <a:cubicBezTo>
                    <a:pt x="2238947" y="136716"/>
                    <a:pt x="2377250" y="87439"/>
                    <a:pt x="2519045" y="51308"/>
                  </a:cubicBezTo>
                  <a:cubicBezTo>
                    <a:pt x="2519109" y="51308"/>
                    <a:pt x="2519172" y="51308"/>
                    <a:pt x="2519236" y="51308"/>
                  </a:cubicBezTo>
                  <a:cubicBezTo>
                    <a:pt x="2499551" y="33909"/>
                    <a:pt x="2479675" y="16827"/>
                    <a:pt x="2459736" y="0"/>
                  </a:cubicBezTo>
                  <a:cubicBezTo>
                    <a:pt x="1541590" y="215201"/>
                    <a:pt x="732155" y="788606"/>
                    <a:pt x="0" y="1363599"/>
                  </a:cubicBezTo>
                  <a:lnTo>
                    <a:pt x="0" y="1535557"/>
                  </a:lnTo>
                  <a:cubicBezTo>
                    <a:pt x="639128" y="1003109"/>
                    <a:pt x="1337691" y="523811"/>
                    <a:pt x="2104390" y="194310"/>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4" name="Freeform 41">
              <a:extLst>
                <a:ext uri="{FF2B5EF4-FFF2-40B4-BE49-F238E27FC236}">
                  <a16:creationId xmlns:a16="http://schemas.microsoft.com/office/drawing/2014/main" id="{574440EC-EBF5-E031-179D-6BBB5DD03910}"/>
                </a:ext>
              </a:extLst>
            </p:cNvPr>
            <p:cNvSpPr/>
            <p:nvPr/>
          </p:nvSpPr>
          <p:spPr>
            <a:xfrm>
              <a:off x="9180576" y="4091114"/>
              <a:ext cx="3011423" cy="1497483"/>
            </a:xfrm>
            <a:custGeom>
              <a:avLst/>
              <a:gdLst>
                <a:gd name="connsiteX0" fmla="*/ 1356233 w 3011423"/>
                <a:gd name="connsiteY0" fmla="*/ 1265047 h 1497483"/>
                <a:gd name="connsiteX1" fmla="*/ 147130 w 3011423"/>
                <a:gd name="connsiteY1" fmla="*/ 1348486 h 1497483"/>
                <a:gd name="connsiteX2" fmla="*/ 0 w 3011423"/>
                <a:gd name="connsiteY2" fmla="*/ 1370584 h 1497483"/>
                <a:gd name="connsiteX3" fmla="*/ 3011424 w 3011423"/>
                <a:gd name="connsiteY3" fmla="*/ 99949 h 1497483"/>
                <a:gd name="connsiteX4" fmla="*/ 3011424 w 3011423"/>
                <a:gd name="connsiteY4" fmla="*/ 0 h 1497483"/>
                <a:gd name="connsiteX5" fmla="*/ 1356233 w 3011423"/>
                <a:gd name="connsiteY5" fmla="*/ 1265047 h 149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1423" h="1497483">
                  <a:moveTo>
                    <a:pt x="1356233" y="1265047"/>
                  </a:moveTo>
                  <a:cubicBezTo>
                    <a:pt x="965581" y="1455102"/>
                    <a:pt x="549973" y="1454404"/>
                    <a:pt x="147130" y="1348486"/>
                  </a:cubicBezTo>
                  <a:cubicBezTo>
                    <a:pt x="98616" y="1358328"/>
                    <a:pt x="49593" y="1365695"/>
                    <a:pt x="0" y="1370584"/>
                  </a:cubicBezTo>
                  <a:cubicBezTo>
                    <a:pt x="1186879" y="1857312"/>
                    <a:pt x="2201164" y="838327"/>
                    <a:pt x="3011424" y="99949"/>
                  </a:cubicBezTo>
                  <a:lnTo>
                    <a:pt x="3011424" y="0"/>
                  </a:lnTo>
                  <a:cubicBezTo>
                    <a:pt x="2506853" y="472376"/>
                    <a:pt x="1981518" y="956437"/>
                    <a:pt x="1356233" y="1265047"/>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5" name="Freeform 42">
              <a:extLst>
                <a:ext uri="{FF2B5EF4-FFF2-40B4-BE49-F238E27FC236}">
                  <a16:creationId xmlns:a16="http://schemas.microsoft.com/office/drawing/2014/main" id="{50DE908C-B80D-189A-D602-134BCF9C2634}"/>
                </a:ext>
              </a:extLst>
            </p:cNvPr>
            <p:cNvSpPr/>
            <p:nvPr/>
          </p:nvSpPr>
          <p:spPr>
            <a:xfrm>
              <a:off x="8974455" y="2455354"/>
              <a:ext cx="3217544" cy="3040316"/>
            </a:xfrm>
            <a:custGeom>
              <a:avLst/>
              <a:gdLst>
                <a:gd name="connsiteX0" fmla="*/ 1609153 w 3217544"/>
                <a:gd name="connsiteY0" fmla="*/ 1913573 h 3040316"/>
                <a:gd name="connsiteX1" fmla="*/ 0 w 3217544"/>
                <a:gd name="connsiteY1" fmla="*/ 3040317 h 3040316"/>
                <a:gd name="connsiteX2" fmla="*/ 202755 w 3217544"/>
                <a:gd name="connsiteY2" fmla="*/ 3005201 h 3040316"/>
                <a:gd name="connsiteX3" fmla="*/ 313436 w 3217544"/>
                <a:gd name="connsiteY3" fmla="*/ 2973451 h 3040316"/>
                <a:gd name="connsiteX4" fmla="*/ 390842 w 3217544"/>
                <a:gd name="connsiteY4" fmla="*/ 2945892 h 3040316"/>
                <a:gd name="connsiteX5" fmla="*/ 390969 w 3217544"/>
                <a:gd name="connsiteY5" fmla="*/ 2945892 h 3040316"/>
                <a:gd name="connsiteX6" fmla="*/ 3217545 w 3217544"/>
                <a:gd name="connsiteY6" fmla="*/ 308102 h 3040316"/>
                <a:gd name="connsiteX7" fmla="*/ 3217545 w 3217544"/>
                <a:gd name="connsiteY7" fmla="*/ 0 h 3040316"/>
                <a:gd name="connsiteX8" fmla="*/ 1609153 w 3217544"/>
                <a:gd name="connsiteY8" fmla="*/ 1913573 h 3040316"/>
                <a:gd name="connsiteX9" fmla="*/ 276225 w 3217544"/>
                <a:gd name="connsiteY9" fmla="*/ 2962783 h 3040316"/>
                <a:gd name="connsiteX10" fmla="*/ 276161 w 3217544"/>
                <a:gd name="connsiteY10" fmla="*/ 2962719 h 3040316"/>
                <a:gd name="connsiteX11" fmla="*/ 276351 w 3217544"/>
                <a:gd name="connsiteY11" fmla="*/ 2962783 h 3040316"/>
                <a:gd name="connsiteX12" fmla="*/ 276225 w 3217544"/>
                <a:gd name="connsiteY12" fmla="*/ 2962783 h 304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7544" h="3040316">
                  <a:moveTo>
                    <a:pt x="1609153" y="1913573"/>
                  </a:moveTo>
                  <a:cubicBezTo>
                    <a:pt x="1137920" y="2360867"/>
                    <a:pt x="637794" y="2852230"/>
                    <a:pt x="0" y="3040317"/>
                  </a:cubicBezTo>
                  <a:cubicBezTo>
                    <a:pt x="68326" y="3033459"/>
                    <a:pt x="136080" y="3021584"/>
                    <a:pt x="202755" y="3005201"/>
                  </a:cubicBezTo>
                  <a:cubicBezTo>
                    <a:pt x="240030" y="2995993"/>
                    <a:pt x="276923" y="2985325"/>
                    <a:pt x="313436" y="2973451"/>
                  </a:cubicBezTo>
                  <a:cubicBezTo>
                    <a:pt x="339407" y="2964879"/>
                    <a:pt x="365378" y="2955798"/>
                    <a:pt x="390842" y="2945892"/>
                  </a:cubicBezTo>
                  <a:cubicBezTo>
                    <a:pt x="390842" y="2945892"/>
                    <a:pt x="390969" y="2945892"/>
                    <a:pt x="390969" y="2945892"/>
                  </a:cubicBezTo>
                  <a:cubicBezTo>
                    <a:pt x="1566163" y="2380298"/>
                    <a:pt x="2411158" y="1300988"/>
                    <a:pt x="3217545" y="308102"/>
                  </a:cubicBezTo>
                  <a:lnTo>
                    <a:pt x="3217545" y="0"/>
                  </a:lnTo>
                  <a:cubicBezTo>
                    <a:pt x="2733612" y="679005"/>
                    <a:pt x="2203196" y="1327594"/>
                    <a:pt x="1609153" y="1913573"/>
                  </a:cubicBezTo>
                  <a:close/>
                  <a:moveTo>
                    <a:pt x="276225" y="2962783"/>
                  </a:moveTo>
                  <a:cubicBezTo>
                    <a:pt x="276225" y="2962783"/>
                    <a:pt x="276161" y="2962783"/>
                    <a:pt x="276161" y="2962719"/>
                  </a:cubicBezTo>
                  <a:cubicBezTo>
                    <a:pt x="276225" y="2962719"/>
                    <a:pt x="276289" y="2962719"/>
                    <a:pt x="276351" y="2962783"/>
                  </a:cubicBezTo>
                  <a:lnTo>
                    <a:pt x="276225" y="2962783"/>
                  </a:ln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6" name="Freeform 43">
              <a:extLst>
                <a:ext uri="{FF2B5EF4-FFF2-40B4-BE49-F238E27FC236}">
                  <a16:creationId xmlns:a16="http://schemas.microsoft.com/office/drawing/2014/main" id="{9F8EC7CF-2171-5E1C-A6E6-05421DC259C5}"/>
                </a:ext>
              </a:extLst>
            </p:cNvPr>
            <p:cNvSpPr/>
            <p:nvPr/>
          </p:nvSpPr>
          <p:spPr>
            <a:xfrm>
              <a:off x="7620000" y="-3365"/>
              <a:ext cx="4504943" cy="5714492"/>
            </a:xfrm>
            <a:custGeom>
              <a:avLst/>
              <a:gdLst>
                <a:gd name="connsiteX0" fmla="*/ 470344 w 4504943"/>
                <a:gd name="connsiteY0" fmla="*/ 5622481 h 5714492"/>
                <a:gd name="connsiteX1" fmla="*/ 1101471 w 4504943"/>
                <a:gd name="connsiteY1" fmla="*/ 5248212 h 5714492"/>
                <a:gd name="connsiteX2" fmla="*/ 1101471 w 4504943"/>
                <a:gd name="connsiteY2" fmla="*/ 5248212 h 5714492"/>
                <a:gd name="connsiteX3" fmla="*/ 2656205 w 4504943"/>
                <a:gd name="connsiteY3" fmla="*/ 3615309 h 5714492"/>
                <a:gd name="connsiteX4" fmla="*/ 4504944 w 4504943"/>
                <a:gd name="connsiteY4" fmla="*/ 0 h 5714492"/>
                <a:gd name="connsiteX5" fmla="*/ 4291965 w 4504943"/>
                <a:gd name="connsiteY5" fmla="*/ 0 h 5714492"/>
                <a:gd name="connsiteX6" fmla="*/ 1041527 w 4504943"/>
                <a:gd name="connsiteY6" fmla="*/ 5176838 h 5714492"/>
                <a:gd name="connsiteX7" fmla="*/ 1079056 w 4504943"/>
                <a:gd name="connsiteY7" fmla="*/ 5196396 h 5714492"/>
                <a:gd name="connsiteX8" fmla="*/ 1039305 w 4504943"/>
                <a:gd name="connsiteY8" fmla="*/ 5178616 h 5714492"/>
                <a:gd name="connsiteX9" fmla="*/ 944563 w 4504943"/>
                <a:gd name="connsiteY9" fmla="*/ 5252149 h 5714492"/>
                <a:gd name="connsiteX10" fmla="*/ 944499 w 4504943"/>
                <a:gd name="connsiteY10" fmla="*/ 5252149 h 5714492"/>
                <a:gd name="connsiteX11" fmla="*/ 361379 w 4504943"/>
                <a:gd name="connsiteY11" fmla="*/ 5611559 h 5714492"/>
                <a:gd name="connsiteX12" fmla="*/ 121412 w 4504943"/>
                <a:gd name="connsiteY12" fmla="*/ 5691759 h 5714492"/>
                <a:gd name="connsiteX13" fmla="*/ 0 w 4504943"/>
                <a:gd name="connsiteY13" fmla="*/ 5714492 h 5714492"/>
                <a:gd name="connsiteX14" fmla="*/ 470344 w 4504943"/>
                <a:gd name="connsiteY14" fmla="*/ 5622481 h 571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04943" h="5714492">
                  <a:moveTo>
                    <a:pt x="470344" y="5622481"/>
                  </a:moveTo>
                  <a:cubicBezTo>
                    <a:pt x="699960" y="5534470"/>
                    <a:pt x="905066" y="5394135"/>
                    <a:pt x="1101471" y="5248212"/>
                  </a:cubicBezTo>
                  <a:lnTo>
                    <a:pt x="1101471" y="5248212"/>
                  </a:lnTo>
                  <a:cubicBezTo>
                    <a:pt x="1705673" y="4794568"/>
                    <a:pt x="2205736" y="4217988"/>
                    <a:pt x="2656205" y="3615309"/>
                  </a:cubicBezTo>
                  <a:cubicBezTo>
                    <a:pt x="3445066" y="2533142"/>
                    <a:pt x="4246119" y="1337755"/>
                    <a:pt x="4504944" y="0"/>
                  </a:cubicBezTo>
                  <a:lnTo>
                    <a:pt x="4291965" y="0"/>
                  </a:lnTo>
                  <a:cubicBezTo>
                    <a:pt x="3806507" y="1988947"/>
                    <a:pt x="2556955" y="3816223"/>
                    <a:pt x="1041527" y="5176838"/>
                  </a:cubicBezTo>
                  <a:cubicBezTo>
                    <a:pt x="1053973" y="5183505"/>
                    <a:pt x="1066482" y="5189919"/>
                    <a:pt x="1079056" y="5196396"/>
                  </a:cubicBezTo>
                  <a:cubicBezTo>
                    <a:pt x="1065784" y="5190554"/>
                    <a:pt x="1052513" y="5184648"/>
                    <a:pt x="1039305" y="5178616"/>
                  </a:cubicBezTo>
                  <a:cubicBezTo>
                    <a:pt x="1007999" y="5203635"/>
                    <a:pt x="976503" y="5228019"/>
                    <a:pt x="944563" y="5252149"/>
                  </a:cubicBezTo>
                  <a:lnTo>
                    <a:pt x="944499" y="5252149"/>
                  </a:lnTo>
                  <a:cubicBezTo>
                    <a:pt x="761873" y="5389309"/>
                    <a:pt x="571881" y="5521071"/>
                    <a:pt x="361379" y="5611559"/>
                  </a:cubicBezTo>
                  <a:cubicBezTo>
                    <a:pt x="283528" y="5644833"/>
                    <a:pt x="203835" y="5672265"/>
                    <a:pt x="121412" y="5691759"/>
                  </a:cubicBezTo>
                  <a:cubicBezTo>
                    <a:pt x="81534" y="5701221"/>
                    <a:pt x="41021" y="5708904"/>
                    <a:pt x="0" y="5714492"/>
                  </a:cubicBezTo>
                  <a:cubicBezTo>
                    <a:pt x="160845" y="5714175"/>
                    <a:pt x="320611" y="5680329"/>
                    <a:pt x="470344" y="562248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7" name="Freeform 44">
              <a:extLst>
                <a:ext uri="{FF2B5EF4-FFF2-40B4-BE49-F238E27FC236}">
                  <a16:creationId xmlns:a16="http://schemas.microsoft.com/office/drawing/2014/main" id="{D2779225-A85D-016F-BFA7-7E61C55B4487}"/>
                </a:ext>
              </a:extLst>
            </p:cNvPr>
            <p:cNvSpPr/>
            <p:nvPr/>
          </p:nvSpPr>
          <p:spPr>
            <a:xfrm>
              <a:off x="9337865" y="3035744"/>
              <a:ext cx="2854134" cy="2421279"/>
            </a:xfrm>
            <a:custGeom>
              <a:avLst/>
              <a:gdLst>
                <a:gd name="connsiteX0" fmla="*/ 1705419 w 2854134"/>
                <a:gd name="connsiteY0" fmla="*/ 1255141 h 2421279"/>
                <a:gd name="connsiteX1" fmla="*/ 0 w 2854134"/>
                <a:gd name="connsiteY1" fmla="*/ 2401824 h 2421279"/>
                <a:gd name="connsiteX2" fmla="*/ 294640 w 2854134"/>
                <a:gd name="connsiteY2" fmla="*/ 2417001 h 2421279"/>
                <a:gd name="connsiteX3" fmla="*/ 2854134 w 2854134"/>
                <a:gd name="connsiteY3" fmla="*/ 936308 h 2421279"/>
                <a:gd name="connsiteX4" fmla="*/ 2854134 w 2854134"/>
                <a:gd name="connsiteY4" fmla="*/ 796989 h 2421279"/>
                <a:gd name="connsiteX5" fmla="*/ 117539 w 2854134"/>
                <a:gd name="connsiteY5" fmla="*/ 2388680 h 2421279"/>
                <a:gd name="connsiteX6" fmla="*/ 2854134 w 2854134"/>
                <a:gd name="connsiteY6" fmla="*/ 240474 h 2421279"/>
                <a:gd name="connsiteX7" fmla="*/ 2854134 w 2854134"/>
                <a:gd name="connsiteY7" fmla="*/ 0 h 2421279"/>
                <a:gd name="connsiteX8" fmla="*/ 1705419 w 2854134"/>
                <a:gd name="connsiteY8" fmla="*/ 1255204 h 242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4134" h="2421279">
                  <a:moveTo>
                    <a:pt x="1705419" y="1255141"/>
                  </a:moveTo>
                  <a:cubicBezTo>
                    <a:pt x="1209294" y="1713738"/>
                    <a:pt x="672402" y="2236534"/>
                    <a:pt x="0" y="2401824"/>
                  </a:cubicBezTo>
                  <a:cubicBezTo>
                    <a:pt x="99378" y="2382711"/>
                    <a:pt x="195390" y="2409508"/>
                    <a:pt x="294640" y="2417001"/>
                  </a:cubicBezTo>
                  <a:cubicBezTo>
                    <a:pt x="1341374" y="2491550"/>
                    <a:pt x="2134426" y="1575879"/>
                    <a:pt x="2854134" y="936308"/>
                  </a:cubicBezTo>
                  <a:lnTo>
                    <a:pt x="2854134" y="796989"/>
                  </a:lnTo>
                  <a:cubicBezTo>
                    <a:pt x="2093341" y="1495933"/>
                    <a:pt x="1245362" y="2494280"/>
                    <a:pt x="117539" y="2388680"/>
                  </a:cubicBezTo>
                  <a:cubicBezTo>
                    <a:pt x="1112901" y="2202180"/>
                    <a:pt x="2183066" y="975677"/>
                    <a:pt x="2854134" y="240474"/>
                  </a:cubicBezTo>
                  <a:lnTo>
                    <a:pt x="2854134" y="0"/>
                  </a:lnTo>
                  <a:cubicBezTo>
                    <a:pt x="2495232" y="439420"/>
                    <a:pt x="2114042" y="861759"/>
                    <a:pt x="1705419" y="1255204"/>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8" name="Freeform 45">
              <a:extLst>
                <a:ext uri="{FF2B5EF4-FFF2-40B4-BE49-F238E27FC236}">
                  <a16:creationId xmlns:a16="http://schemas.microsoft.com/office/drawing/2014/main" id="{CC1BE4D9-5DBC-1AB2-C3A5-0B85D3F1850E}"/>
                </a:ext>
              </a:extLst>
            </p:cNvPr>
            <p:cNvSpPr/>
            <p:nvPr/>
          </p:nvSpPr>
          <p:spPr>
            <a:xfrm>
              <a:off x="8082660" y="653351"/>
              <a:ext cx="4109339" cy="5002402"/>
            </a:xfrm>
            <a:custGeom>
              <a:avLst/>
              <a:gdLst>
                <a:gd name="connsiteX0" fmla="*/ 2748788 w 4109339"/>
                <a:gd name="connsiteY0" fmla="*/ 2461324 h 5002402"/>
                <a:gd name="connsiteX1" fmla="*/ 778383 w 4109339"/>
                <a:gd name="connsiteY1" fmla="*/ 4605909 h 5002402"/>
                <a:gd name="connsiteX2" fmla="*/ 778320 w 4109339"/>
                <a:gd name="connsiteY2" fmla="*/ 4605909 h 5002402"/>
                <a:gd name="connsiteX3" fmla="*/ 233617 w 4109339"/>
                <a:gd name="connsiteY3" fmla="*/ 4926838 h 5002402"/>
                <a:gd name="connsiteX4" fmla="*/ 0 w 4109339"/>
                <a:gd name="connsiteY4" fmla="*/ 5002403 h 5002402"/>
                <a:gd name="connsiteX5" fmla="*/ 865315 w 4109339"/>
                <a:gd name="connsiteY5" fmla="*/ 4655884 h 5002402"/>
                <a:gd name="connsiteX6" fmla="*/ 865378 w 4109339"/>
                <a:gd name="connsiteY6" fmla="*/ 4655884 h 5002402"/>
                <a:gd name="connsiteX7" fmla="*/ 4000564 w 4109339"/>
                <a:gd name="connsiteY7" fmla="*/ 791782 h 5002402"/>
                <a:gd name="connsiteX8" fmla="*/ 4109339 w 4109339"/>
                <a:gd name="connsiteY8" fmla="*/ 573596 h 5002402"/>
                <a:gd name="connsiteX9" fmla="*/ 4109339 w 4109339"/>
                <a:gd name="connsiteY9" fmla="*/ 0 h 5002402"/>
                <a:gd name="connsiteX10" fmla="*/ 2748788 w 4109339"/>
                <a:gd name="connsiteY10" fmla="*/ 2461324 h 500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9339" h="5002402">
                  <a:moveTo>
                    <a:pt x="2748788" y="2461324"/>
                  </a:moveTo>
                  <a:cubicBezTo>
                    <a:pt x="2198942" y="3233547"/>
                    <a:pt x="1560957" y="4042664"/>
                    <a:pt x="778383" y="4605909"/>
                  </a:cubicBezTo>
                  <a:lnTo>
                    <a:pt x="778320" y="4605909"/>
                  </a:lnTo>
                  <a:cubicBezTo>
                    <a:pt x="606870" y="4728337"/>
                    <a:pt x="428816" y="4846257"/>
                    <a:pt x="233617" y="4926838"/>
                  </a:cubicBezTo>
                  <a:cubicBezTo>
                    <a:pt x="157670" y="4958334"/>
                    <a:pt x="80010" y="4983798"/>
                    <a:pt x="0" y="5002403"/>
                  </a:cubicBezTo>
                  <a:cubicBezTo>
                    <a:pt x="316611" y="4980305"/>
                    <a:pt x="607949" y="4833811"/>
                    <a:pt x="865315" y="4655884"/>
                  </a:cubicBezTo>
                  <a:lnTo>
                    <a:pt x="865378" y="4655884"/>
                  </a:lnTo>
                  <a:cubicBezTo>
                    <a:pt x="2168652" y="3696335"/>
                    <a:pt x="3239961" y="2209673"/>
                    <a:pt x="4000564" y="791782"/>
                  </a:cubicBezTo>
                  <a:cubicBezTo>
                    <a:pt x="4037584" y="719582"/>
                    <a:pt x="4073906" y="646875"/>
                    <a:pt x="4109339" y="573596"/>
                  </a:cubicBezTo>
                  <a:cubicBezTo>
                    <a:pt x="4109339" y="573596"/>
                    <a:pt x="4109339" y="0"/>
                    <a:pt x="4109339" y="0"/>
                  </a:cubicBezTo>
                  <a:cubicBezTo>
                    <a:pt x="3811651" y="886333"/>
                    <a:pt x="3277299" y="1719136"/>
                    <a:pt x="2748788" y="2461324"/>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9" name="Freeform 46">
              <a:extLst>
                <a:ext uri="{FF2B5EF4-FFF2-40B4-BE49-F238E27FC236}">
                  <a16:creationId xmlns:a16="http://schemas.microsoft.com/office/drawing/2014/main" id="{DC429A01-C602-5499-4148-3BB5C2D9F797}"/>
                </a:ext>
              </a:extLst>
            </p:cNvPr>
            <p:cNvSpPr/>
            <p:nvPr/>
          </p:nvSpPr>
          <p:spPr>
            <a:xfrm>
              <a:off x="8544369" y="1701228"/>
              <a:ext cx="3647567" cy="3873817"/>
            </a:xfrm>
            <a:custGeom>
              <a:avLst/>
              <a:gdLst>
                <a:gd name="connsiteX0" fmla="*/ 1608201 w 3647567"/>
                <a:gd name="connsiteY0" fmla="*/ 2712911 h 3873817"/>
                <a:gd name="connsiteX1" fmla="*/ 501333 w 3647567"/>
                <a:gd name="connsiteY1" fmla="*/ 3647186 h 3873817"/>
                <a:gd name="connsiteX2" fmla="*/ 501206 w 3647567"/>
                <a:gd name="connsiteY2" fmla="*/ 3647186 h 3873817"/>
                <a:gd name="connsiteX3" fmla="*/ 0 w 3647567"/>
                <a:gd name="connsiteY3" fmla="*/ 3873818 h 3873817"/>
                <a:gd name="connsiteX4" fmla="*/ 224473 w 3647567"/>
                <a:gd name="connsiteY4" fmla="*/ 3832035 h 3873817"/>
                <a:gd name="connsiteX5" fmla="*/ 498031 w 3647567"/>
                <a:gd name="connsiteY5" fmla="*/ 3730371 h 3873817"/>
                <a:gd name="connsiteX6" fmla="*/ 634429 w 3647567"/>
                <a:gd name="connsiteY6" fmla="*/ 3659251 h 3873817"/>
                <a:gd name="connsiteX7" fmla="*/ 634429 w 3647567"/>
                <a:gd name="connsiteY7" fmla="*/ 3659251 h 3873817"/>
                <a:gd name="connsiteX8" fmla="*/ 3647567 w 3647567"/>
                <a:gd name="connsiteY8" fmla="*/ 404114 h 3873817"/>
                <a:gd name="connsiteX9" fmla="*/ 3647567 w 3647567"/>
                <a:gd name="connsiteY9" fmla="*/ 0 h 3873817"/>
                <a:gd name="connsiteX10" fmla="*/ 1608138 w 3647567"/>
                <a:gd name="connsiteY10" fmla="*/ 2712911 h 38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47567" h="3873817">
                  <a:moveTo>
                    <a:pt x="1608201" y="2712911"/>
                  </a:moveTo>
                  <a:cubicBezTo>
                    <a:pt x="1272223" y="3057208"/>
                    <a:pt x="911035" y="3391535"/>
                    <a:pt x="501333" y="3647186"/>
                  </a:cubicBezTo>
                  <a:lnTo>
                    <a:pt x="501206" y="3647186"/>
                  </a:lnTo>
                  <a:cubicBezTo>
                    <a:pt x="345313" y="3744849"/>
                    <a:pt x="177927" y="3826383"/>
                    <a:pt x="0" y="3873818"/>
                  </a:cubicBezTo>
                  <a:cubicBezTo>
                    <a:pt x="75819" y="3866007"/>
                    <a:pt x="150940" y="3851910"/>
                    <a:pt x="224473" y="3832035"/>
                  </a:cubicBezTo>
                  <a:cubicBezTo>
                    <a:pt x="318453" y="3806825"/>
                    <a:pt x="410020" y="3772027"/>
                    <a:pt x="498031" y="3730371"/>
                  </a:cubicBezTo>
                  <a:cubicBezTo>
                    <a:pt x="544386" y="3708527"/>
                    <a:pt x="589852" y="3684524"/>
                    <a:pt x="634429" y="3659251"/>
                  </a:cubicBezTo>
                  <a:cubicBezTo>
                    <a:pt x="634429" y="3659251"/>
                    <a:pt x="634429" y="3659251"/>
                    <a:pt x="634429" y="3659251"/>
                  </a:cubicBezTo>
                  <a:cubicBezTo>
                    <a:pt x="1893380" y="2858580"/>
                    <a:pt x="2820925" y="1624648"/>
                    <a:pt x="3647567" y="404114"/>
                  </a:cubicBezTo>
                  <a:lnTo>
                    <a:pt x="3647567" y="0"/>
                  </a:lnTo>
                  <a:cubicBezTo>
                    <a:pt x="3081465" y="982154"/>
                    <a:pt x="2395665" y="1897570"/>
                    <a:pt x="1608138" y="271291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40" name="Freeform 47">
              <a:extLst>
                <a:ext uri="{FF2B5EF4-FFF2-40B4-BE49-F238E27FC236}">
                  <a16:creationId xmlns:a16="http://schemas.microsoft.com/office/drawing/2014/main" id="{34695F37-8891-65E5-85AD-9A6B89BE711E}"/>
                </a:ext>
              </a:extLst>
            </p:cNvPr>
            <p:cNvSpPr/>
            <p:nvPr/>
          </p:nvSpPr>
          <p:spPr>
            <a:xfrm>
              <a:off x="0" y="1789112"/>
              <a:ext cx="6654292" cy="3807396"/>
            </a:xfrm>
            <a:custGeom>
              <a:avLst/>
              <a:gdLst>
                <a:gd name="connsiteX0" fmla="*/ 4282250 w 6654292"/>
                <a:gd name="connsiteY0" fmla="*/ 1880298 h 3807396"/>
                <a:gd name="connsiteX1" fmla="*/ 3099435 w 6654292"/>
                <a:gd name="connsiteY1" fmla="*/ 522795 h 3807396"/>
                <a:gd name="connsiteX2" fmla="*/ 3098991 w 6654292"/>
                <a:gd name="connsiteY2" fmla="*/ 523049 h 3807396"/>
                <a:gd name="connsiteX3" fmla="*/ 2886012 w 6654292"/>
                <a:gd name="connsiteY3" fmla="*/ 308039 h 3807396"/>
                <a:gd name="connsiteX4" fmla="*/ 2886393 w 6654292"/>
                <a:gd name="connsiteY4" fmla="*/ 307911 h 3807396"/>
                <a:gd name="connsiteX5" fmla="*/ 2545652 w 6654292"/>
                <a:gd name="connsiteY5" fmla="*/ 0 h 3807396"/>
                <a:gd name="connsiteX6" fmla="*/ 2826830 w 6654292"/>
                <a:gd name="connsiteY6" fmla="*/ 286830 h 3807396"/>
                <a:gd name="connsiteX7" fmla="*/ 2859723 w 6654292"/>
                <a:gd name="connsiteY7" fmla="*/ 320358 h 3807396"/>
                <a:gd name="connsiteX8" fmla="*/ 0 w 6654292"/>
                <a:gd name="connsiteY8" fmla="*/ 2319338 h 3807396"/>
                <a:gd name="connsiteX9" fmla="*/ 0 w 6654292"/>
                <a:gd name="connsiteY9" fmla="*/ 2483930 h 3807396"/>
                <a:gd name="connsiteX10" fmla="*/ 2926652 w 6654292"/>
                <a:gd name="connsiteY10" fmla="*/ 394970 h 3807396"/>
                <a:gd name="connsiteX11" fmla="*/ 2993962 w 6654292"/>
                <a:gd name="connsiteY11" fmla="*/ 469519 h 3807396"/>
                <a:gd name="connsiteX12" fmla="*/ 0 w 6654292"/>
                <a:gd name="connsiteY12" fmla="*/ 2643188 h 3807396"/>
                <a:gd name="connsiteX13" fmla="*/ 0 w 6654292"/>
                <a:gd name="connsiteY13" fmla="*/ 2795524 h 3807396"/>
                <a:gd name="connsiteX14" fmla="*/ 3059938 w 6654292"/>
                <a:gd name="connsiteY14" fmla="*/ 543751 h 3807396"/>
                <a:gd name="connsiteX15" fmla="*/ 6644323 w 6654292"/>
                <a:gd name="connsiteY15" fmla="*/ 3804603 h 3807396"/>
                <a:gd name="connsiteX16" fmla="*/ 6654293 w 6654292"/>
                <a:gd name="connsiteY16" fmla="*/ 3807397 h 3807396"/>
                <a:gd name="connsiteX17" fmla="*/ 4282250 w 6654292"/>
                <a:gd name="connsiteY17" fmla="*/ 1880362 h 3807396"/>
                <a:gd name="connsiteX18" fmla="*/ 4230688 w 6654292"/>
                <a:gd name="connsiteY18" fmla="*/ 1923097 h 3807396"/>
                <a:gd name="connsiteX19" fmla="*/ 3493580 w 6654292"/>
                <a:gd name="connsiteY19" fmla="*/ 1028510 h 3807396"/>
                <a:gd name="connsiteX20" fmla="*/ 5131626 w 6654292"/>
                <a:gd name="connsiteY20" fmla="*/ 2868866 h 3807396"/>
                <a:gd name="connsiteX21" fmla="*/ 4230688 w 6654292"/>
                <a:gd name="connsiteY21" fmla="*/ 1923097 h 380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654292" h="3807396">
                  <a:moveTo>
                    <a:pt x="4282250" y="1880298"/>
                  </a:moveTo>
                  <a:cubicBezTo>
                    <a:pt x="3889883" y="1428433"/>
                    <a:pt x="3514281" y="956056"/>
                    <a:pt x="3099435" y="522795"/>
                  </a:cubicBezTo>
                  <a:cubicBezTo>
                    <a:pt x="3099308" y="522859"/>
                    <a:pt x="3099118" y="522923"/>
                    <a:pt x="3098991" y="523049"/>
                  </a:cubicBezTo>
                  <a:cubicBezTo>
                    <a:pt x="3029204" y="450152"/>
                    <a:pt x="2958275" y="378396"/>
                    <a:pt x="2886012" y="308039"/>
                  </a:cubicBezTo>
                  <a:cubicBezTo>
                    <a:pt x="2886139" y="308039"/>
                    <a:pt x="2886266" y="308039"/>
                    <a:pt x="2886393" y="307911"/>
                  </a:cubicBezTo>
                  <a:cubicBezTo>
                    <a:pt x="2777300" y="201549"/>
                    <a:pt x="2663698" y="95377"/>
                    <a:pt x="2545652" y="0"/>
                  </a:cubicBezTo>
                  <a:cubicBezTo>
                    <a:pt x="2641981" y="92901"/>
                    <a:pt x="2735326" y="189167"/>
                    <a:pt x="2826830" y="286830"/>
                  </a:cubicBezTo>
                  <a:cubicBezTo>
                    <a:pt x="2837879" y="297942"/>
                    <a:pt x="2848801" y="309118"/>
                    <a:pt x="2859723" y="320358"/>
                  </a:cubicBezTo>
                  <a:cubicBezTo>
                    <a:pt x="1819656" y="828739"/>
                    <a:pt x="857187" y="1512697"/>
                    <a:pt x="0" y="2319338"/>
                  </a:cubicBezTo>
                  <a:lnTo>
                    <a:pt x="0" y="2483930"/>
                  </a:lnTo>
                  <a:cubicBezTo>
                    <a:pt x="876618" y="1647000"/>
                    <a:pt x="1864106" y="936498"/>
                    <a:pt x="2926652" y="394970"/>
                  </a:cubicBezTo>
                  <a:cubicBezTo>
                    <a:pt x="2949321" y="419671"/>
                    <a:pt x="2971673" y="444627"/>
                    <a:pt x="2993962" y="469519"/>
                  </a:cubicBezTo>
                  <a:cubicBezTo>
                    <a:pt x="1906905" y="1042924"/>
                    <a:pt x="897382" y="1776603"/>
                    <a:pt x="0" y="2643188"/>
                  </a:cubicBezTo>
                  <a:lnTo>
                    <a:pt x="0" y="2795524"/>
                  </a:lnTo>
                  <a:cubicBezTo>
                    <a:pt x="917893" y="1901381"/>
                    <a:pt x="1949260" y="1146747"/>
                    <a:pt x="3059938" y="543751"/>
                  </a:cubicBezTo>
                  <a:cubicBezTo>
                    <a:pt x="4072890" y="1675575"/>
                    <a:pt x="5127816" y="3362198"/>
                    <a:pt x="6644323" y="3804603"/>
                  </a:cubicBezTo>
                  <a:cubicBezTo>
                    <a:pt x="6647561" y="3805746"/>
                    <a:pt x="6651054" y="3806444"/>
                    <a:pt x="6654293" y="3807397"/>
                  </a:cubicBezTo>
                  <a:cubicBezTo>
                    <a:pt x="5676456" y="3454464"/>
                    <a:pt x="4947793" y="2644140"/>
                    <a:pt x="4282250" y="1880362"/>
                  </a:cubicBezTo>
                  <a:close/>
                  <a:moveTo>
                    <a:pt x="4230688" y="1923097"/>
                  </a:moveTo>
                  <a:cubicBezTo>
                    <a:pt x="3978402" y="1630997"/>
                    <a:pt x="3737356" y="1328611"/>
                    <a:pt x="3493580" y="1028510"/>
                  </a:cubicBezTo>
                  <a:cubicBezTo>
                    <a:pt x="4025265" y="1658557"/>
                    <a:pt x="4527677" y="2299589"/>
                    <a:pt x="5131626" y="2868866"/>
                  </a:cubicBezTo>
                  <a:cubicBezTo>
                    <a:pt x="4806252" y="2575687"/>
                    <a:pt x="4510024" y="2246503"/>
                    <a:pt x="4230688" y="1923097"/>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41" name="Freeform 48">
              <a:extLst>
                <a:ext uri="{FF2B5EF4-FFF2-40B4-BE49-F238E27FC236}">
                  <a16:creationId xmlns:a16="http://schemas.microsoft.com/office/drawing/2014/main" id="{B6E89844-EC78-996B-A57E-AB763E567A9E}"/>
                </a:ext>
              </a:extLst>
            </p:cNvPr>
            <p:cNvSpPr/>
            <p:nvPr/>
          </p:nvSpPr>
          <p:spPr>
            <a:xfrm>
              <a:off x="0" y="-3365"/>
              <a:ext cx="11477879" cy="5665850"/>
            </a:xfrm>
            <a:custGeom>
              <a:avLst/>
              <a:gdLst>
                <a:gd name="connsiteX0" fmla="*/ 1258253 w 11477879"/>
                <a:gd name="connsiteY0" fmla="*/ 1222375 h 5665850"/>
                <a:gd name="connsiteX1" fmla="*/ 2362708 w 11477879"/>
                <a:gd name="connsiteY1" fmla="*/ 1625981 h 5665850"/>
                <a:gd name="connsiteX2" fmla="*/ 2362772 w 11477879"/>
                <a:gd name="connsiteY2" fmla="*/ 1625981 h 5665850"/>
                <a:gd name="connsiteX3" fmla="*/ 2393633 w 11477879"/>
                <a:gd name="connsiteY3" fmla="*/ 1652588 h 5665850"/>
                <a:gd name="connsiteX4" fmla="*/ 2393696 w 11477879"/>
                <a:gd name="connsiteY4" fmla="*/ 1652588 h 5665850"/>
                <a:gd name="connsiteX5" fmla="*/ 7205536 w 11477879"/>
                <a:gd name="connsiteY5" fmla="*/ 5665851 h 5665850"/>
                <a:gd name="connsiteX6" fmla="*/ 7205536 w 11477879"/>
                <a:gd name="connsiteY6" fmla="*/ 5665851 h 5665850"/>
                <a:gd name="connsiteX7" fmla="*/ 7531989 w 11477879"/>
                <a:gd name="connsiteY7" fmla="*/ 5603050 h 5665850"/>
                <a:gd name="connsiteX8" fmla="*/ 7669594 w 11477879"/>
                <a:gd name="connsiteY8" fmla="*/ 5549583 h 5665850"/>
                <a:gd name="connsiteX9" fmla="*/ 7918704 w 11477879"/>
                <a:gd name="connsiteY9" fmla="*/ 5416550 h 5665850"/>
                <a:gd name="connsiteX10" fmla="*/ 7918768 w 11477879"/>
                <a:gd name="connsiteY10" fmla="*/ 5416550 h 5665850"/>
                <a:gd name="connsiteX11" fmla="*/ 7947279 w 11477879"/>
                <a:gd name="connsiteY11" fmla="*/ 5398643 h 5665850"/>
                <a:gd name="connsiteX12" fmla="*/ 7947343 w 11477879"/>
                <a:gd name="connsiteY12" fmla="*/ 5398643 h 5665850"/>
                <a:gd name="connsiteX13" fmla="*/ 8133652 w 11477879"/>
                <a:gd name="connsiteY13" fmla="*/ 5270754 h 5665850"/>
                <a:gd name="connsiteX14" fmla="*/ 8133715 w 11477879"/>
                <a:gd name="connsiteY14" fmla="*/ 5270754 h 5665850"/>
                <a:gd name="connsiteX15" fmla="*/ 11477879 w 11477879"/>
                <a:gd name="connsiteY15" fmla="*/ 0 h 5665850"/>
                <a:gd name="connsiteX16" fmla="*/ 11416284 w 11477879"/>
                <a:gd name="connsiteY16" fmla="*/ 0 h 5665850"/>
                <a:gd name="connsiteX17" fmla="*/ 8363776 w 11477879"/>
                <a:gd name="connsiteY17" fmla="*/ 5005261 h 5665850"/>
                <a:gd name="connsiteX18" fmla="*/ 6076061 w 11477879"/>
                <a:gd name="connsiteY18" fmla="*/ 2995803 h 5665850"/>
                <a:gd name="connsiteX19" fmla="*/ 4507357 w 11477879"/>
                <a:gd name="connsiteY19" fmla="*/ 1871917 h 5665850"/>
                <a:gd name="connsiteX20" fmla="*/ 4238752 w 11477879"/>
                <a:gd name="connsiteY20" fmla="*/ 1823530 h 5665850"/>
                <a:gd name="connsiteX21" fmla="*/ 3898011 w 11477879"/>
                <a:gd name="connsiteY21" fmla="*/ 1779397 h 5665850"/>
                <a:gd name="connsiteX22" fmla="*/ 4114927 w 11477879"/>
                <a:gd name="connsiteY22" fmla="*/ 1825625 h 5665850"/>
                <a:gd name="connsiteX23" fmla="*/ 5621274 w 11477879"/>
                <a:gd name="connsiteY23" fmla="*/ 2893886 h 5665850"/>
                <a:gd name="connsiteX24" fmla="*/ 8237601 w 11477879"/>
                <a:gd name="connsiteY24" fmla="*/ 5107432 h 5665850"/>
                <a:gd name="connsiteX25" fmla="*/ 8156639 w 11477879"/>
                <a:gd name="connsiteY25" fmla="*/ 5169599 h 5665850"/>
                <a:gd name="connsiteX26" fmla="*/ 4892294 w 11477879"/>
                <a:gd name="connsiteY26" fmla="*/ 2377250 h 5665850"/>
                <a:gd name="connsiteX27" fmla="*/ 3451416 w 11477879"/>
                <a:gd name="connsiteY27" fmla="*/ 1747774 h 5665850"/>
                <a:gd name="connsiteX28" fmla="*/ 8060754 w 11477879"/>
                <a:gd name="connsiteY28" fmla="*/ 5239893 h 5665850"/>
                <a:gd name="connsiteX29" fmla="*/ 7954074 w 11477879"/>
                <a:gd name="connsiteY29" fmla="*/ 5313109 h 5665850"/>
                <a:gd name="connsiteX30" fmla="*/ 4535107 w 11477879"/>
                <a:gd name="connsiteY30" fmla="*/ 2417191 h 5665850"/>
                <a:gd name="connsiteX31" fmla="*/ 3636137 w 11477879"/>
                <a:gd name="connsiteY31" fmla="*/ 1841183 h 5665850"/>
                <a:gd name="connsiteX32" fmla="*/ 3440747 w 11477879"/>
                <a:gd name="connsiteY32" fmla="*/ 1774825 h 5665850"/>
                <a:gd name="connsiteX33" fmla="*/ 3339846 w 11477879"/>
                <a:gd name="connsiteY33" fmla="*/ 1751076 h 5665850"/>
                <a:gd name="connsiteX34" fmla="*/ 3035173 w 11477879"/>
                <a:gd name="connsiteY34" fmla="*/ 1719072 h 5665850"/>
                <a:gd name="connsiteX35" fmla="*/ 3696462 w 11477879"/>
                <a:gd name="connsiteY35" fmla="*/ 1964373 h 5665850"/>
                <a:gd name="connsiteX36" fmla="*/ 7835582 w 11477879"/>
                <a:gd name="connsiteY36" fmla="*/ 5387086 h 5665850"/>
                <a:gd name="connsiteX37" fmla="*/ 7685278 w 11477879"/>
                <a:gd name="connsiteY37" fmla="*/ 5449316 h 5665850"/>
                <a:gd name="connsiteX38" fmla="*/ 7355142 w 11477879"/>
                <a:gd name="connsiteY38" fmla="*/ 5313045 h 5665850"/>
                <a:gd name="connsiteX39" fmla="*/ 3906965 w 11477879"/>
                <a:gd name="connsiteY39" fmla="*/ 2246440 h 5665850"/>
                <a:gd name="connsiteX40" fmla="*/ 3906901 w 11477879"/>
                <a:gd name="connsiteY40" fmla="*/ 2246440 h 5665850"/>
                <a:gd name="connsiteX41" fmla="*/ 3655822 w 11477879"/>
                <a:gd name="connsiteY41" fmla="*/ 2061782 h 5665850"/>
                <a:gd name="connsiteX42" fmla="*/ 3655822 w 11477879"/>
                <a:gd name="connsiteY42" fmla="*/ 2061718 h 5665850"/>
                <a:gd name="connsiteX43" fmla="*/ 3216275 w 11477879"/>
                <a:gd name="connsiteY43" fmla="*/ 1812544 h 5665850"/>
                <a:gd name="connsiteX44" fmla="*/ 2675065 w 11477879"/>
                <a:gd name="connsiteY44" fmla="*/ 1682814 h 5665850"/>
                <a:gd name="connsiteX45" fmla="*/ 7567295 w 11477879"/>
                <a:gd name="connsiteY45" fmla="*/ 5519992 h 5665850"/>
                <a:gd name="connsiteX46" fmla="*/ 7412419 w 11477879"/>
                <a:gd name="connsiteY46" fmla="*/ 5571109 h 5665850"/>
                <a:gd name="connsiteX47" fmla="*/ 3341751 w 11477879"/>
                <a:gd name="connsiteY47" fmla="*/ 2096643 h 5665850"/>
                <a:gd name="connsiteX48" fmla="*/ 3341688 w 11477879"/>
                <a:gd name="connsiteY48" fmla="*/ 2096643 h 5665850"/>
                <a:gd name="connsiteX49" fmla="*/ 2757996 w 11477879"/>
                <a:gd name="connsiteY49" fmla="*/ 1737042 h 5665850"/>
                <a:gd name="connsiteX50" fmla="*/ 2597023 w 11477879"/>
                <a:gd name="connsiteY50" fmla="*/ 1680147 h 5665850"/>
                <a:gd name="connsiteX51" fmla="*/ 2453132 w 11477879"/>
                <a:gd name="connsiteY51" fmla="*/ 1645222 h 5665850"/>
                <a:gd name="connsiteX52" fmla="*/ 0 w 11477879"/>
                <a:gd name="connsiteY52" fmla="*/ 1545590 h 5665850"/>
                <a:gd name="connsiteX53" fmla="*/ 0 w 11477879"/>
                <a:gd name="connsiteY53" fmla="*/ 1689989 h 5665850"/>
                <a:gd name="connsiteX54" fmla="*/ 1258253 w 11477879"/>
                <a:gd name="connsiteY54" fmla="*/ 1222375 h 5665850"/>
                <a:gd name="connsiteX55" fmla="*/ 7865047 w 11477879"/>
                <a:gd name="connsiteY55" fmla="*/ 4789551 h 5665850"/>
                <a:gd name="connsiteX56" fmla="*/ 4486212 w 11477879"/>
                <a:gd name="connsiteY56" fmla="*/ 1904301 h 5665850"/>
                <a:gd name="connsiteX57" fmla="*/ 5791010 w 11477879"/>
                <a:gd name="connsiteY57" fmla="*/ 2795270 h 5665850"/>
                <a:gd name="connsiteX58" fmla="*/ 8328597 w 11477879"/>
                <a:gd name="connsiteY58" fmla="*/ 5034471 h 5665850"/>
                <a:gd name="connsiteX59" fmla="*/ 8302181 w 11477879"/>
                <a:gd name="connsiteY59" fmla="*/ 5055934 h 5665850"/>
                <a:gd name="connsiteX60" fmla="*/ 7865047 w 11477879"/>
                <a:gd name="connsiteY60" fmla="*/ 4789551 h 5665850"/>
                <a:gd name="connsiteX61" fmla="*/ 2528634 w 11477879"/>
                <a:gd name="connsiteY61" fmla="*/ 1680718 h 5665850"/>
                <a:gd name="connsiteX62" fmla="*/ 3003423 w 11477879"/>
                <a:gd name="connsiteY62" fmla="*/ 1952816 h 5665850"/>
                <a:gd name="connsiteX63" fmla="*/ 3003423 w 11477879"/>
                <a:gd name="connsiteY63" fmla="*/ 1952816 h 5665850"/>
                <a:gd name="connsiteX64" fmla="*/ 7228777 w 11477879"/>
                <a:gd name="connsiteY64" fmla="*/ 5604510 h 5665850"/>
                <a:gd name="connsiteX65" fmla="*/ 6990652 w 11477879"/>
                <a:gd name="connsiteY65" fmla="*/ 5607241 h 5665850"/>
                <a:gd name="connsiteX66" fmla="*/ 6990525 w 11477879"/>
                <a:gd name="connsiteY66" fmla="*/ 5607241 h 5665850"/>
                <a:gd name="connsiteX67" fmla="*/ 3227197 w 11477879"/>
                <a:gd name="connsiteY67" fmla="*/ 2249869 h 5665850"/>
                <a:gd name="connsiteX68" fmla="*/ 3227134 w 11477879"/>
                <a:gd name="connsiteY68" fmla="*/ 2249869 h 5665850"/>
                <a:gd name="connsiteX69" fmla="*/ 2691384 w 11477879"/>
                <a:gd name="connsiteY69" fmla="*/ 1810448 h 5665850"/>
                <a:gd name="connsiteX70" fmla="*/ 2691321 w 11477879"/>
                <a:gd name="connsiteY70" fmla="*/ 1810448 h 5665850"/>
                <a:gd name="connsiteX71" fmla="*/ 2465896 w 11477879"/>
                <a:gd name="connsiteY71" fmla="*/ 1657604 h 5665850"/>
                <a:gd name="connsiteX72" fmla="*/ 2528570 w 11477879"/>
                <a:gd name="connsiteY72" fmla="*/ 1680718 h 566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1477879" h="5665850">
                  <a:moveTo>
                    <a:pt x="1258253" y="1222375"/>
                  </a:moveTo>
                  <a:cubicBezTo>
                    <a:pt x="1668717" y="1161479"/>
                    <a:pt x="2061210" y="1362202"/>
                    <a:pt x="2362708" y="1625981"/>
                  </a:cubicBezTo>
                  <a:lnTo>
                    <a:pt x="2362772" y="1625981"/>
                  </a:lnTo>
                  <a:cubicBezTo>
                    <a:pt x="2373122" y="1634871"/>
                    <a:pt x="2383346" y="1643570"/>
                    <a:pt x="2393633" y="1652588"/>
                  </a:cubicBezTo>
                  <a:lnTo>
                    <a:pt x="2393696" y="1652588"/>
                  </a:lnTo>
                  <a:cubicBezTo>
                    <a:pt x="3983609" y="2678938"/>
                    <a:pt x="5219065" y="5461826"/>
                    <a:pt x="7205536" y="5665851"/>
                  </a:cubicBezTo>
                  <a:lnTo>
                    <a:pt x="7205536" y="5665851"/>
                  </a:lnTo>
                  <a:cubicBezTo>
                    <a:pt x="7316597" y="5660263"/>
                    <a:pt x="7426643" y="5638546"/>
                    <a:pt x="7531989" y="5603050"/>
                  </a:cubicBezTo>
                  <a:cubicBezTo>
                    <a:pt x="7578662" y="5587619"/>
                    <a:pt x="7624572" y="5569395"/>
                    <a:pt x="7669594" y="5549583"/>
                  </a:cubicBezTo>
                  <a:cubicBezTo>
                    <a:pt x="7755700" y="5511292"/>
                    <a:pt x="7838694" y="5466207"/>
                    <a:pt x="7918704" y="5416550"/>
                  </a:cubicBezTo>
                  <a:lnTo>
                    <a:pt x="7918768" y="5416550"/>
                  </a:lnTo>
                  <a:cubicBezTo>
                    <a:pt x="7928357" y="5410645"/>
                    <a:pt x="7937818" y="5404739"/>
                    <a:pt x="7947279" y="5398643"/>
                  </a:cubicBezTo>
                  <a:lnTo>
                    <a:pt x="7947343" y="5398643"/>
                  </a:lnTo>
                  <a:cubicBezTo>
                    <a:pt x="8010969" y="5358194"/>
                    <a:pt x="8072882" y="5315331"/>
                    <a:pt x="8133652" y="5270754"/>
                  </a:cubicBezTo>
                  <a:lnTo>
                    <a:pt x="8133715" y="5270754"/>
                  </a:lnTo>
                  <a:cubicBezTo>
                    <a:pt x="9559036" y="4230053"/>
                    <a:pt x="11074908" y="1716659"/>
                    <a:pt x="11477879" y="0"/>
                  </a:cubicBezTo>
                  <a:lnTo>
                    <a:pt x="11416284" y="0"/>
                  </a:lnTo>
                  <a:cubicBezTo>
                    <a:pt x="10861421" y="1880235"/>
                    <a:pt x="9820593" y="3679571"/>
                    <a:pt x="8363776" y="5005261"/>
                  </a:cubicBezTo>
                  <a:cubicBezTo>
                    <a:pt x="7494651" y="4465320"/>
                    <a:pt x="6796278" y="3711702"/>
                    <a:pt x="6076061" y="2995803"/>
                  </a:cubicBezTo>
                  <a:cubicBezTo>
                    <a:pt x="5639435" y="2586165"/>
                    <a:pt x="5115624" y="1985455"/>
                    <a:pt x="4507357" y="1871917"/>
                  </a:cubicBezTo>
                  <a:cubicBezTo>
                    <a:pt x="4416044" y="1860106"/>
                    <a:pt x="4326700" y="1853438"/>
                    <a:pt x="4238752" y="1823530"/>
                  </a:cubicBezTo>
                  <a:cubicBezTo>
                    <a:pt x="4127754" y="1796415"/>
                    <a:pt x="4012184" y="1782128"/>
                    <a:pt x="3898011" y="1779397"/>
                  </a:cubicBezTo>
                  <a:cubicBezTo>
                    <a:pt x="3971100" y="1789875"/>
                    <a:pt x="4043997" y="1805686"/>
                    <a:pt x="4114927" y="1825625"/>
                  </a:cubicBezTo>
                  <a:cubicBezTo>
                    <a:pt x="4715955" y="1995297"/>
                    <a:pt x="5188077" y="2469325"/>
                    <a:pt x="5621274" y="2893886"/>
                  </a:cubicBezTo>
                  <a:cubicBezTo>
                    <a:pt x="6436106" y="3690684"/>
                    <a:pt x="7208838" y="4579684"/>
                    <a:pt x="8237601" y="5107432"/>
                  </a:cubicBezTo>
                  <a:cubicBezTo>
                    <a:pt x="8210804" y="5128514"/>
                    <a:pt x="8183817" y="5149215"/>
                    <a:pt x="8156639" y="5169599"/>
                  </a:cubicBezTo>
                  <a:cubicBezTo>
                    <a:pt x="6843586" y="4536631"/>
                    <a:pt x="5968619" y="3315970"/>
                    <a:pt x="4892294" y="2377250"/>
                  </a:cubicBezTo>
                  <a:cubicBezTo>
                    <a:pt x="4489323" y="2033778"/>
                    <a:pt x="3995484" y="1744409"/>
                    <a:pt x="3451416" y="1747774"/>
                  </a:cubicBezTo>
                  <a:cubicBezTo>
                    <a:pt x="5047742" y="2006917"/>
                    <a:pt x="6282754" y="4528312"/>
                    <a:pt x="8060754" y="5239893"/>
                  </a:cubicBezTo>
                  <a:cubicBezTo>
                    <a:pt x="8025893" y="5264722"/>
                    <a:pt x="7990332" y="5289233"/>
                    <a:pt x="7954074" y="5313109"/>
                  </a:cubicBezTo>
                  <a:cubicBezTo>
                    <a:pt x="6543421" y="4721416"/>
                    <a:pt x="5647436" y="3404425"/>
                    <a:pt x="4535107" y="2417191"/>
                  </a:cubicBezTo>
                  <a:cubicBezTo>
                    <a:pt x="4265232" y="2183638"/>
                    <a:pt x="3968369" y="1975548"/>
                    <a:pt x="3636137" y="1841183"/>
                  </a:cubicBezTo>
                  <a:cubicBezTo>
                    <a:pt x="3572256" y="1815148"/>
                    <a:pt x="3507169" y="1792859"/>
                    <a:pt x="3440747" y="1774825"/>
                  </a:cubicBezTo>
                  <a:cubicBezTo>
                    <a:pt x="3407347" y="1765935"/>
                    <a:pt x="3373691" y="1757870"/>
                    <a:pt x="3339846" y="1751076"/>
                  </a:cubicBezTo>
                  <a:cubicBezTo>
                    <a:pt x="3239643" y="1730820"/>
                    <a:pt x="3137408" y="1720215"/>
                    <a:pt x="3035173" y="1719072"/>
                  </a:cubicBezTo>
                  <a:cubicBezTo>
                    <a:pt x="3270059" y="1751838"/>
                    <a:pt x="3491802" y="1846644"/>
                    <a:pt x="3696462" y="1964373"/>
                  </a:cubicBezTo>
                  <a:cubicBezTo>
                    <a:pt x="5217605" y="2919794"/>
                    <a:pt x="6101207" y="4732020"/>
                    <a:pt x="7835582" y="5387086"/>
                  </a:cubicBezTo>
                  <a:cubicBezTo>
                    <a:pt x="7792656" y="5404295"/>
                    <a:pt x="7728649" y="5467922"/>
                    <a:pt x="7685278" y="5449316"/>
                  </a:cubicBezTo>
                  <a:cubicBezTo>
                    <a:pt x="7572693" y="5410391"/>
                    <a:pt x="7462584" y="5364480"/>
                    <a:pt x="7355142" y="5313045"/>
                  </a:cubicBezTo>
                  <a:cubicBezTo>
                    <a:pt x="5944235" y="4622165"/>
                    <a:pt x="5090224" y="3224657"/>
                    <a:pt x="3906965" y="2246440"/>
                  </a:cubicBezTo>
                  <a:cubicBezTo>
                    <a:pt x="3906965" y="2246440"/>
                    <a:pt x="3906965" y="2246440"/>
                    <a:pt x="3906901" y="2246440"/>
                  </a:cubicBezTo>
                  <a:cubicBezTo>
                    <a:pt x="3825558" y="2181797"/>
                    <a:pt x="3741865" y="2120011"/>
                    <a:pt x="3655822" y="2061782"/>
                  </a:cubicBezTo>
                  <a:cubicBezTo>
                    <a:pt x="3655822" y="2061655"/>
                    <a:pt x="3655822" y="2061782"/>
                    <a:pt x="3655822" y="2061718"/>
                  </a:cubicBezTo>
                  <a:cubicBezTo>
                    <a:pt x="3515932" y="1967992"/>
                    <a:pt x="3370834" y="1879981"/>
                    <a:pt x="3216275" y="1812544"/>
                  </a:cubicBezTo>
                  <a:cubicBezTo>
                    <a:pt x="3045206" y="1738440"/>
                    <a:pt x="2861310" y="1693609"/>
                    <a:pt x="2675065" y="1682814"/>
                  </a:cubicBezTo>
                  <a:cubicBezTo>
                    <a:pt x="4357053" y="2117154"/>
                    <a:pt x="5558155" y="4910582"/>
                    <a:pt x="7567295" y="5519992"/>
                  </a:cubicBezTo>
                  <a:cubicBezTo>
                    <a:pt x="7516495" y="5539994"/>
                    <a:pt x="7464869" y="5557266"/>
                    <a:pt x="7412419" y="5571109"/>
                  </a:cubicBezTo>
                  <a:cubicBezTo>
                    <a:pt x="5643944" y="4994847"/>
                    <a:pt x="4735322" y="3198305"/>
                    <a:pt x="3341751" y="2096643"/>
                  </a:cubicBezTo>
                  <a:lnTo>
                    <a:pt x="3341688" y="2096643"/>
                  </a:lnTo>
                  <a:cubicBezTo>
                    <a:pt x="3160268" y="1957451"/>
                    <a:pt x="2970721" y="1823847"/>
                    <a:pt x="2757996" y="1737042"/>
                  </a:cubicBezTo>
                  <a:cubicBezTo>
                    <a:pt x="2705418" y="1715326"/>
                    <a:pt x="2651570" y="1696212"/>
                    <a:pt x="2597023" y="1680147"/>
                  </a:cubicBezTo>
                  <a:cubicBezTo>
                    <a:pt x="2549589" y="1666176"/>
                    <a:pt x="2501646" y="1654620"/>
                    <a:pt x="2453132" y="1645222"/>
                  </a:cubicBezTo>
                  <a:cubicBezTo>
                    <a:pt x="1756283" y="850075"/>
                    <a:pt x="818960" y="1066419"/>
                    <a:pt x="0" y="1545590"/>
                  </a:cubicBezTo>
                  <a:lnTo>
                    <a:pt x="0" y="1689989"/>
                  </a:lnTo>
                  <a:cubicBezTo>
                    <a:pt x="389509" y="1464945"/>
                    <a:pt x="814641" y="1283462"/>
                    <a:pt x="1258253" y="1222375"/>
                  </a:cubicBezTo>
                  <a:close/>
                  <a:moveTo>
                    <a:pt x="7865047" y="4789551"/>
                  </a:moveTo>
                  <a:cubicBezTo>
                    <a:pt x="6608636" y="3988499"/>
                    <a:pt x="5814314" y="2590927"/>
                    <a:pt x="4486212" y="1904301"/>
                  </a:cubicBezTo>
                  <a:cubicBezTo>
                    <a:pt x="5015421" y="1983042"/>
                    <a:pt x="5414772" y="2459482"/>
                    <a:pt x="5791010" y="2795270"/>
                  </a:cubicBezTo>
                  <a:cubicBezTo>
                    <a:pt x="6596634" y="3587877"/>
                    <a:pt x="7368668" y="4421696"/>
                    <a:pt x="8328597" y="5034471"/>
                  </a:cubicBezTo>
                  <a:cubicBezTo>
                    <a:pt x="8319834" y="5041646"/>
                    <a:pt x="8311007" y="5048822"/>
                    <a:pt x="8302181" y="5055934"/>
                  </a:cubicBezTo>
                  <a:cubicBezTo>
                    <a:pt x="8151431" y="4975479"/>
                    <a:pt x="8005572" y="4885500"/>
                    <a:pt x="7865047" y="4789551"/>
                  </a:cubicBezTo>
                  <a:close/>
                  <a:moveTo>
                    <a:pt x="2528634" y="1680718"/>
                  </a:moveTo>
                  <a:cubicBezTo>
                    <a:pt x="2698941" y="1747520"/>
                    <a:pt x="2856992" y="1843024"/>
                    <a:pt x="3003423" y="1952816"/>
                  </a:cubicBezTo>
                  <a:lnTo>
                    <a:pt x="3003423" y="1952816"/>
                  </a:lnTo>
                  <a:cubicBezTo>
                    <a:pt x="4486910" y="3071305"/>
                    <a:pt x="5381054" y="4998085"/>
                    <a:pt x="7228777" y="5604510"/>
                  </a:cubicBezTo>
                  <a:cubicBezTo>
                    <a:pt x="7150418" y="5612448"/>
                    <a:pt x="7070725" y="5612892"/>
                    <a:pt x="6990652" y="5607241"/>
                  </a:cubicBezTo>
                  <a:cubicBezTo>
                    <a:pt x="6990652" y="5607241"/>
                    <a:pt x="6990588" y="5607177"/>
                    <a:pt x="6990525" y="5607241"/>
                  </a:cubicBezTo>
                  <a:cubicBezTo>
                    <a:pt x="5347272" y="5021771"/>
                    <a:pt x="4451541" y="3384804"/>
                    <a:pt x="3227197" y="2249869"/>
                  </a:cubicBezTo>
                  <a:lnTo>
                    <a:pt x="3227134" y="2249869"/>
                  </a:lnTo>
                  <a:cubicBezTo>
                    <a:pt x="3057271" y="2093468"/>
                    <a:pt x="2883218" y="1939671"/>
                    <a:pt x="2691384" y="1810448"/>
                  </a:cubicBezTo>
                  <a:lnTo>
                    <a:pt x="2691321" y="1810448"/>
                  </a:lnTo>
                  <a:cubicBezTo>
                    <a:pt x="2618105" y="1755775"/>
                    <a:pt x="2527364" y="1726311"/>
                    <a:pt x="2465896" y="1657604"/>
                  </a:cubicBezTo>
                  <a:cubicBezTo>
                    <a:pt x="2486851" y="1664843"/>
                    <a:pt x="2507742" y="1672526"/>
                    <a:pt x="2528570" y="1680718"/>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grpSp>
      <p:pic>
        <p:nvPicPr>
          <p:cNvPr id="42" name="Picture 41" descr="A logo with a black background&#10;&#10;AI-generated content may be incorrect.">
            <a:extLst>
              <a:ext uri="{FF2B5EF4-FFF2-40B4-BE49-F238E27FC236}">
                <a16:creationId xmlns:a16="http://schemas.microsoft.com/office/drawing/2014/main" id="{CBA8DC39-EDDA-424E-063E-505EC10762A4}"/>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9905666" y="6057900"/>
            <a:ext cx="1731599" cy="692150"/>
          </a:xfrm>
          <a:prstGeom prst="rect">
            <a:avLst/>
          </a:prstGeom>
        </p:spPr>
      </p:pic>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7597246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userDrawn="1">
            <p:ph type="body" sz="quarter" idx="13" hasCustomPrompt="1"/>
            <p:custDataLst>
              <p:tags r:id="rId3"/>
            </p:custDataLst>
          </p:nvPr>
        </p:nvSpPr>
        <p:spPr>
          <a:xfrm>
            <a:off x="550801" y="5503385"/>
            <a:ext cx="667296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userDrawn="1">
            <p:ph type="subTitle" idx="1"/>
            <p:custDataLst>
              <p:tags r:id="rId4"/>
            </p:custDataLst>
          </p:nvPr>
        </p:nvSpPr>
        <p:spPr>
          <a:xfrm>
            <a:off x="551940" y="3050815"/>
            <a:ext cx="11082528"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sz="2000" dirty="0"/>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userDrawn="1">
            <p:ph type="title"/>
            <p:custDataLst>
              <p:tags r:id="rId5"/>
            </p:custDataLst>
          </p:nvPr>
        </p:nvSpPr>
        <p:spPr>
          <a:xfrm>
            <a:off x="551940" y="2292919"/>
            <a:ext cx="11082528"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defRPr lang="en-US" sz="4400" b="0" dirty="0">
                <a:solidFill>
                  <a:schemeClr val="accent1"/>
                </a:solidFill>
              </a:defRPr>
            </a:lvl1pPr>
          </a:lstStyle>
          <a:p>
            <a:pPr lvl="0"/>
            <a:r>
              <a:rPr lang="en-US"/>
              <a:t>Click to edit Master title style</a:t>
            </a:r>
          </a:p>
        </p:txBody>
      </p:sp>
      <p:sp>
        <p:nvSpPr>
          <p:cNvPr id="46" name="TextBox 45">
            <a:extLst>
              <a:ext uri="{FF2B5EF4-FFF2-40B4-BE49-F238E27FC236}">
                <a16:creationId xmlns:a16="http://schemas.microsoft.com/office/drawing/2014/main" id="{B7D7C2F3-3964-4751-20D4-F25A67360F3D}"/>
              </a:ext>
            </a:extLst>
          </p:cNvPr>
          <p:cNvSpPr txBox="1"/>
          <p:nvPr userDrawn="1"/>
        </p:nvSpPr>
        <p:spPr>
          <a:xfrm>
            <a:off x="551941" y="6454688"/>
            <a:ext cx="3380184" cy="210295"/>
          </a:xfrm>
          <a:custGeom>
            <a:avLst/>
            <a:gdLst/>
            <a:ahLst/>
            <a:cxnLst/>
            <a:rect l="l" t="t" r="r" b="b"/>
            <a:pathLst>
              <a:path w="3380184" h="210295">
                <a:moveTo>
                  <a:pt x="2724671" y="162744"/>
                </a:moveTo>
                <a:cubicBezTo>
                  <a:pt x="2717825" y="162744"/>
                  <a:pt x="2712225" y="164195"/>
                  <a:pt x="2707872" y="167097"/>
                </a:cubicBezTo>
                <a:cubicBezTo>
                  <a:pt x="2703519" y="169999"/>
                  <a:pt x="2701342" y="173720"/>
                  <a:pt x="2701342" y="178259"/>
                </a:cubicBezTo>
                <a:cubicBezTo>
                  <a:pt x="2701342" y="188826"/>
                  <a:pt x="2710867" y="194109"/>
                  <a:pt x="2729917" y="194109"/>
                </a:cubicBezTo>
                <a:cubicBezTo>
                  <a:pt x="2738921" y="194109"/>
                  <a:pt x="2745897" y="192789"/>
                  <a:pt x="2750846" y="190147"/>
                </a:cubicBezTo>
                <a:cubicBezTo>
                  <a:pt x="2755795" y="187505"/>
                  <a:pt x="2758269" y="183766"/>
                  <a:pt x="2758269" y="178929"/>
                </a:cubicBezTo>
                <a:cubicBezTo>
                  <a:pt x="2758269" y="174166"/>
                  <a:pt x="2755143" y="170278"/>
                  <a:pt x="2748893" y="167265"/>
                </a:cubicBezTo>
                <a:cubicBezTo>
                  <a:pt x="2742642" y="164251"/>
                  <a:pt x="2734568" y="162744"/>
                  <a:pt x="2724671" y="162744"/>
                </a:cubicBezTo>
                <a:close/>
                <a:moveTo>
                  <a:pt x="1495946" y="162744"/>
                </a:moveTo>
                <a:cubicBezTo>
                  <a:pt x="1489100" y="162744"/>
                  <a:pt x="1483500" y="164195"/>
                  <a:pt x="1479147" y="167097"/>
                </a:cubicBezTo>
                <a:cubicBezTo>
                  <a:pt x="1474794" y="169999"/>
                  <a:pt x="1472617" y="173720"/>
                  <a:pt x="1472617" y="178259"/>
                </a:cubicBezTo>
                <a:cubicBezTo>
                  <a:pt x="1472617" y="188826"/>
                  <a:pt x="1482142" y="194109"/>
                  <a:pt x="1501192" y="194109"/>
                </a:cubicBezTo>
                <a:cubicBezTo>
                  <a:pt x="1510196" y="194109"/>
                  <a:pt x="1517172" y="192789"/>
                  <a:pt x="1522121" y="190147"/>
                </a:cubicBezTo>
                <a:cubicBezTo>
                  <a:pt x="1527070" y="187505"/>
                  <a:pt x="1529544" y="183766"/>
                  <a:pt x="1529544" y="178929"/>
                </a:cubicBezTo>
                <a:cubicBezTo>
                  <a:pt x="1529544" y="174166"/>
                  <a:pt x="1526419" y="170278"/>
                  <a:pt x="1520168" y="167265"/>
                </a:cubicBezTo>
                <a:cubicBezTo>
                  <a:pt x="1513917" y="164251"/>
                  <a:pt x="1505843" y="162744"/>
                  <a:pt x="1495946" y="162744"/>
                </a:cubicBezTo>
                <a:close/>
                <a:moveTo>
                  <a:pt x="3045879" y="107157"/>
                </a:moveTo>
                <a:lnTo>
                  <a:pt x="3032261" y="112403"/>
                </a:lnTo>
                <a:cubicBezTo>
                  <a:pt x="3025341" y="115156"/>
                  <a:pt x="3020448" y="117928"/>
                  <a:pt x="3017583" y="120719"/>
                </a:cubicBezTo>
                <a:cubicBezTo>
                  <a:pt x="3014718" y="123509"/>
                  <a:pt x="3013286" y="126988"/>
                  <a:pt x="3013286" y="131155"/>
                </a:cubicBezTo>
                <a:cubicBezTo>
                  <a:pt x="3013286" y="135397"/>
                  <a:pt x="3014644" y="138857"/>
                  <a:pt x="3017360" y="141536"/>
                </a:cubicBezTo>
                <a:cubicBezTo>
                  <a:pt x="3020076" y="144215"/>
                  <a:pt x="3023592" y="145554"/>
                  <a:pt x="3027908" y="145554"/>
                </a:cubicBezTo>
                <a:cubicBezTo>
                  <a:pt x="3034382" y="145554"/>
                  <a:pt x="3040372" y="142913"/>
                  <a:pt x="3045879" y="137629"/>
                </a:cubicBezTo>
                <a:close/>
                <a:moveTo>
                  <a:pt x="1672121" y="96441"/>
                </a:moveTo>
                <a:lnTo>
                  <a:pt x="1727708" y="96441"/>
                </a:lnTo>
                <a:lnTo>
                  <a:pt x="1727708" y="118207"/>
                </a:lnTo>
                <a:lnTo>
                  <a:pt x="1672121" y="118207"/>
                </a:lnTo>
                <a:close/>
                <a:moveTo>
                  <a:pt x="2858839" y="74228"/>
                </a:moveTo>
                <a:lnTo>
                  <a:pt x="2858839" y="137406"/>
                </a:lnTo>
                <a:cubicBezTo>
                  <a:pt x="2865076" y="140606"/>
                  <a:pt x="2871611" y="142206"/>
                  <a:pt x="2878443" y="142206"/>
                </a:cubicBezTo>
                <a:cubicBezTo>
                  <a:pt x="2887947" y="142206"/>
                  <a:pt x="2895725" y="138894"/>
                  <a:pt x="2901777" y="132271"/>
                </a:cubicBezTo>
                <a:cubicBezTo>
                  <a:pt x="2907829" y="125649"/>
                  <a:pt x="2910855" y="117128"/>
                  <a:pt x="2910855" y="106710"/>
                </a:cubicBezTo>
                <a:cubicBezTo>
                  <a:pt x="2910855" y="100013"/>
                  <a:pt x="2909426" y="94097"/>
                  <a:pt x="2906567" y="88962"/>
                </a:cubicBezTo>
                <a:cubicBezTo>
                  <a:pt x="2903708" y="83828"/>
                  <a:pt x="2899810" y="80089"/>
                  <a:pt x="2894872" y="77744"/>
                </a:cubicBezTo>
                <a:cubicBezTo>
                  <a:pt x="2889934" y="75400"/>
                  <a:pt x="2882712" y="74228"/>
                  <a:pt x="2873207" y="74228"/>
                </a:cubicBezTo>
                <a:close/>
                <a:moveTo>
                  <a:pt x="1772989" y="74228"/>
                </a:moveTo>
                <a:lnTo>
                  <a:pt x="1772989" y="137406"/>
                </a:lnTo>
                <a:cubicBezTo>
                  <a:pt x="1779226" y="140606"/>
                  <a:pt x="1785761" y="142206"/>
                  <a:pt x="1792593" y="142206"/>
                </a:cubicBezTo>
                <a:cubicBezTo>
                  <a:pt x="1802097" y="142206"/>
                  <a:pt x="1809875" y="138894"/>
                  <a:pt x="1815927" y="132271"/>
                </a:cubicBezTo>
                <a:cubicBezTo>
                  <a:pt x="1821979" y="125649"/>
                  <a:pt x="1825005" y="117128"/>
                  <a:pt x="1825005" y="106710"/>
                </a:cubicBezTo>
                <a:cubicBezTo>
                  <a:pt x="1825005" y="100013"/>
                  <a:pt x="1823576" y="94097"/>
                  <a:pt x="1820717" y="88962"/>
                </a:cubicBezTo>
                <a:cubicBezTo>
                  <a:pt x="1817858" y="83828"/>
                  <a:pt x="1813960" y="80089"/>
                  <a:pt x="1809022" y="77744"/>
                </a:cubicBezTo>
                <a:cubicBezTo>
                  <a:pt x="1804084" y="75400"/>
                  <a:pt x="1796862" y="74228"/>
                  <a:pt x="1787357" y="74228"/>
                </a:cubicBezTo>
                <a:close/>
                <a:moveTo>
                  <a:pt x="2182564" y="73335"/>
                </a:moveTo>
                <a:cubicBezTo>
                  <a:pt x="2172816" y="73335"/>
                  <a:pt x="2164817" y="76535"/>
                  <a:pt x="2158566" y="82935"/>
                </a:cubicBezTo>
                <a:cubicBezTo>
                  <a:pt x="2152315" y="89334"/>
                  <a:pt x="2149190" y="97483"/>
                  <a:pt x="2149190" y="107380"/>
                </a:cubicBezTo>
                <a:cubicBezTo>
                  <a:pt x="2149190" y="117203"/>
                  <a:pt x="2152389" y="125221"/>
                  <a:pt x="2158789" y="131434"/>
                </a:cubicBezTo>
                <a:cubicBezTo>
                  <a:pt x="2165189" y="137648"/>
                  <a:pt x="2173411" y="140755"/>
                  <a:pt x="2183457" y="140755"/>
                </a:cubicBezTo>
                <a:cubicBezTo>
                  <a:pt x="2193429" y="140755"/>
                  <a:pt x="2201596" y="137611"/>
                  <a:pt x="2207958" y="131323"/>
                </a:cubicBezTo>
                <a:cubicBezTo>
                  <a:pt x="2214321" y="125035"/>
                  <a:pt x="2217502" y="116979"/>
                  <a:pt x="2217502" y="107157"/>
                </a:cubicBezTo>
                <a:cubicBezTo>
                  <a:pt x="2217502" y="97408"/>
                  <a:pt x="2214190" y="89334"/>
                  <a:pt x="2207567" y="82935"/>
                </a:cubicBezTo>
                <a:cubicBezTo>
                  <a:pt x="2200945" y="76535"/>
                  <a:pt x="2192610" y="73335"/>
                  <a:pt x="2182564" y="73335"/>
                </a:cubicBezTo>
                <a:close/>
                <a:moveTo>
                  <a:pt x="1106239" y="73335"/>
                </a:moveTo>
                <a:cubicBezTo>
                  <a:pt x="1096491" y="73335"/>
                  <a:pt x="1088492" y="76535"/>
                  <a:pt x="1082241" y="82935"/>
                </a:cubicBezTo>
                <a:cubicBezTo>
                  <a:pt x="1075990" y="89334"/>
                  <a:pt x="1072865" y="97483"/>
                  <a:pt x="1072865" y="107380"/>
                </a:cubicBezTo>
                <a:cubicBezTo>
                  <a:pt x="1072865" y="117203"/>
                  <a:pt x="1076064" y="125221"/>
                  <a:pt x="1082464" y="131434"/>
                </a:cubicBezTo>
                <a:cubicBezTo>
                  <a:pt x="1088864" y="137648"/>
                  <a:pt x="1097086" y="140755"/>
                  <a:pt x="1107132" y="140755"/>
                </a:cubicBezTo>
                <a:cubicBezTo>
                  <a:pt x="1117104" y="140755"/>
                  <a:pt x="1125271" y="137611"/>
                  <a:pt x="1131633" y="131323"/>
                </a:cubicBezTo>
                <a:cubicBezTo>
                  <a:pt x="1137996" y="125035"/>
                  <a:pt x="1141177" y="116979"/>
                  <a:pt x="1141177" y="107157"/>
                </a:cubicBezTo>
                <a:cubicBezTo>
                  <a:pt x="1141177" y="97408"/>
                  <a:pt x="1137865" y="89334"/>
                  <a:pt x="1131242" y="82935"/>
                </a:cubicBezTo>
                <a:cubicBezTo>
                  <a:pt x="1124620" y="76535"/>
                  <a:pt x="1116285" y="73335"/>
                  <a:pt x="1106239" y="73335"/>
                </a:cubicBezTo>
                <a:close/>
                <a:moveTo>
                  <a:pt x="2729471" y="72889"/>
                </a:moveTo>
                <a:cubicBezTo>
                  <a:pt x="2723964" y="72889"/>
                  <a:pt x="2719276" y="74749"/>
                  <a:pt x="2715406" y="78470"/>
                </a:cubicBezTo>
                <a:cubicBezTo>
                  <a:pt x="2711537" y="82191"/>
                  <a:pt x="2709602" y="86656"/>
                  <a:pt x="2709602" y="91865"/>
                </a:cubicBezTo>
                <a:cubicBezTo>
                  <a:pt x="2709602" y="97148"/>
                  <a:pt x="2711500" y="101520"/>
                  <a:pt x="2715295" y="104980"/>
                </a:cubicBezTo>
                <a:cubicBezTo>
                  <a:pt x="2719090" y="108440"/>
                  <a:pt x="2723889" y="110170"/>
                  <a:pt x="2729694" y="110170"/>
                </a:cubicBezTo>
                <a:cubicBezTo>
                  <a:pt x="2735424" y="110170"/>
                  <a:pt x="2740205" y="108403"/>
                  <a:pt x="2744037" y="104868"/>
                </a:cubicBezTo>
                <a:cubicBezTo>
                  <a:pt x="2747869" y="101334"/>
                  <a:pt x="2749786" y="96925"/>
                  <a:pt x="2749786" y="91641"/>
                </a:cubicBezTo>
                <a:cubicBezTo>
                  <a:pt x="2749786" y="86284"/>
                  <a:pt x="2747851" y="81819"/>
                  <a:pt x="2743981" y="78247"/>
                </a:cubicBezTo>
                <a:cubicBezTo>
                  <a:pt x="2740112" y="74675"/>
                  <a:pt x="2735275" y="72889"/>
                  <a:pt x="2729471" y="72889"/>
                </a:cubicBezTo>
                <a:close/>
                <a:moveTo>
                  <a:pt x="1500745" y="72889"/>
                </a:moveTo>
                <a:cubicBezTo>
                  <a:pt x="1495239" y="72889"/>
                  <a:pt x="1490551" y="74749"/>
                  <a:pt x="1486681" y="78470"/>
                </a:cubicBezTo>
                <a:cubicBezTo>
                  <a:pt x="1482812" y="82191"/>
                  <a:pt x="1480877" y="86656"/>
                  <a:pt x="1480877" y="91865"/>
                </a:cubicBezTo>
                <a:cubicBezTo>
                  <a:pt x="1480877" y="97148"/>
                  <a:pt x="1482775" y="101520"/>
                  <a:pt x="1486570" y="104980"/>
                </a:cubicBezTo>
                <a:cubicBezTo>
                  <a:pt x="1490365" y="108440"/>
                  <a:pt x="1495164" y="110170"/>
                  <a:pt x="1500969" y="110170"/>
                </a:cubicBezTo>
                <a:cubicBezTo>
                  <a:pt x="1506699" y="110170"/>
                  <a:pt x="1511480" y="108403"/>
                  <a:pt x="1515312" y="104868"/>
                </a:cubicBezTo>
                <a:cubicBezTo>
                  <a:pt x="1519144" y="101334"/>
                  <a:pt x="1521061" y="96925"/>
                  <a:pt x="1521061" y="91641"/>
                </a:cubicBezTo>
                <a:cubicBezTo>
                  <a:pt x="1521061" y="86284"/>
                  <a:pt x="1519126" y="81819"/>
                  <a:pt x="1515256" y="78247"/>
                </a:cubicBezTo>
                <a:cubicBezTo>
                  <a:pt x="1511387" y="74675"/>
                  <a:pt x="1506550" y="72889"/>
                  <a:pt x="1500745" y="72889"/>
                </a:cubicBezTo>
                <a:close/>
                <a:moveTo>
                  <a:pt x="3244118" y="70880"/>
                </a:moveTo>
                <a:cubicBezTo>
                  <a:pt x="3236826" y="70880"/>
                  <a:pt x="3230854" y="73075"/>
                  <a:pt x="3226203" y="77465"/>
                </a:cubicBezTo>
                <a:cubicBezTo>
                  <a:pt x="3221552" y="81856"/>
                  <a:pt x="3218520" y="88107"/>
                  <a:pt x="3217106" y="96218"/>
                </a:cubicBezTo>
                <a:lnTo>
                  <a:pt x="3268786" y="96218"/>
                </a:lnTo>
                <a:cubicBezTo>
                  <a:pt x="3268266" y="88107"/>
                  <a:pt x="3265847" y="81856"/>
                  <a:pt x="3261531" y="77465"/>
                </a:cubicBezTo>
                <a:cubicBezTo>
                  <a:pt x="3257215" y="73075"/>
                  <a:pt x="3251411" y="70880"/>
                  <a:pt x="3244118" y="70880"/>
                </a:cubicBezTo>
                <a:close/>
                <a:moveTo>
                  <a:pt x="1910618" y="70880"/>
                </a:moveTo>
                <a:cubicBezTo>
                  <a:pt x="1903326" y="70880"/>
                  <a:pt x="1897354" y="73075"/>
                  <a:pt x="1892703" y="77465"/>
                </a:cubicBezTo>
                <a:cubicBezTo>
                  <a:pt x="1888052" y="81856"/>
                  <a:pt x="1885020" y="88107"/>
                  <a:pt x="1883606" y="96218"/>
                </a:cubicBezTo>
                <a:lnTo>
                  <a:pt x="1935287" y="96218"/>
                </a:lnTo>
                <a:cubicBezTo>
                  <a:pt x="1934766" y="88107"/>
                  <a:pt x="1932347" y="81856"/>
                  <a:pt x="1928031" y="77465"/>
                </a:cubicBezTo>
                <a:cubicBezTo>
                  <a:pt x="1923715" y="73075"/>
                  <a:pt x="1917911" y="70880"/>
                  <a:pt x="1910618" y="70880"/>
                </a:cubicBezTo>
                <a:close/>
                <a:moveTo>
                  <a:pt x="939068" y="70880"/>
                </a:moveTo>
                <a:cubicBezTo>
                  <a:pt x="931776" y="70880"/>
                  <a:pt x="925804" y="73075"/>
                  <a:pt x="921153" y="77465"/>
                </a:cubicBezTo>
                <a:cubicBezTo>
                  <a:pt x="916502" y="81856"/>
                  <a:pt x="913470" y="88107"/>
                  <a:pt x="912056" y="96218"/>
                </a:cubicBezTo>
                <a:lnTo>
                  <a:pt x="963737" y="96218"/>
                </a:lnTo>
                <a:cubicBezTo>
                  <a:pt x="963215" y="88107"/>
                  <a:pt x="960797" y="81856"/>
                  <a:pt x="956481" y="77465"/>
                </a:cubicBezTo>
                <a:cubicBezTo>
                  <a:pt x="952165" y="73075"/>
                  <a:pt x="946361" y="70880"/>
                  <a:pt x="939068" y="70880"/>
                </a:cubicBezTo>
                <a:close/>
                <a:moveTo>
                  <a:pt x="310418" y="70880"/>
                </a:moveTo>
                <a:cubicBezTo>
                  <a:pt x="303126" y="70880"/>
                  <a:pt x="297154" y="73075"/>
                  <a:pt x="292503" y="77465"/>
                </a:cubicBezTo>
                <a:cubicBezTo>
                  <a:pt x="287852" y="81856"/>
                  <a:pt x="284820" y="88107"/>
                  <a:pt x="283406" y="96218"/>
                </a:cubicBezTo>
                <a:lnTo>
                  <a:pt x="335086" y="96218"/>
                </a:lnTo>
                <a:cubicBezTo>
                  <a:pt x="334566" y="88107"/>
                  <a:pt x="332147" y="81856"/>
                  <a:pt x="327831" y="77465"/>
                </a:cubicBezTo>
                <a:cubicBezTo>
                  <a:pt x="323515" y="73075"/>
                  <a:pt x="317711" y="70880"/>
                  <a:pt x="310418" y="70880"/>
                </a:cubicBezTo>
                <a:close/>
                <a:moveTo>
                  <a:pt x="2838078" y="55253"/>
                </a:moveTo>
                <a:lnTo>
                  <a:pt x="2873643" y="55253"/>
                </a:lnTo>
                <a:cubicBezTo>
                  <a:pt x="2891852" y="55253"/>
                  <a:pt x="2906030" y="59792"/>
                  <a:pt x="2916175" y="68871"/>
                </a:cubicBezTo>
                <a:cubicBezTo>
                  <a:pt x="2926320" y="77949"/>
                  <a:pt x="2931393" y="90637"/>
                  <a:pt x="2931393" y="106933"/>
                </a:cubicBezTo>
                <a:cubicBezTo>
                  <a:pt x="2931393" y="122337"/>
                  <a:pt x="2926619" y="134987"/>
                  <a:pt x="2917072" y="144885"/>
                </a:cubicBezTo>
                <a:cubicBezTo>
                  <a:pt x="2907524" y="154782"/>
                  <a:pt x="2895357" y="159730"/>
                  <a:pt x="2880572" y="159730"/>
                </a:cubicBezTo>
                <a:cubicBezTo>
                  <a:pt x="2874033" y="159730"/>
                  <a:pt x="2866789" y="158279"/>
                  <a:pt x="2858839" y="155377"/>
                </a:cubicBezTo>
                <a:lnTo>
                  <a:pt x="2858839" y="210295"/>
                </a:lnTo>
                <a:lnTo>
                  <a:pt x="2838078" y="210295"/>
                </a:lnTo>
                <a:close/>
                <a:moveTo>
                  <a:pt x="2736056" y="55253"/>
                </a:moveTo>
                <a:lnTo>
                  <a:pt x="2778361" y="55253"/>
                </a:lnTo>
                <a:lnTo>
                  <a:pt x="2778361" y="71103"/>
                </a:lnTo>
                <a:lnTo>
                  <a:pt x="2757599" y="71103"/>
                </a:lnTo>
                <a:cubicBezTo>
                  <a:pt x="2761617" y="75196"/>
                  <a:pt x="2764408" y="78917"/>
                  <a:pt x="2765971" y="82265"/>
                </a:cubicBezTo>
                <a:cubicBezTo>
                  <a:pt x="2767533" y="85614"/>
                  <a:pt x="2768315" y="89446"/>
                  <a:pt x="2768315" y="93762"/>
                </a:cubicBezTo>
                <a:cubicBezTo>
                  <a:pt x="2768315" y="99120"/>
                  <a:pt x="2766789" y="104385"/>
                  <a:pt x="2763738" y="109556"/>
                </a:cubicBezTo>
                <a:cubicBezTo>
                  <a:pt x="2760687" y="114728"/>
                  <a:pt x="2756762" y="118691"/>
                  <a:pt x="2751962" y="121444"/>
                </a:cubicBezTo>
                <a:cubicBezTo>
                  <a:pt x="2747162" y="124197"/>
                  <a:pt x="2739293" y="126393"/>
                  <a:pt x="2728354" y="128030"/>
                </a:cubicBezTo>
                <a:cubicBezTo>
                  <a:pt x="2720690" y="129146"/>
                  <a:pt x="2716857" y="131788"/>
                  <a:pt x="2716857" y="135955"/>
                </a:cubicBezTo>
                <a:cubicBezTo>
                  <a:pt x="2716857" y="138336"/>
                  <a:pt x="2718290" y="140289"/>
                  <a:pt x="2721155" y="141815"/>
                </a:cubicBezTo>
                <a:cubicBezTo>
                  <a:pt x="2724020" y="143340"/>
                  <a:pt x="2729210" y="144922"/>
                  <a:pt x="2736726" y="146559"/>
                </a:cubicBezTo>
                <a:cubicBezTo>
                  <a:pt x="2749302" y="149312"/>
                  <a:pt x="2757394" y="151470"/>
                  <a:pt x="2761003" y="153033"/>
                </a:cubicBezTo>
                <a:cubicBezTo>
                  <a:pt x="2764613" y="154596"/>
                  <a:pt x="2767868" y="156828"/>
                  <a:pt x="2770770" y="159730"/>
                </a:cubicBezTo>
                <a:cubicBezTo>
                  <a:pt x="2775682" y="164641"/>
                  <a:pt x="2778137" y="170818"/>
                  <a:pt x="2778137" y="178259"/>
                </a:cubicBezTo>
                <a:cubicBezTo>
                  <a:pt x="2778137" y="188008"/>
                  <a:pt x="2773803" y="195784"/>
                  <a:pt x="2765133" y="201588"/>
                </a:cubicBezTo>
                <a:cubicBezTo>
                  <a:pt x="2756464" y="207392"/>
                  <a:pt x="2744874" y="210295"/>
                  <a:pt x="2730363" y="210295"/>
                </a:cubicBezTo>
                <a:cubicBezTo>
                  <a:pt x="2715704" y="210295"/>
                  <a:pt x="2704002" y="207374"/>
                  <a:pt x="2695259" y="201532"/>
                </a:cubicBezTo>
                <a:cubicBezTo>
                  <a:pt x="2686515" y="195691"/>
                  <a:pt x="2682143" y="187859"/>
                  <a:pt x="2682143" y="178036"/>
                </a:cubicBezTo>
                <a:cubicBezTo>
                  <a:pt x="2682143" y="164121"/>
                  <a:pt x="2690738" y="155154"/>
                  <a:pt x="2707928" y="151135"/>
                </a:cubicBezTo>
                <a:cubicBezTo>
                  <a:pt x="2701082" y="146745"/>
                  <a:pt x="2697659" y="142392"/>
                  <a:pt x="2697659" y="138076"/>
                </a:cubicBezTo>
                <a:cubicBezTo>
                  <a:pt x="2697659" y="134801"/>
                  <a:pt x="2699128" y="131825"/>
                  <a:pt x="2702068" y="129146"/>
                </a:cubicBezTo>
                <a:cubicBezTo>
                  <a:pt x="2705007" y="126467"/>
                  <a:pt x="2708969" y="124495"/>
                  <a:pt x="2713955" y="123230"/>
                </a:cubicBezTo>
                <a:cubicBezTo>
                  <a:pt x="2698849" y="116533"/>
                  <a:pt x="2691296" y="105706"/>
                  <a:pt x="2691296" y="90748"/>
                </a:cubicBezTo>
                <a:cubicBezTo>
                  <a:pt x="2691296" y="79809"/>
                  <a:pt x="2695296" y="71159"/>
                  <a:pt x="2703295" y="64796"/>
                </a:cubicBezTo>
                <a:cubicBezTo>
                  <a:pt x="2711295" y="58434"/>
                  <a:pt x="2722215" y="55253"/>
                  <a:pt x="2736056" y="55253"/>
                </a:cubicBezTo>
                <a:close/>
                <a:moveTo>
                  <a:pt x="2535064" y="55253"/>
                </a:moveTo>
                <a:lnTo>
                  <a:pt x="2555379" y="55253"/>
                </a:lnTo>
                <a:lnTo>
                  <a:pt x="2555379" y="157944"/>
                </a:lnTo>
                <a:lnTo>
                  <a:pt x="2535064" y="157944"/>
                </a:lnTo>
                <a:close/>
                <a:moveTo>
                  <a:pt x="1752228" y="55253"/>
                </a:moveTo>
                <a:lnTo>
                  <a:pt x="1787793" y="55253"/>
                </a:lnTo>
                <a:cubicBezTo>
                  <a:pt x="1806002" y="55253"/>
                  <a:pt x="1820180" y="59792"/>
                  <a:pt x="1830325" y="68871"/>
                </a:cubicBezTo>
                <a:cubicBezTo>
                  <a:pt x="1840470" y="77949"/>
                  <a:pt x="1845543" y="90637"/>
                  <a:pt x="1845543" y="106933"/>
                </a:cubicBezTo>
                <a:cubicBezTo>
                  <a:pt x="1845543" y="122337"/>
                  <a:pt x="1840769" y="134987"/>
                  <a:pt x="1831222" y="144885"/>
                </a:cubicBezTo>
                <a:cubicBezTo>
                  <a:pt x="1821674" y="154782"/>
                  <a:pt x="1809507" y="159730"/>
                  <a:pt x="1794722" y="159730"/>
                </a:cubicBezTo>
                <a:cubicBezTo>
                  <a:pt x="1788183" y="159730"/>
                  <a:pt x="1780939" y="158279"/>
                  <a:pt x="1772989" y="155377"/>
                </a:cubicBezTo>
                <a:lnTo>
                  <a:pt x="1772989" y="210295"/>
                </a:lnTo>
                <a:lnTo>
                  <a:pt x="1752228" y="210295"/>
                </a:lnTo>
                <a:close/>
                <a:moveTo>
                  <a:pt x="1507331" y="55253"/>
                </a:moveTo>
                <a:lnTo>
                  <a:pt x="1549636" y="55253"/>
                </a:lnTo>
                <a:lnTo>
                  <a:pt x="1549636" y="71103"/>
                </a:lnTo>
                <a:lnTo>
                  <a:pt x="1528874" y="71103"/>
                </a:lnTo>
                <a:cubicBezTo>
                  <a:pt x="1532892" y="75196"/>
                  <a:pt x="1535683" y="78917"/>
                  <a:pt x="1537246" y="82265"/>
                </a:cubicBezTo>
                <a:cubicBezTo>
                  <a:pt x="1538808" y="85614"/>
                  <a:pt x="1539590" y="89446"/>
                  <a:pt x="1539590" y="93762"/>
                </a:cubicBezTo>
                <a:cubicBezTo>
                  <a:pt x="1539590" y="99120"/>
                  <a:pt x="1538064" y="104385"/>
                  <a:pt x="1535013" y="109556"/>
                </a:cubicBezTo>
                <a:cubicBezTo>
                  <a:pt x="1531962" y="114728"/>
                  <a:pt x="1528037" y="118691"/>
                  <a:pt x="1523237" y="121444"/>
                </a:cubicBezTo>
                <a:cubicBezTo>
                  <a:pt x="1518437" y="124197"/>
                  <a:pt x="1510568" y="126393"/>
                  <a:pt x="1499629" y="128030"/>
                </a:cubicBezTo>
                <a:cubicBezTo>
                  <a:pt x="1491965" y="129146"/>
                  <a:pt x="1488132" y="131788"/>
                  <a:pt x="1488132" y="135955"/>
                </a:cubicBezTo>
                <a:cubicBezTo>
                  <a:pt x="1488132" y="138336"/>
                  <a:pt x="1489565" y="140289"/>
                  <a:pt x="1492430" y="141815"/>
                </a:cubicBezTo>
                <a:cubicBezTo>
                  <a:pt x="1495295" y="143340"/>
                  <a:pt x="1500485" y="144922"/>
                  <a:pt x="1508001" y="146559"/>
                </a:cubicBezTo>
                <a:cubicBezTo>
                  <a:pt x="1520577" y="149312"/>
                  <a:pt x="1528669" y="151470"/>
                  <a:pt x="1532278" y="153033"/>
                </a:cubicBezTo>
                <a:cubicBezTo>
                  <a:pt x="1535888" y="154596"/>
                  <a:pt x="1539143" y="156828"/>
                  <a:pt x="1542045" y="159730"/>
                </a:cubicBezTo>
                <a:cubicBezTo>
                  <a:pt x="1546957" y="164641"/>
                  <a:pt x="1549412" y="170818"/>
                  <a:pt x="1549412" y="178259"/>
                </a:cubicBezTo>
                <a:cubicBezTo>
                  <a:pt x="1549412" y="188008"/>
                  <a:pt x="1545078" y="195784"/>
                  <a:pt x="1536409" y="201588"/>
                </a:cubicBezTo>
                <a:cubicBezTo>
                  <a:pt x="1527739" y="207392"/>
                  <a:pt x="1516149" y="210295"/>
                  <a:pt x="1501639" y="210295"/>
                </a:cubicBezTo>
                <a:cubicBezTo>
                  <a:pt x="1486979" y="210295"/>
                  <a:pt x="1475277" y="207374"/>
                  <a:pt x="1466534" y="201532"/>
                </a:cubicBezTo>
                <a:cubicBezTo>
                  <a:pt x="1457790" y="195691"/>
                  <a:pt x="1453418" y="187859"/>
                  <a:pt x="1453418" y="178036"/>
                </a:cubicBezTo>
                <a:cubicBezTo>
                  <a:pt x="1453418" y="164121"/>
                  <a:pt x="1462013" y="155154"/>
                  <a:pt x="1479203" y="151135"/>
                </a:cubicBezTo>
                <a:cubicBezTo>
                  <a:pt x="1472356" y="146745"/>
                  <a:pt x="1468933" y="142392"/>
                  <a:pt x="1468933" y="138076"/>
                </a:cubicBezTo>
                <a:cubicBezTo>
                  <a:pt x="1468933" y="134801"/>
                  <a:pt x="1470403" y="131825"/>
                  <a:pt x="1473342" y="129146"/>
                </a:cubicBezTo>
                <a:cubicBezTo>
                  <a:pt x="1476282" y="126467"/>
                  <a:pt x="1480244" y="124495"/>
                  <a:pt x="1485230" y="123230"/>
                </a:cubicBezTo>
                <a:cubicBezTo>
                  <a:pt x="1470124" y="116533"/>
                  <a:pt x="1462571" y="105706"/>
                  <a:pt x="1462571" y="90748"/>
                </a:cubicBezTo>
                <a:cubicBezTo>
                  <a:pt x="1462571" y="79809"/>
                  <a:pt x="1466571" y="71159"/>
                  <a:pt x="1474571" y="64796"/>
                </a:cubicBezTo>
                <a:cubicBezTo>
                  <a:pt x="1482570" y="58434"/>
                  <a:pt x="1493490" y="55253"/>
                  <a:pt x="1507331" y="55253"/>
                </a:cubicBezTo>
                <a:close/>
                <a:moveTo>
                  <a:pt x="1420639" y="55253"/>
                </a:moveTo>
                <a:lnTo>
                  <a:pt x="1440954" y="55253"/>
                </a:lnTo>
                <a:lnTo>
                  <a:pt x="1440954" y="157944"/>
                </a:lnTo>
                <a:lnTo>
                  <a:pt x="1420639" y="157944"/>
                </a:lnTo>
                <a:close/>
                <a:moveTo>
                  <a:pt x="686321" y="55253"/>
                </a:moveTo>
                <a:lnTo>
                  <a:pt x="706636" y="55253"/>
                </a:lnTo>
                <a:lnTo>
                  <a:pt x="706636" y="113779"/>
                </a:lnTo>
                <a:cubicBezTo>
                  <a:pt x="706636" y="124555"/>
                  <a:pt x="708180" y="132080"/>
                  <a:pt x="711268" y="136353"/>
                </a:cubicBezTo>
                <a:cubicBezTo>
                  <a:pt x="714356" y="140627"/>
                  <a:pt x="719770" y="142764"/>
                  <a:pt x="727509" y="142764"/>
                </a:cubicBezTo>
                <a:cubicBezTo>
                  <a:pt x="737183" y="142764"/>
                  <a:pt x="745406" y="138038"/>
                  <a:pt x="752177" y="128588"/>
                </a:cubicBezTo>
                <a:lnTo>
                  <a:pt x="752177" y="55253"/>
                </a:lnTo>
                <a:lnTo>
                  <a:pt x="772492" y="55253"/>
                </a:lnTo>
                <a:lnTo>
                  <a:pt x="772492" y="157944"/>
                </a:lnTo>
                <a:lnTo>
                  <a:pt x="752177" y="157944"/>
                </a:lnTo>
                <a:lnTo>
                  <a:pt x="752177" y="144773"/>
                </a:lnTo>
                <a:cubicBezTo>
                  <a:pt x="747861" y="149496"/>
                  <a:pt x="742931" y="153170"/>
                  <a:pt x="737387" y="155794"/>
                </a:cubicBezTo>
                <a:cubicBezTo>
                  <a:pt x="731844" y="158418"/>
                  <a:pt x="726318" y="159730"/>
                  <a:pt x="720812" y="159730"/>
                </a:cubicBezTo>
                <a:cubicBezTo>
                  <a:pt x="714338" y="159730"/>
                  <a:pt x="708366" y="158112"/>
                  <a:pt x="702896" y="154875"/>
                </a:cubicBezTo>
                <a:cubicBezTo>
                  <a:pt x="697427" y="151638"/>
                  <a:pt x="693297" y="147247"/>
                  <a:pt x="690507" y="141703"/>
                </a:cubicBezTo>
                <a:cubicBezTo>
                  <a:pt x="687716" y="136160"/>
                  <a:pt x="686321" y="126951"/>
                  <a:pt x="686321" y="114077"/>
                </a:cubicBezTo>
                <a:close/>
                <a:moveTo>
                  <a:pt x="495821" y="55253"/>
                </a:moveTo>
                <a:lnTo>
                  <a:pt x="516136" y="55253"/>
                </a:lnTo>
                <a:lnTo>
                  <a:pt x="516136" y="113779"/>
                </a:lnTo>
                <a:cubicBezTo>
                  <a:pt x="516136" y="124555"/>
                  <a:pt x="517680" y="132080"/>
                  <a:pt x="520768" y="136353"/>
                </a:cubicBezTo>
                <a:cubicBezTo>
                  <a:pt x="523856" y="140627"/>
                  <a:pt x="529270" y="142764"/>
                  <a:pt x="537009" y="142764"/>
                </a:cubicBezTo>
                <a:cubicBezTo>
                  <a:pt x="546683" y="142764"/>
                  <a:pt x="554906" y="138038"/>
                  <a:pt x="561677" y="128588"/>
                </a:cubicBezTo>
                <a:lnTo>
                  <a:pt x="561677" y="55253"/>
                </a:lnTo>
                <a:lnTo>
                  <a:pt x="581992" y="55253"/>
                </a:lnTo>
                <a:lnTo>
                  <a:pt x="581992" y="157944"/>
                </a:lnTo>
                <a:lnTo>
                  <a:pt x="561677" y="157944"/>
                </a:lnTo>
                <a:lnTo>
                  <a:pt x="561677" y="144773"/>
                </a:lnTo>
                <a:cubicBezTo>
                  <a:pt x="557361" y="149496"/>
                  <a:pt x="552431" y="153170"/>
                  <a:pt x="546887" y="155794"/>
                </a:cubicBezTo>
                <a:cubicBezTo>
                  <a:pt x="541344" y="158418"/>
                  <a:pt x="535818" y="159730"/>
                  <a:pt x="530312" y="159730"/>
                </a:cubicBezTo>
                <a:cubicBezTo>
                  <a:pt x="523838" y="159730"/>
                  <a:pt x="517866" y="158112"/>
                  <a:pt x="512397" y="154875"/>
                </a:cubicBezTo>
                <a:cubicBezTo>
                  <a:pt x="506927" y="151638"/>
                  <a:pt x="502797" y="147247"/>
                  <a:pt x="500007" y="141703"/>
                </a:cubicBezTo>
                <a:cubicBezTo>
                  <a:pt x="497216" y="136160"/>
                  <a:pt x="495821" y="126951"/>
                  <a:pt x="495821" y="114077"/>
                </a:cubicBezTo>
                <a:close/>
                <a:moveTo>
                  <a:pt x="2183681" y="55030"/>
                </a:moveTo>
                <a:cubicBezTo>
                  <a:pt x="2199308" y="55030"/>
                  <a:pt x="2212293" y="60071"/>
                  <a:pt x="2222636" y="70154"/>
                </a:cubicBezTo>
                <a:cubicBezTo>
                  <a:pt x="2232980" y="80237"/>
                  <a:pt x="2238152" y="92906"/>
                  <a:pt x="2238152" y="108161"/>
                </a:cubicBezTo>
                <a:cubicBezTo>
                  <a:pt x="2238152" y="122970"/>
                  <a:pt x="2232905" y="135267"/>
                  <a:pt x="2222413" y="145052"/>
                </a:cubicBezTo>
                <a:cubicBezTo>
                  <a:pt x="2211921" y="154837"/>
                  <a:pt x="2198712" y="159730"/>
                  <a:pt x="2182788" y="159730"/>
                </a:cubicBezTo>
                <a:cubicBezTo>
                  <a:pt x="2167384" y="159730"/>
                  <a:pt x="2154510" y="154763"/>
                  <a:pt x="2144167" y="144829"/>
                </a:cubicBezTo>
                <a:cubicBezTo>
                  <a:pt x="2133823" y="134894"/>
                  <a:pt x="2128651" y="122486"/>
                  <a:pt x="2128651" y="107603"/>
                </a:cubicBezTo>
                <a:cubicBezTo>
                  <a:pt x="2128651" y="92571"/>
                  <a:pt x="2133879" y="80051"/>
                  <a:pt x="2144334" y="70043"/>
                </a:cubicBezTo>
                <a:cubicBezTo>
                  <a:pt x="2154789" y="60034"/>
                  <a:pt x="2167905" y="55030"/>
                  <a:pt x="2183681" y="55030"/>
                </a:cubicBezTo>
                <a:close/>
                <a:moveTo>
                  <a:pt x="1107356" y="55030"/>
                </a:moveTo>
                <a:cubicBezTo>
                  <a:pt x="1122983" y="55030"/>
                  <a:pt x="1135968" y="60071"/>
                  <a:pt x="1146311" y="70154"/>
                </a:cubicBezTo>
                <a:cubicBezTo>
                  <a:pt x="1156655" y="80237"/>
                  <a:pt x="1161827" y="92906"/>
                  <a:pt x="1161827" y="108161"/>
                </a:cubicBezTo>
                <a:cubicBezTo>
                  <a:pt x="1161827" y="122970"/>
                  <a:pt x="1156581" y="135267"/>
                  <a:pt x="1146088" y="145052"/>
                </a:cubicBezTo>
                <a:cubicBezTo>
                  <a:pt x="1135596" y="154837"/>
                  <a:pt x="1122387" y="159730"/>
                  <a:pt x="1106462" y="159730"/>
                </a:cubicBezTo>
                <a:cubicBezTo>
                  <a:pt x="1091059" y="159730"/>
                  <a:pt x="1078185" y="154763"/>
                  <a:pt x="1067842" y="144829"/>
                </a:cubicBezTo>
                <a:cubicBezTo>
                  <a:pt x="1057498" y="134894"/>
                  <a:pt x="1052326" y="122486"/>
                  <a:pt x="1052326" y="107603"/>
                </a:cubicBezTo>
                <a:cubicBezTo>
                  <a:pt x="1052326" y="92571"/>
                  <a:pt x="1057554" y="80051"/>
                  <a:pt x="1068009" y="70043"/>
                </a:cubicBezTo>
                <a:cubicBezTo>
                  <a:pt x="1078464" y="60034"/>
                  <a:pt x="1091580" y="55030"/>
                  <a:pt x="1107356" y="55030"/>
                </a:cubicBezTo>
                <a:close/>
                <a:moveTo>
                  <a:pt x="3344242" y="53244"/>
                </a:moveTo>
                <a:cubicBezTo>
                  <a:pt x="3354288" y="53244"/>
                  <a:pt x="3364595" y="56071"/>
                  <a:pt x="3375161" y="61727"/>
                </a:cubicBezTo>
                <a:lnTo>
                  <a:pt x="3375161" y="81819"/>
                </a:lnTo>
                <a:cubicBezTo>
                  <a:pt x="3363106" y="74526"/>
                  <a:pt x="3353246" y="70880"/>
                  <a:pt x="3345582" y="70880"/>
                </a:cubicBezTo>
                <a:cubicBezTo>
                  <a:pt x="3341638" y="70880"/>
                  <a:pt x="3338457" y="71718"/>
                  <a:pt x="3336038" y="73394"/>
                </a:cubicBezTo>
                <a:cubicBezTo>
                  <a:pt x="3333620" y="75070"/>
                  <a:pt x="3332410" y="77286"/>
                  <a:pt x="3332410" y="80043"/>
                </a:cubicBezTo>
                <a:cubicBezTo>
                  <a:pt x="3332410" y="82428"/>
                  <a:pt x="3333506" y="84700"/>
                  <a:pt x="3335698" y="86861"/>
                </a:cubicBezTo>
                <a:cubicBezTo>
                  <a:pt x="3337890" y="89021"/>
                  <a:pt x="3341740" y="91626"/>
                  <a:pt x="3347247" y="94674"/>
                </a:cubicBezTo>
                <a:lnTo>
                  <a:pt x="3354504" y="98801"/>
                </a:lnTo>
                <a:cubicBezTo>
                  <a:pt x="3371624" y="108472"/>
                  <a:pt x="3380184" y="119185"/>
                  <a:pt x="3380184" y="130939"/>
                </a:cubicBezTo>
                <a:cubicBezTo>
                  <a:pt x="3380184" y="139345"/>
                  <a:pt x="3376891" y="146246"/>
                  <a:pt x="3370306" y="151639"/>
                </a:cubicBezTo>
                <a:cubicBezTo>
                  <a:pt x="3363720" y="157033"/>
                  <a:pt x="3355256" y="159730"/>
                  <a:pt x="3344912" y="159730"/>
                </a:cubicBezTo>
                <a:cubicBezTo>
                  <a:pt x="3338810" y="159730"/>
                  <a:pt x="3333378" y="159079"/>
                  <a:pt x="3328615" y="157777"/>
                </a:cubicBezTo>
                <a:cubicBezTo>
                  <a:pt x="3323853" y="156475"/>
                  <a:pt x="3317863" y="154075"/>
                  <a:pt x="3310644" y="150577"/>
                </a:cubicBezTo>
                <a:lnTo>
                  <a:pt x="3310644" y="128700"/>
                </a:lnTo>
                <a:cubicBezTo>
                  <a:pt x="3316374" y="132718"/>
                  <a:pt x="3322234" y="135973"/>
                  <a:pt x="3328225" y="138466"/>
                </a:cubicBezTo>
                <a:cubicBezTo>
                  <a:pt x="3334215" y="140959"/>
                  <a:pt x="3339257" y="142206"/>
                  <a:pt x="3343349" y="142206"/>
                </a:cubicBezTo>
                <a:cubicBezTo>
                  <a:pt x="3347591" y="142206"/>
                  <a:pt x="3351237" y="141164"/>
                  <a:pt x="3354288" y="139080"/>
                </a:cubicBezTo>
                <a:cubicBezTo>
                  <a:pt x="3357339" y="136997"/>
                  <a:pt x="3358865" y="134504"/>
                  <a:pt x="3358865" y="131602"/>
                </a:cubicBezTo>
                <a:cubicBezTo>
                  <a:pt x="3358865" y="128625"/>
                  <a:pt x="3357879" y="126151"/>
                  <a:pt x="3355907" y="124179"/>
                </a:cubicBezTo>
                <a:cubicBezTo>
                  <a:pt x="3353935" y="122207"/>
                  <a:pt x="3349675" y="119361"/>
                  <a:pt x="3343126" y="115640"/>
                </a:cubicBezTo>
                <a:cubicBezTo>
                  <a:pt x="3330029" y="108347"/>
                  <a:pt x="3321453" y="102115"/>
                  <a:pt x="3317397" y="96943"/>
                </a:cubicBezTo>
                <a:cubicBezTo>
                  <a:pt x="3313342" y="91772"/>
                  <a:pt x="3311314" y="86135"/>
                  <a:pt x="3311314" y="80033"/>
                </a:cubicBezTo>
                <a:cubicBezTo>
                  <a:pt x="3311314" y="72145"/>
                  <a:pt x="3314384" y="65708"/>
                  <a:pt x="3320523" y="60722"/>
                </a:cubicBezTo>
                <a:cubicBezTo>
                  <a:pt x="3326662" y="55737"/>
                  <a:pt x="3334568" y="53244"/>
                  <a:pt x="3344242" y="53244"/>
                </a:cubicBezTo>
                <a:close/>
                <a:moveTo>
                  <a:pt x="3244118" y="53244"/>
                </a:moveTo>
                <a:cubicBezTo>
                  <a:pt x="3257736" y="53244"/>
                  <a:pt x="3268600" y="58006"/>
                  <a:pt x="3276712" y="67531"/>
                </a:cubicBezTo>
                <a:cubicBezTo>
                  <a:pt x="3284823" y="77056"/>
                  <a:pt x="3288878" y="89818"/>
                  <a:pt x="3288878" y="105817"/>
                </a:cubicBezTo>
                <a:lnTo>
                  <a:pt x="3288878" y="108384"/>
                </a:lnTo>
                <a:lnTo>
                  <a:pt x="3216659" y="108384"/>
                </a:lnTo>
                <a:cubicBezTo>
                  <a:pt x="3217180" y="118207"/>
                  <a:pt x="3220473" y="126021"/>
                  <a:pt x="3226538" y="131825"/>
                </a:cubicBezTo>
                <a:cubicBezTo>
                  <a:pt x="3232603" y="137629"/>
                  <a:pt x="3240435" y="140531"/>
                  <a:pt x="3250034" y="140531"/>
                </a:cubicBezTo>
                <a:cubicBezTo>
                  <a:pt x="3263429" y="140531"/>
                  <a:pt x="3275781" y="136364"/>
                  <a:pt x="3287092" y="128030"/>
                </a:cubicBezTo>
                <a:lnTo>
                  <a:pt x="3287092" y="147898"/>
                </a:lnTo>
                <a:cubicBezTo>
                  <a:pt x="3280842" y="152066"/>
                  <a:pt x="3274647" y="155042"/>
                  <a:pt x="3268507" y="156828"/>
                </a:cubicBezTo>
                <a:cubicBezTo>
                  <a:pt x="3262368" y="158614"/>
                  <a:pt x="3255169" y="159507"/>
                  <a:pt x="3246909" y="159507"/>
                </a:cubicBezTo>
                <a:cubicBezTo>
                  <a:pt x="3235598" y="159507"/>
                  <a:pt x="3226445" y="157163"/>
                  <a:pt x="3219450" y="152475"/>
                </a:cubicBezTo>
                <a:cubicBezTo>
                  <a:pt x="3212455" y="147787"/>
                  <a:pt x="3206855" y="141480"/>
                  <a:pt x="3202651" y="133555"/>
                </a:cubicBezTo>
                <a:cubicBezTo>
                  <a:pt x="3198447" y="125630"/>
                  <a:pt x="3196344" y="116458"/>
                  <a:pt x="3196344" y="106040"/>
                </a:cubicBezTo>
                <a:cubicBezTo>
                  <a:pt x="3196344" y="90413"/>
                  <a:pt x="3200772" y="77707"/>
                  <a:pt x="3209627" y="67922"/>
                </a:cubicBezTo>
                <a:cubicBezTo>
                  <a:pt x="3218483" y="58136"/>
                  <a:pt x="3229980" y="53244"/>
                  <a:pt x="3244118" y="53244"/>
                </a:cubicBezTo>
                <a:close/>
                <a:moveTo>
                  <a:pt x="3141576" y="53244"/>
                </a:moveTo>
                <a:cubicBezTo>
                  <a:pt x="3146859" y="53244"/>
                  <a:pt x="3151603" y="53746"/>
                  <a:pt x="3155807" y="54751"/>
                </a:cubicBezTo>
                <a:cubicBezTo>
                  <a:pt x="3160012" y="55755"/>
                  <a:pt x="3165202" y="57634"/>
                  <a:pt x="3171378" y="60387"/>
                </a:cubicBezTo>
                <a:lnTo>
                  <a:pt x="3171378" y="82042"/>
                </a:lnTo>
                <a:cubicBezTo>
                  <a:pt x="3161109" y="75493"/>
                  <a:pt x="3151584" y="72219"/>
                  <a:pt x="3142803" y="72219"/>
                </a:cubicBezTo>
                <a:cubicBezTo>
                  <a:pt x="3133651" y="72219"/>
                  <a:pt x="3126135" y="75438"/>
                  <a:pt x="3120256" y="81874"/>
                </a:cubicBezTo>
                <a:cubicBezTo>
                  <a:pt x="3114377" y="88311"/>
                  <a:pt x="3111438" y="96515"/>
                  <a:pt x="3111438" y="106487"/>
                </a:cubicBezTo>
                <a:cubicBezTo>
                  <a:pt x="3111438" y="116979"/>
                  <a:pt x="3114619" y="125314"/>
                  <a:pt x="3120982" y="131490"/>
                </a:cubicBezTo>
                <a:cubicBezTo>
                  <a:pt x="3127344" y="137666"/>
                  <a:pt x="3135920" y="140755"/>
                  <a:pt x="3146710" y="140755"/>
                </a:cubicBezTo>
                <a:cubicBezTo>
                  <a:pt x="3154524" y="140755"/>
                  <a:pt x="3163491" y="138485"/>
                  <a:pt x="3173611" y="133946"/>
                </a:cubicBezTo>
                <a:lnTo>
                  <a:pt x="3173611" y="154037"/>
                </a:lnTo>
                <a:cubicBezTo>
                  <a:pt x="3163416" y="157833"/>
                  <a:pt x="3153445" y="159730"/>
                  <a:pt x="3143696" y="159730"/>
                </a:cubicBezTo>
                <a:cubicBezTo>
                  <a:pt x="3127623" y="159730"/>
                  <a:pt x="3114805" y="154968"/>
                  <a:pt x="3105243" y="145443"/>
                </a:cubicBezTo>
                <a:cubicBezTo>
                  <a:pt x="3095681" y="135918"/>
                  <a:pt x="3090900" y="123156"/>
                  <a:pt x="3090900" y="107157"/>
                </a:cubicBezTo>
                <a:cubicBezTo>
                  <a:pt x="3090900" y="91009"/>
                  <a:pt x="3095551" y="77986"/>
                  <a:pt x="3104852" y="68089"/>
                </a:cubicBezTo>
                <a:cubicBezTo>
                  <a:pt x="3114154" y="58192"/>
                  <a:pt x="3126395" y="53244"/>
                  <a:pt x="3141576" y="53244"/>
                </a:cubicBezTo>
                <a:close/>
                <a:moveTo>
                  <a:pt x="3029024" y="53244"/>
                </a:moveTo>
                <a:cubicBezTo>
                  <a:pt x="3040112" y="53244"/>
                  <a:pt x="3049005" y="56146"/>
                  <a:pt x="3055702" y="61950"/>
                </a:cubicBezTo>
                <a:cubicBezTo>
                  <a:pt x="3057934" y="63810"/>
                  <a:pt x="3059943" y="66285"/>
                  <a:pt x="3061729" y="69373"/>
                </a:cubicBezTo>
                <a:cubicBezTo>
                  <a:pt x="3063515" y="72461"/>
                  <a:pt x="3064650" y="75549"/>
                  <a:pt x="3065134" y="78637"/>
                </a:cubicBezTo>
                <a:cubicBezTo>
                  <a:pt x="3065617" y="81726"/>
                  <a:pt x="3065859" y="87586"/>
                  <a:pt x="3065859" y="96218"/>
                </a:cubicBezTo>
                <a:lnTo>
                  <a:pt x="3065859" y="139862"/>
                </a:lnTo>
                <a:cubicBezTo>
                  <a:pt x="3065859" y="143359"/>
                  <a:pt x="3067050" y="145108"/>
                  <a:pt x="3069431" y="145108"/>
                </a:cubicBezTo>
                <a:cubicBezTo>
                  <a:pt x="3071887" y="145108"/>
                  <a:pt x="3075719" y="143285"/>
                  <a:pt x="3080928" y="139638"/>
                </a:cubicBezTo>
                <a:lnTo>
                  <a:pt x="3080928" y="152028"/>
                </a:lnTo>
                <a:cubicBezTo>
                  <a:pt x="3076314" y="155005"/>
                  <a:pt x="3072612" y="157033"/>
                  <a:pt x="3069822" y="158112"/>
                </a:cubicBezTo>
                <a:cubicBezTo>
                  <a:pt x="3067031" y="159191"/>
                  <a:pt x="3064111" y="159730"/>
                  <a:pt x="3061060" y="159730"/>
                </a:cubicBezTo>
                <a:cubicBezTo>
                  <a:pt x="3052353" y="159730"/>
                  <a:pt x="3047219" y="156307"/>
                  <a:pt x="3045656" y="149461"/>
                </a:cubicBezTo>
                <a:cubicBezTo>
                  <a:pt x="3037024" y="156158"/>
                  <a:pt x="3027834" y="159507"/>
                  <a:pt x="3018085" y="159507"/>
                </a:cubicBezTo>
                <a:cubicBezTo>
                  <a:pt x="3010942" y="159507"/>
                  <a:pt x="3004989" y="157144"/>
                  <a:pt x="3000226" y="152419"/>
                </a:cubicBezTo>
                <a:cubicBezTo>
                  <a:pt x="2995464" y="147694"/>
                  <a:pt x="2993082" y="141759"/>
                  <a:pt x="2993082" y="134615"/>
                </a:cubicBezTo>
                <a:cubicBezTo>
                  <a:pt x="2993082" y="128141"/>
                  <a:pt x="2995408" y="122356"/>
                  <a:pt x="3000059" y="117258"/>
                </a:cubicBezTo>
                <a:cubicBezTo>
                  <a:pt x="3004710" y="112161"/>
                  <a:pt x="3011314" y="108124"/>
                  <a:pt x="3019871" y="105147"/>
                </a:cubicBezTo>
                <a:lnTo>
                  <a:pt x="3045879" y="96218"/>
                </a:lnTo>
                <a:lnTo>
                  <a:pt x="3045879" y="90748"/>
                </a:lnTo>
                <a:cubicBezTo>
                  <a:pt x="3045879" y="78396"/>
                  <a:pt x="3039703" y="72219"/>
                  <a:pt x="3027350" y="72219"/>
                </a:cubicBezTo>
                <a:cubicBezTo>
                  <a:pt x="3016262" y="72219"/>
                  <a:pt x="3005472" y="77949"/>
                  <a:pt x="2994980" y="89409"/>
                </a:cubicBezTo>
                <a:lnTo>
                  <a:pt x="2994980" y="67196"/>
                </a:lnTo>
                <a:cubicBezTo>
                  <a:pt x="3002868" y="57895"/>
                  <a:pt x="3014216" y="53244"/>
                  <a:pt x="3029024" y="53244"/>
                </a:cubicBezTo>
                <a:close/>
                <a:moveTo>
                  <a:pt x="2633476" y="53244"/>
                </a:moveTo>
                <a:cubicBezTo>
                  <a:pt x="2639876" y="53244"/>
                  <a:pt x="2645829" y="54899"/>
                  <a:pt x="2651336" y="58211"/>
                </a:cubicBezTo>
                <a:cubicBezTo>
                  <a:pt x="2656842" y="61522"/>
                  <a:pt x="2661028" y="66061"/>
                  <a:pt x="2663893" y="71829"/>
                </a:cubicBezTo>
                <a:cubicBezTo>
                  <a:pt x="2666758" y="77596"/>
                  <a:pt x="2668191" y="86730"/>
                  <a:pt x="2668191" y="99232"/>
                </a:cubicBezTo>
                <a:lnTo>
                  <a:pt x="2668191" y="157944"/>
                </a:lnTo>
                <a:lnTo>
                  <a:pt x="2647876" y="157944"/>
                </a:lnTo>
                <a:lnTo>
                  <a:pt x="2647876" y="99455"/>
                </a:lnTo>
                <a:cubicBezTo>
                  <a:pt x="2647876" y="88962"/>
                  <a:pt x="2646276" y="81465"/>
                  <a:pt x="2643076" y="76963"/>
                </a:cubicBezTo>
                <a:cubicBezTo>
                  <a:pt x="2639876" y="72461"/>
                  <a:pt x="2634518" y="70210"/>
                  <a:pt x="2627002" y="70210"/>
                </a:cubicBezTo>
                <a:cubicBezTo>
                  <a:pt x="2617403" y="70210"/>
                  <a:pt x="2609255" y="75010"/>
                  <a:pt x="2602557" y="84609"/>
                </a:cubicBezTo>
                <a:lnTo>
                  <a:pt x="2602557" y="157944"/>
                </a:lnTo>
                <a:lnTo>
                  <a:pt x="2581796" y="157944"/>
                </a:lnTo>
                <a:lnTo>
                  <a:pt x="2581796" y="55253"/>
                </a:lnTo>
                <a:lnTo>
                  <a:pt x="2602557" y="55253"/>
                </a:lnTo>
                <a:lnTo>
                  <a:pt x="2602557" y="68312"/>
                </a:lnTo>
                <a:cubicBezTo>
                  <a:pt x="2611636" y="58267"/>
                  <a:pt x="2621942" y="53244"/>
                  <a:pt x="2633476" y="53244"/>
                </a:cubicBezTo>
                <a:close/>
                <a:moveTo>
                  <a:pt x="2310743" y="53244"/>
                </a:moveTo>
                <a:cubicBezTo>
                  <a:pt x="2318407" y="53244"/>
                  <a:pt x="2326407" y="57113"/>
                  <a:pt x="2334741" y="64852"/>
                </a:cubicBezTo>
                <a:lnTo>
                  <a:pt x="2324026" y="82712"/>
                </a:lnTo>
                <a:cubicBezTo>
                  <a:pt x="2316956" y="76014"/>
                  <a:pt x="2310408" y="72666"/>
                  <a:pt x="2304380" y="72666"/>
                </a:cubicBezTo>
                <a:cubicBezTo>
                  <a:pt x="2297832" y="72666"/>
                  <a:pt x="2292158" y="75791"/>
                  <a:pt x="2287358" y="82042"/>
                </a:cubicBezTo>
                <a:cubicBezTo>
                  <a:pt x="2282558" y="88293"/>
                  <a:pt x="2280158" y="95697"/>
                  <a:pt x="2280158" y="104255"/>
                </a:cubicBezTo>
                <a:lnTo>
                  <a:pt x="2280158" y="157944"/>
                </a:lnTo>
                <a:lnTo>
                  <a:pt x="2259732" y="157944"/>
                </a:lnTo>
                <a:lnTo>
                  <a:pt x="2259732" y="55253"/>
                </a:lnTo>
                <a:lnTo>
                  <a:pt x="2280158" y="55253"/>
                </a:lnTo>
                <a:lnTo>
                  <a:pt x="2280158" y="78805"/>
                </a:lnTo>
                <a:lnTo>
                  <a:pt x="2281275" y="77019"/>
                </a:lnTo>
                <a:cubicBezTo>
                  <a:pt x="2291097" y="61169"/>
                  <a:pt x="2300920" y="53244"/>
                  <a:pt x="2310743" y="53244"/>
                </a:cubicBezTo>
                <a:close/>
                <a:moveTo>
                  <a:pt x="2034518" y="53244"/>
                </a:moveTo>
                <a:cubicBezTo>
                  <a:pt x="2042182" y="53244"/>
                  <a:pt x="2050182" y="57113"/>
                  <a:pt x="2058516" y="64852"/>
                </a:cubicBezTo>
                <a:lnTo>
                  <a:pt x="2047801" y="82712"/>
                </a:lnTo>
                <a:cubicBezTo>
                  <a:pt x="2040731" y="76014"/>
                  <a:pt x="2034183" y="72666"/>
                  <a:pt x="2028155" y="72666"/>
                </a:cubicBezTo>
                <a:cubicBezTo>
                  <a:pt x="2021607" y="72666"/>
                  <a:pt x="2015933" y="75791"/>
                  <a:pt x="2011133" y="82042"/>
                </a:cubicBezTo>
                <a:cubicBezTo>
                  <a:pt x="2006333" y="88293"/>
                  <a:pt x="2003933" y="95697"/>
                  <a:pt x="2003933" y="104255"/>
                </a:cubicBezTo>
                <a:lnTo>
                  <a:pt x="2003933" y="157944"/>
                </a:lnTo>
                <a:lnTo>
                  <a:pt x="1983507" y="157944"/>
                </a:lnTo>
                <a:lnTo>
                  <a:pt x="1983507" y="55253"/>
                </a:lnTo>
                <a:lnTo>
                  <a:pt x="2003933" y="55253"/>
                </a:lnTo>
                <a:lnTo>
                  <a:pt x="2003933" y="78805"/>
                </a:lnTo>
                <a:lnTo>
                  <a:pt x="2005050" y="77019"/>
                </a:lnTo>
                <a:cubicBezTo>
                  <a:pt x="2014872" y="61169"/>
                  <a:pt x="2024695" y="53244"/>
                  <a:pt x="2034518" y="53244"/>
                </a:cubicBezTo>
                <a:close/>
                <a:moveTo>
                  <a:pt x="1910618" y="53244"/>
                </a:moveTo>
                <a:cubicBezTo>
                  <a:pt x="1924236" y="53244"/>
                  <a:pt x="1935100" y="58006"/>
                  <a:pt x="1943212" y="67531"/>
                </a:cubicBezTo>
                <a:cubicBezTo>
                  <a:pt x="1951323" y="77056"/>
                  <a:pt x="1955378" y="89818"/>
                  <a:pt x="1955378" y="105817"/>
                </a:cubicBezTo>
                <a:lnTo>
                  <a:pt x="1955378" y="108384"/>
                </a:lnTo>
                <a:lnTo>
                  <a:pt x="1883159" y="108384"/>
                </a:lnTo>
                <a:cubicBezTo>
                  <a:pt x="1883680" y="118207"/>
                  <a:pt x="1886973" y="126021"/>
                  <a:pt x="1893038" y="131825"/>
                </a:cubicBezTo>
                <a:cubicBezTo>
                  <a:pt x="1899103" y="137629"/>
                  <a:pt x="1906935" y="140531"/>
                  <a:pt x="1916534" y="140531"/>
                </a:cubicBezTo>
                <a:cubicBezTo>
                  <a:pt x="1929929" y="140531"/>
                  <a:pt x="1942281" y="136364"/>
                  <a:pt x="1953592" y="128030"/>
                </a:cubicBezTo>
                <a:lnTo>
                  <a:pt x="1953592" y="147898"/>
                </a:lnTo>
                <a:cubicBezTo>
                  <a:pt x="1947342" y="152066"/>
                  <a:pt x="1941147" y="155042"/>
                  <a:pt x="1935007" y="156828"/>
                </a:cubicBezTo>
                <a:cubicBezTo>
                  <a:pt x="1928868" y="158614"/>
                  <a:pt x="1921669" y="159507"/>
                  <a:pt x="1913409" y="159507"/>
                </a:cubicBezTo>
                <a:cubicBezTo>
                  <a:pt x="1902098" y="159507"/>
                  <a:pt x="1892945" y="157163"/>
                  <a:pt x="1885950" y="152475"/>
                </a:cubicBezTo>
                <a:cubicBezTo>
                  <a:pt x="1878955" y="147787"/>
                  <a:pt x="1873355" y="141480"/>
                  <a:pt x="1869151" y="133555"/>
                </a:cubicBezTo>
                <a:cubicBezTo>
                  <a:pt x="1864947" y="125630"/>
                  <a:pt x="1862844" y="116458"/>
                  <a:pt x="1862844" y="106040"/>
                </a:cubicBezTo>
                <a:cubicBezTo>
                  <a:pt x="1862844" y="90413"/>
                  <a:pt x="1867272" y="77707"/>
                  <a:pt x="1876127" y="67922"/>
                </a:cubicBezTo>
                <a:cubicBezTo>
                  <a:pt x="1884983" y="58136"/>
                  <a:pt x="1896480" y="53244"/>
                  <a:pt x="1910618" y="53244"/>
                </a:cubicBezTo>
                <a:close/>
                <a:moveTo>
                  <a:pt x="939068" y="53244"/>
                </a:moveTo>
                <a:cubicBezTo>
                  <a:pt x="952686" y="53244"/>
                  <a:pt x="963550" y="58006"/>
                  <a:pt x="971661" y="67531"/>
                </a:cubicBezTo>
                <a:cubicBezTo>
                  <a:pt x="979773" y="77056"/>
                  <a:pt x="983828" y="89818"/>
                  <a:pt x="983828" y="105817"/>
                </a:cubicBezTo>
                <a:lnTo>
                  <a:pt x="983828" y="108384"/>
                </a:lnTo>
                <a:lnTo>
                  <a:pt x="911609" y="108384"/>
                </a:lnTo>
                <a:cubicBezTo>
                  <a:pt x="912130" y="118207"/>
                  <a:pt x="915423" y="126021"/>
                  <a:pt x="921488" y="131825"/>
                </a:cubicBezTo>
                <a:cubicBezTo>
                  <a:pt x="927553" y="137629"/>
                  <a:pt x="935385" y="140531"/>
                  <a:pt x="944984" y="140531"/>
                </a:cubicBezTo>
                <a:cubicBezTo>
                  <a:pt x="958378" y="140531"/>
                  <a:pt x="970731" y="136364"/>
                  <a:pt x="982042" y="128030"/>
                </a:cubicBezTo>
                <a:lnTo>
                  <a:pt x="982042" y="147898"/>
                </a:lnTo>
                <a:cubicBezTo>
                  <a:pt x="975791" y="152066"/>
                  <a:pt x="969597" y="155042"/>
                  <a:pt x="963457" y="156828"/>
                </a:cubicBezTo>
                <a:cubicBezTo>
                  <a:pt x="957318" y="158614"/>
                  <a:pt x="950119" y="159507"/>
                  <a:pt x="941859" y="159507"/>
                </a:cubicBezTo>
                <a:cubicBezTo>
                  <a:pt x="930548" y="159507"/>
                  <a:pt x="921395" y="157163"/>
                  <a:pt x="914400" y="152475"/>
                </a:cubicBezTo>
                <a:cubicBezTo>
                  <a:pt x="907405" y="147787"/>
                  <a:pt x="901805" y="141480"/>
                  <a:pt x="897601" y="133555"/>
                </a:cubicBezTo>
                <a:cubicBezTo>
                  <a:pt x="893397" y="125630"/>
                  <a:pt x="891294" y="116458"/>
                  <a:pt x="891294" y="106040"/>
                </a:cubicBezTo>
                <a:cubicBezTo>
                  <a:pt x="891294" y="90413"/>
                  <a:pt x="895722" y="77707"/>
                  <a:pt x="904577" y="67922"/>
                </a:cubicBezTo>
                <a:cubicBezTo>
                  <a:pt x="913432" y="58136"/>
                  <a:pt x="924929" y="53244"/>
                  <a:pt x="939068" y="53244"/>
                </a:cubicBezTo>
                <a:close/>
                <a:moveTo>
                  <a:pt x="853418" y="53244"/>
                </a:moveTo>
                <a:cubicBezTo>
                  <a:pt x="861082" y="53244"/>
                  <a:pt x="869082" y="57113"/>
                  <a:pt x="877416" y="64852"/>
                </a:cubicBezTo>
                <a:lnTo>
                  <a:pt x="866701" y="82712"/>
                </a:lnTo>
                <a:cubicBezTo>
                  <a:pt x="859631" y="76014"/>
                  <a:pt x="853083" y="72666"/>
                  <a:pt x="847055" y="72666"/>
                </a:cubicBezTo>
                <a:cubicBezTo>
                  <a:pt x="840507" y="72666"/>
                  <a:pt x="834833" y="75791"/>
                  <a:pt x="830033" y="82042"/>
                </a:cubicBezTo>
                <a:cubicBezTo>
                  <a:pt x="825233" y="88293"/>
                  <a:pt x="822833" y="95697"/>
                  <a:pt x="822833" y="104255"/>
                </a:cubicBezTo>
                <a:lnTo>
                  <a:pt x="822833" y="157944"/>
                </a:lnTo>
                <a:lnTo>
                  <a:pt x="802407" y="157944"/>
                </a:lnTo>
                <a:lnTo>
                  <a:pt x="802407" y="55253"/>
                </a:lnTo>
                <a:lnTo>
                  <a:pt x="822833" y="55253"/>
                </a:lnTo>
                <a:lnTo>
                  <a:pt x="822833" y="78805"/>
                </a:lnTo>
                <a:lnTo>
                  <a:pt x="823950" y="77019"/>
                </a:lnTo>
                <a:cubicBezTo>
                  <a:pt x="833772" y="61169"/>
                  <a:pt x="843595" y="53244"/>
                  <a:pt x="853418" y="53244"/>
                </a:cubicBezTo>
                <a:close/>
                <a:moveTo>
                  <a:pt x="310418" y="53244"/>
                </a:moveTo>
                <a:cubicBezTo>
                  <a:pt x="324036" y="53244"/>
                  <a:pt x="334900" y="58006"/>
                  <a:pt x="343011" y="67531"/>
                </a:cubicBezTo>
                <a:cubicBezTo>
                  <a:pt x="351123" y="77056"/>
                  <a:pt x="355178" y="89818"/>
                  <a:pt x="355178" y="105817"/>
                </a:cubicBezTo>
                <a:lnTo>
                  <a:pt x="355178" y="108384"/>
                </a:lnTo>
                <a:lnTo>
                  <a:pt x="282959" y="108384"/>
                </a:lnTo>
                <a:cubicBezTo>
                  <a:pt x="283480" y="118207"/>
                  <a:pt x="286773" y="126021"/>
                  <a:pt x="292838" y="131825"/>
                </a:cubicBezTo>
                <a:cubicBezTo>
                  <a:pt x="298903" y="137629"/>
                  <a:pt x="306735" y="140531"/>
                  <a:pt x="316334" y="140531"/>
                </a:cubicBezTo>
                <a:cubicBezTo>
                  <a:pt x="329729" y="140531"/>
                  <a:pt x="342081" y="136364"/>
                  <a:pt x="353392" y="128030"/>
                </a:cubicBezTo>
                <a:lnTo>
                  <a:pt x="353392" y="147898"/>
                </a:lnTo>
                <a:cubicBezTo>
                  <a:pt x="347141" y="152066"/>
                  <a:pt x="340947" y="155042"/>
                  <a:pt x="334807" y="156828"/>
                </a:cubicBezTo>
                <a:cubicBezTo>
                  <a:pt x="328668" y="158614"/>
                  <a:pt x="321469" y="159507"/>
                  <a:pt x="313209" y="159507"/>
                </a:cubicBezTo>
                <a:cubicBezTo>
                  <a:pt x="301898" y="159507"/>
                  <a:pt x="292745" y="157163"/>
                  <a:pt x="285750" y="152475"/>
                </a:cubicBezTo>
                <a:cubicBezTo>
                  <a:pt x="278755" y="147787"/>
                  <a:pt x="273155" y="141480"/>
                  <a:pt x="268951" y="133555"/>
                </a:cubicBezTo>
                <a:cubicBezTo>
                  <a:pt x="264747" y="125630"/>
                  <a:pt x="262644" y="116458"/>
                  <a:pt x="262644" y="106040"/>
                </a:cubicBezTo>
                <a:cubicBezTo>
                  <a:pt x="262644" y="90413"/>
                  <a:pt x="267072" y="77707"/>
                  <a:pt x="275927" y="67922"/>
                </a:cubicBezTo>
                <a:cubicBezTo>
                  <a:pt x="284783" y="58136"/>
                  <a:pt x="296280" y="53244"/>
                  <a:pt x="310418" y="53244"/>
                </a:cubicBezTo>
                <a:close/>
                <a:moveTo>
                  <a:pt x="2467719" y="53020"/>
                </a:moveTo>
                <a:cubicBezTo>
                  <a:pt x="2477691" y="53020"/>
                  <a:pt x="2485895" y="56667"/>
                  <a:pt x="2492332" y="63959"/>
                </a:cubicBezTo>
                <a:cubicBezTo>
                  <a:pt x="2498768" y="71252"/>
                  <a:pt x="2501987" y="82377"/>
                  <a:pt x="2501987" y="97334"/>
                </a:cubicBezTo>
                <a:lnTo>
                  <a:pt x="2501987" y="157944"/>
                </a:lnTo>
                <a:lnTo>
                  <a:pt x="2481672" y="157944"/>
                </a:lnTo>
                <a:lnTo>
                  <a:pt x="2481672" y="97111"/>
                </a:lnTo>
                <a:cubicBezTo>
                  <a:pt x="2481672" y="88553"/>
                  <a:pt x="2479923" y="82005"/>
                  <a:pt x="2476426" y="77465"/>
                </a:cubicBezTo>
                <a:cubicBezTo>
                  <a:pt x="2472928" y="72926"/>
                  <a:pt x="2467905" y="70657"/>
                  <a:pt x="2461357" y="70657"/>
                </a:cubicBezTo>
                <a:cubicBezTo>
                  <a:pt x="2452948" y="70657"/>
                  <a:pt x="2445097" y="74898"/>
                  <a:pt x="2437805" y="83381"/>
                </a:cubicBezTo>
                <a:lnTo>
                  <a:pt x="2437805" y="157944"/>
                </a:lnTo>
                <a:lnTo>
                  <a:pt x="2417378" y="157944"/>
                </a:lnTo>
                <a:lnTo>
                  <a:pt x="2417378" y="100794"/>
                </a:lnTo>
                <a:cubicBezTo>
                  <a:pt x="2417378" y="89409"/>
                  <a:pt x="2415852" y="81465"/>
                  <a:pt x="2412801" y="76963"/>
                </a:cubicBezTo>
                <a:cubicBezTo>
                  <a:pt x="2409751" y="72461"/>
                  <a:pt x="2404430" y="70210"/>
                  <a:pt x="2396840" y="70210"/>
                </a:cubicBezTo>
                <a:cubicBezTo>
                  <a:pt x="2392598" y="70210"/>
                  <a:pt x="2388710" y="71177"/>
                  <a:pt x="2385175" y="73112"/>
                </a:cubicBezTo>
                <a:cubicBezTo>
                  <a:pt x="2381641" y="75047"/>
                  <a:pt x="2377604" y="78470"/>
                  <a:pt x="2373064" y="83381"/>
                </a:cubicBezTo>
                <a:lnTo>
                  <a:pt x="2373064" y="157944"/>
                </a:lnTo>
                <a:lnTo>
                  <a:pt x="2352749" y="157944"/>
                </a:lnTo>
                <a:lnTo>
                  <a:pt x="2352749" y="55253"/>
                </a:lnTo>
                <a:lnTo>
                  <a:pt x="2373064" y="55253"/>
                </a:lnTo>
                <a:lnTo>
                  <a:pt x="2373064" y="68759"/>
                </a:lnTo>
                <a:cubicBezTo>
                  <a:pt x="2383408" y="58415"/>
                  <a:pt x="2393528" y="53244"/>
                  <a:pt x="2403425" y="53244"/>
                </a:cubicBezTo>
                <a:cubicBezTo>
                  <a:pt x="2416448" y="53244"/>
                  <a:pt x="2426531" y="59420"/>
                  <a:pt x="2433675" y="71773"/>
                </a:cubicBezTo>
                <a:cubicBezTo>
                  <a:pt x="2444539" y="59271"/>
                  <a:pt x="2455887" y="53020"/>
                  <a:pt x="2467719" y="53020"/>
                </a:cubicBezTo>
                <a:close/>
                <a:moveTo>
                  <a:pt x="634343" y="34045"/>
                </a:moveTo>
                <a:lnTo>
                  <a:pt x="634343" y="55253"/>
                </a:lnTo>
                <a:lnTo>
                  <a:pt x="666824" y="55253"/>
                </a:lnTo>
                <a:lnTo>
                  <a:pt x="666824" y="73559"/>
                </a:lnTo>
                <a:lnTo>
                  <a:pt x="634343" y="73559"/>
                </a:lnTo>
                <a:lnTo>
                  <a:pt x="634343" y="123818"/>
                </a:lnTo>
                <a:cubicBezTo>
                  <a:pt x="634343" y="135555"/>
                  <a:pt x="639217" y="141424"/>
                  <a:pt x="648965" y="141424"/>
                </a:cubicBezTo>
                <a:cubicBezTo>
                  <a:pt x="656257" y="141424"/>
                  <a:pt x="663959" y="139006"/>
                  <a:pt x="672071" y="134169"/>
                </a:cubicBezTo>
                <a:lnTo>
                  <a:pt x="672071" y="153145"/>
                </a:lnTo>
                <a:cubicBezTo>
                  <a:pt x="664257" y="157535"/>
                  <a:pt x="655737" y="159730"/>
                  <a:pt x="646509" y="159730"/>
                </a:cubicBezTo>
                <a:cubicBezTo>
                  <a:pt x="637208" y="159730"/>
                  <a:pt x="629468" y="157014"/>
                  <a:pt x="623292" y="151582"/>
                </a:cubicBezTo>
                <a:cubicBezTo>
                  <a:pt x="621357" y="149945"/>
                  <a:pt x="619757" y="148103"/>
                  <a:pt x="618492" y="146057"/>
                </a:cubicBezTo>
                <a:cubicBezTo>
                  <a:pt x="617227" y="144010"/>
                  <a:pt x="616167" y="141331"/>
                  <a:pt x="615311" y="138020"/>
                </a:cubicBezTo>
                <a:cubicBezTo>
                  <a:pt x="614455" y="134708"/>
                  <a:pt x="614028" y="128402"/>
                  <a:pt x="614028" y="119100"/>
                </a:cubicBezTo>
                <a:lnTo>
                  <a:pt x="614028" y="73559"/>
                </a:lnTo>
                <a:lnTo>
                  <a:pt x="596168" y="73559"/>
                </a:lnTo>
                <a:lnTo>
                  <a:pt x="596168" y="71550"/>
                </a:lnTo>
                <a:close/>
                <a:moveTo>
                  <a:pt x="2545110" y="12055"/>
                </a:moveTo>
                <a:cubicBezTo>
                  <a:pt x="2548458" y="12055"/>
                  <a:pt x="2551323" y="13209"/>
                  <a:pt x="2553705" y="15516"/>
                </a:cubicBezTo>
                <a:cubicBezTo>
                  <a:pt x="2556086" y="17823"/>
                  <a:pt x="2557276" y="20650"/>
                  <a:pt x="2557276" y="23999"/>
                </a:cubicBezTo>
                <a:cubicBezTo>
                  <a:pt x="2557276" y="27273"/>
                  <a:pt x="2556086" y="30101"/>
                  <a:pt x="2553705" y="32482"/>
                </a:cubicBezTo>
                <a:cubicBezTo>
                  <a:pt x="2551323" y="34863"/>
                  <a:pt x="2548458" y="36054"/>
                  <a:pt x="2545110" y="36054"/>
                </a:cubicBezTo>
                <a:cubicBezTo>
                  <a:pt x="2541984" y="36054"/>
                  <a:pt x="2539231" y="34845"/>
                  <a:pt x="2536850" y="32426"/>
                </a:cubicBezTo>
                <a:cubicBezTo>
                  <a:pt x="2534468" y="30008"/>
                  <a:pt x="2533278" y="27199"/>
                  <a:pt x="2533278" y="23999"/>
                </a:cubicBezTo>
                <a:cubicBezTo>
                  <a:pt x="2533278" y="20874"/>
                  <a:pt x="2534468" y="18102"/>
                  <a:pt x="2536850" y="15683"/>
                </a:cubicBezTo>
                <a:cubicBezTo>
                  <a:pt x="2539231" y="13265"/>
                  <a:pt x="2541984" y="12055"/>
                  <a:pt x="2545110" y="12055"/>
                </a:cubicBezTo>
                <a:close/>
                <a:moveTo>
                  <a:pt x="1430685" y="12055"/>
                </a:moveTo>
                <a:cubicBezTo>
                  <a:pt x="1434033" y="12055"/>
                  <a:pt x="1436898" y="13209"/>
                  <a:pt x="1439279" y="15516"/>
                </a:cubicBezTo>
                <a:cubicBezTo>
                  <a:pt x="1441661" y="17823"/>
                  <a:pt x="1442851" y="20650"/>
                  <a:pt x="1442851" y="23999"/>
                </a:cubicBezTo>
                <a:cubicBezTo>
                  <a:pt x="1442851" y="27273"/>
                  <a:pt x="1441661" y="30101"/>
                  <a:pt x="1439279" y="32482"/>
                </a:cubicBezTo>
                <a:cubicBezTo>
                  <a:pt x="1436898" y="34863"/>
                  <a:pt x="1434033" y="36054"/>
                  <a:pt x="1430685" y="36054"/>
                </a:cubicBezTo>
                <a:cubicBezTo>
                  <a:pt x="1427559" y="36054"/>
                  <a:pt x="1424806" y="34845"/>
                  <a:pt x="1422425" y="32426"/>
                </a:cubicBezTo>
                <a:cubicBezTo>
                  <a:pt x="1420043" y="30008"/>
                  <a:pt x="1418853" y="27199"/>
                  <a:pt x="1418853" y="23999"/>
                </a:cubicBezTo>
                <a:cubicBezTo>
                  <a:pt x="1418853" y="20874"/>
                  <a:pt x="1420043" y="18102"/>
                  <a:pt x="1422425" y="15683"/>
                </a:cubicBezTo>
                <a:cubicBezTo>
                  <a:pt x="1424806" y="13265"/>
                  <a:pt x="1427559" y="12055"/>
                  <a:pt x="1430685" y="12055"/>
                </a:cubicBezTo>
                <a:close/>
                <a:moveTo>
                  <a:pt x="2954164" y="2010"/>
                </a:moveTo>
                <a:lnTo>
                  <a:pt x="2974479" y="2010"/>
                </a:lnTo>
                <a:lnTo>
                  <a:pt x="2974479" y="157944"/>
                </a:lnTo>
                <a:lnTo>
                  <a:pt x="2954164" y="157944"/>
                </a:lnTo>
                <a:close/>
                <a:moveTo>
                  <a:pt x="1562621" y="2010"/>
                </a:moveTo>
                <a:lnTo>
                  <a:pt x="1582936" y="2010"/>
                </a:lnTo>
                <a:lnTo>
                  <a:pt x="1582936" y="68759"/>
                </a:lnTo>
                <a:cubicBezTo>
                  <a:pt x="1591419" y="58415"/>
                  <a:pt x="1601949" y="53244"/>
                  <a:pt x="1614525" y="53244"/>
                </a:cubicBezTo>
                <a:cubicBezTo>
                  <a:pt x="1621371" y="53244"/>
                  <a:pt x="1627510" y="54955"/>
                  <a:pt x="1632942" y="58378"/>
                </a:cubicBezTo>
                <a:cubicBezTo>
                  <a:pt x="1638374" y="61801"/>
                  <a:pt x="1642411" y="66527"/>
                  <a:pt x="1645053" y="72554"/>
                </a:cubicBezTo>
                <a:cubicBezTo>
                  <a:pt x="1647695" y="78582"/>
                  <a:pt x="1649016" y="87549"/>
                  <a:pt x="1649016" y="99455"/>
                </a:cubicBezTo>
                <a:lnTo>
                  <a:pt x="1649016" y="157944"/>
                </a:lnTo>
                <a:lnTo>
                  <a:pt x="1628701" y="157944"/>
                </a:lnTo>
                <a:lnTo>
                  <a:pt x="1628701" y="94432"/>
                </a:lnTo>
                <a:cubicBezTo>
                  <a:pt x="1628701" y="86916"/>
                  <a:pt x="1626859" y="80870"/>
                  <a:pt x="1623175" y="76293"/>
                </a:cubicBezTo>
                <a:cubicBezTo>
                  <a:pt x="1619492" y="71717"/>
                  <a:pt x="1614636" y="69429"/>
                  <a:pt x="1608609" y="69429"/>
                </a:cubicBezTo>
                <a:cubicBezTo>
                  <a:pt x="1604144" y="69429"/>
                  <a:pt x="1599939" y="70582"/>
                  <a:pt x="1595996" y="72889"/>
                </a:cubicBezTo>
                <a:cubicBezTo>
                  <a:pt x="1592052" y="75196"/>
                  <a:pt x="1587698" y="79028"/>
                  <a:pt x="1582936" y="84386"/>
                </a:cubicBezTo>
                <a:lnTo>
                  <a:pt x="1582936" y="157944"/>
                </a:lnTo>
                <a:lnTo>
                  <a:pt x="1562621" y="157944"/>
                </a:lnTo>
                <a:close/>
                <a:moveTo>
                  <a:pt x="1305446" y="2010"/>
                </a:moveTo>
                <a:lnTo>
                  <a:pt x="1325761" y="2010"/>
                </a:lnTo>
                <a:lnTo>
                  <a:pt x="1325761" y="68759"/>
                </a:lnTo>
                <a:cubicBezTo>
                  <a:pt x="1334244" y="58415"/>
                  <a:pt x="1344774" y="53244"/>
                  <a:pt x="1357350" y="53244"/>
                </a:cubicBezTo>
                <a:cubicBezTo>
                  <a:pt x="1364196" y="53244"/>
                  <a:pt x="1370335" y="54955"/>
                  <a:pt x="1375767" y="58378"/>
                </a:cubicBezTo>
                <a:cubicBezTo>
                  <a:pt x="1381199" y="61801"/>
                  <a:pt x="1385236" y="66527"/>
                  <a:pt x="1387878" y="72554"/>
                </a:cubicBezTo>
                <a:cubicBezTo>
                  <a:pt x="1390520" y="78582"/>
                  <a:pt x="1391840" y="87549"/>
                  <a:pt x="1391840" y="99455"/>
                </a:cubicBezTo>
                <a:lnTo>
                  <a:pt x="1391840" y="157944"/>
                </a:lnTo>
                <a:lnTo>
                  <a:pt x="1371525" y="157944"/>
                </a:lnTo>
                <a:lnTo>
                  <a:pt x="1371525" y="94432"/>
                </a:lnTo>
                <a:cubicBezTo>
                  <a:pt x="1371525" y="86916"/>
                  <a:pt x="1369684" y="80870"/>
                  <a:pt x="1366000" y="76293"/>
                </a:cubicBezTo>
                <a:cubicBezTo>
                  <a:pt x="1362317" y="71717"/>
                  <a:pt x="1357461" y="69429"/>
                  <a:pt x="1351434" y="69429"/>
                </a:cubicBezTo>
                <a:cubicBezTo>
                  <a:pt x="1346969" y="69429"/>
                  <a:pt x="1342765" y="70582"/>
                  <a:pt x="1338820" y="72889"/>
                </a:cubicBezTo>
                <a:cubicBezTo>
                  <a:pt x="1334877" y="75196"/>
                  <a:pt x="1330524" y="79028"/>
                  <a:pt x="1325761" y="84386"/>
                </a:cubicBezTo>
                <a:lnTo>
                  <a:pt x="1325761" y="157944"/>
                </a:lnTo>
                <a:lnTo>
                  <a:pt x="1305446" y="157944"/>
                </a:lnTo>
                <a:close/>
                <a:moveTo>
                  <a:pt x="152921" y="2010"/>
                </a:moveTo>
                <a:lnTo>
                  <a:pt x="173236" y="2010"/>
                </a:lnTo>
                <a:lnTo>
                  <a:pt x="173236" y="68759"/>
                </a:lnTo>
                <a:cubicBezTo>
                  <a:pt x="181719" y="58415"/>
                  <a:pt x="192249" y="53244"/>
                  <a:pt x="204825" y="53244"/>
                </a:cubicBezTo>
                <a:cubicBezTo>
                  <a:pt x="211671" y="53244"/>
                  <a:pt x="217810" y="54955"/>
                  <a:pt x="223242" y="58378"/>
                </a:cubicBezTo>
                <a:cubicBezTo>
                  <a:pt x="228674" y="61801"/>
                  <a:pt x="232711" y="66527"/>
                  <a:pt x="235353" y="72554"/>
                </a:cubicBezTo>
                <a:cubicBezTo>
                  <a:pt x="237995" y="78582"/>
                  <a:pt x="239316" y="87549"/>
                  <a:pt x="239316" y="99455"/>
                </a:cubicBezTo>
                <a:lnTo>
                  <a:pt x="239316" y="157944"/>
                </a:lnTo>
                <a:lnTo>
                  <a:pt x="219000" y="157944"/>
                </a:lnTo>
                <a:lnTo>
                  <a:pt x="219000" y="94432"/>
                </a:lnTo>
                <a:cubicBezTo>
                  <a:pt x="219000" y="86916"/>
                  <a:pt x="217159" y="80870"/>
                  <a:pt x="213475" y="76293"/>
                </a:cubicBezTo>
                <a:cubicBezTo>
                  <a:pt x="209792" y="71717"/>
                  <a:pt x="204936" y="69429"/>
                  <a:pt x="198909" y="69429"/>
                </a:cubicBezTo>
                <a:cubicBezTo>
                  <a:pt x="194444" y="69429"/>
                  <a:pt x="190239" y="70582"/>
                  <a:pt x="186295" y="72889"/>
                </a:cubicBezTo>
                <a:cubicBezTo>
                  <a:pt x="182352" y="75196"/>
                  <a:pt x="177998" y="79028"/>
                  <a:pt x="173236" y="84386"/>
                </a:cubicBezTo>
                <a:lnTo>
                  <a:pt x="173236" y="157944"/>
                </a:lnTo>
                <a:lnTo>
                  <a:pt x="152921" y="157944"/>
                </a:lnTo>
                <a:close/>
                <a:moveTo>
                  <a:pt x="0" y="1786"/>
                </a:moveTo>
                <a:lnTo>
                  <a:pt x="130262" y="1786"/>
                </a:lnTo>
                <a:lnTo>
                  <a:pt x="130262" y="21655"/>
                </a:lnTo>
                <a:lnTo>
                  <a:pt x="75902" y="21655"/>
                </a:lnTo>
                <a:lnTo>
                  <a:pt x="75902" y="157944"/>
                </a:lnTo>
                <a:lnTo>
                  <a:pt x="53466" y="157944"/>
                </a:lnTo>
                <a:lnTo>
                  <a:pt x="53466" y="21655"/>
                </a:lnTo>
                <a:lnTo>
                  <a:pt x="0" y="21655"/>
                </a:lnTo>
                <a:close/>
                <a:moveTo>
                  <a:pt x="2115592" y="0"/>
                </a:moveTo>
                <a:cubicBezTo>
                  <a:pt x="2119833" y="0"/>
                  <a:pt x="2124856" y="670"/>
                  <a:pt x="2130661" y="2010"/>
                </a:cubicBezTo>
                <a:lnTo>
                  <a:pt x="2130661" y="21878"/>
                </a:lnTo>
                <a:cubicBezTo>
                  <a:pt x="2127386" y="20688"/>
                  <a:pt x="2124261" y="20092"/>
                  <a:pt x="2121284" y="20092"/>
                </a:cubicBezTo>
                <a:cubicBezTo>
                  <a:pt x="2113322" y="20092"/>
                  <a:pt x="2107797" y="22213"/>
                  <a:pt x="2104709" y="26455"/>
                </a:cubicBezTo>
                <a:cubicBezTo>
                  <a:pt x="2101620" y="30696"/>
                  <a:pt x="2100076" y="38249"/>
                  <a:pt x="2100076" y="49114"/>
                </a:cubicBezTo>
                <a:lnTo>
                  <a:pt x="2100076" y="55253"/>
                </a:lnTo>
                <a:lnTo>
                  <a:pt x="2118382" y="55253"/>
                </a:lnTo>
                <a:lnTo>
                  <a:pt x="2118382" y="73559"/>
                </a:lnTo>
                <a:lnTo>
                  <a:pt x="2100076" y="73559"/>
                </a:lnTo>
                <a:lnTo>
                  <a:pt x="2100076" y="157944"/>
                </a:lnTo>
                <a:lnTo>
                  <a:pt x="2079761" y="157944"/>
                </a:lnTo>
                <a:lnTo>
                  <a:pt x="2079761" y="73559"/>
                </a:lnTo>
                <a:lnTo>
                  <a:pt x="2065027" y="73559"/>
                </a:lnTo>
                <a:lnTo>
                  <a:pt x="2065027" y="55253"/>
                </a:lnTo>
                <a:lnTo>
                  <a:pt x="2079761" y="55253"/>
                </a:lnTo>
                <a:lnTo>
                  <a:pt x="2079761" y="49114"/>
                </a:lnTo>
                <a:cubicBezTo>
                  <a:pt x="2079761" y="32594"/>
                  <a:pt x="2083277" y="20278"/>
                  <a:pt x="2090310" y="12167"/>
                </a:cubicBezTo>
                <a:cubicBezTo>
                  <a:pt x="2097342" y="4056"/>
                  <a:pt x="2105769" y="0"/>
                  <a:pt x="2115592" y="0"/>
                </a:cubicBezTo>
                <a:close/>
                <a:moveTo>
                  <a:pt x="1220242" y="0"/>
                </a:moveTo>
                <a:cubicBezTo>
                  <a:pt x="1224483" y="0"/>
                  <a:pt x="1229506" y="670"/>
                  <a:pt x="1235311" y="2010"/>
                </a:cubicBezTo>
                <a:lnTo>
                  <a:pt x="1235311" y="21878"/>
                </a:lnTo>
                <a:cubicBezTo>
                  <a:pt x="1232036" y="20688"/>
                  <a:pt x="1228911" y="20092"/>
                  <a:pt x="1225934" y="20092"/>
                </a:cubicBezTo>
                <a:cubicBezTo>
                  <a:pt x="1217972" y="20092"/>
                  <a:pt x="1212447" y="22213"/>
                  <a:pt x="1209359" y="26455"/>
                </a:cubicBezTo>
                <a:cubicBezTo>
                  <a:pt x="1206270" y="30696"/>
                  <a:pt x="1204726" y="38249"/>
                  <a:pt x="1204726" y="49114"/>
                </a:cubicBezTo>
                <a:lnTo>
                  <a:pt x="1204726" y="55253"/>
                </a:lnTo>
                <a:lnTo>
                  <a:pt x="1223032" y="55253"/>
                </a:lnTo>
                <a:lnTo>
                  <a:pt x="1223032" y="73559"/>
                </a:lnTo>
                <a:lnTo>
                  <a:pt x="1204726" y="73559"/>
                </a:lnTo>
                <a:lnTo>
                  <a:pt x="1204726" y="157944"/>
                </a:lnTo>
                <a:lnTo>
                  <a:pt x="1184411" y="157944"/>
                </a:lnTo>
                <a:lnTo>
                  <a:pt x="1184411" y="73559"/>
                </a:lnTo>
                <a:lnTo>
                  <a:pt x="1169677" y="73559"/>
                </a:lnTo>
                <a:lnTo>
                  <a:pt x="1169677" y="55253"/>
                </a:lnTo>
                <a:lnTo>
                  <a:pt x="1184411" y="55253"/>
                </a:lnTo>
                <a:lnTo>
                  <a:pt x="1184411" y="49114"/>
                </a:lnTo>
                <a:cubicBezTo>
                  <a:pt x="1184411" y="32594"/>
                  <a:pt x="1187927" y="20278"/>
                  <a:pt x="1194959" y="12167"/>
                </a:cubicBezTo>
                <a:cubicBezTo>
                  <a:pt x="1201992" y="4056"/>
                  <a:pt x="1210419" y="0"/>
                  <a:pt x="1220242" y="0"/>
                </a:cubicBezTo>
                <a:close/>
                <a:moveTo>
                  <a:pt x="477292" y="0"/>
                </a:moveTo>
                <a:cubicBezTo>
                  <a:pt x="481533" y="0"/>
                  <a:pt x="486556" y="670"/>
                  <a:pt x="492361" y="2010"/>
                </a:cubicBezTo>
                <a:lnTo>
                  <a:pt x="492361" y="21878"/>
                </a:lnTo>
                <a:cubicBezTo>
                  <a:pt x="489086" y="20688"/>
                  <a:pt x="485961" y="20092"/>
                  <a:pt x="482984" y="20092"/>
                </a:cubicBezTo>
                <a:cubicBezTo>
                  <a:pt x="475022" y="20092"/>
                  <a:pt x="469497" y="22213"/>
                  <a:pt x="466409" y="26455"/>
                </a:cubicBezTo>
                <a:cubicBezTo>
                  <a:pt x="463320" y="30696"/>
                  <a:pt x="461776" y="38249"/>
                  <a:pt x="461776" y="49114"/>
                </a:cubicBezTo>
                <a:lnTo>
                  <a:pt x="461776" y="55253"/>
                </a:lnTo>
                <a:lnTo>
                  <a:pt x="480082" y="55253"/>
                </a:lnTo>
                <a:lnTo>
                  <a:pt x="480082" y="73559"/>
                </a:lnTo>
                <a:lnTo>
                  <a:pt x="461776" y="73559"/>
                </a:lnTo>
                <a:lnTo>
                  <a:pt x="461776" y="157944"/>
                </a:lnTo>
                <a:lnTo>
                  <a:pt x="441461" y="157944"/>
                </a:lnTo>
                <a:lnTo>
                  <a:pt x="441461" y="73559"/>
                </a:lnTo>
                <a:lnTo>
                  <a:pt x="426727" y="73559"/>
                </a:lnTo>
                <a:lnTo>
                  <a:pt x="426727" y="55253"/>
                </a:lnTo>
                <a:lnTo>
                  <a:pt x="441461" y="55253"/>
                </a:lnTo>
                <a:lnTo>
                  <a:pt x="441461" y="49114"/>
                </a:lnTo>
                <a:cubicBezTo>
                  <a:pt x="441461" y="32594"/>
                  <a:pt x="444977" y="20278"/>
                  <a:pt x="452010" y="12167"/>
                </a:cubicBezTo>
                <a:cubicBezTo>
                  <a:pt x="459042" y="4056"/>
                  <a:pt x="467469" y="0"/>
                  <a:pt x="477292" y="0"/>
                </a:cubicBezTo>
                <a:close/>
              </a:path>
            </a:pathLst>
          </a:custGeom>
          <a:solidFill>
            <a:schemeClr val="accent6"/>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solidFill>
                <a:schemeClr val="accent6"/>
              </a:solidFill>
            </a:endParaRP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4867005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bwMode="gray">
          <a:xfrm>
            <a:off x="554736" y="1018871"/>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bwMode="gray">
          <a:xfrm>
            <a:off x="554735" y="32072"/>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bwMode="gray">
          <a:xfrm>
            <a:off x="554736" y="553362"/>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b="0" dirty="0">
                <a:solidFill>
                  <a:schemeClr val="accent1"/>
                </a:solidFill>
              </a:defRPr>
            </a:lvl1pPr>
          </a:lstStyle>
          <a:p>
            <a:pPr lvl="0"/>
            <a:r>
              <a:rPr lang="en-US"/>
              <a:t>Click to edit Master title style</a:t>
            </a:r>
          </a:p>
        </p:txBody>
      </p:sp>
      <p:sp>
        <p:nvSpPr>
          <p:cNvPr id="4" name="Freeform 3">
            <a:extLst>
              <a:ext uri="{FF2B5EF4-FFF2-40B4-BE49-F238E27FC236}">
                <a16:creationId xmlns:a16="http://schemas.microsoft.com/office/drawing/2014/main" id="{ED799FA4-63B2-73CE-CE04-97EFE1B3174E}"/>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3545098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bwMode="gray">
          <a:xfrm>
            <a:off x="554736" y="1709928"/>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7" name="Freeform 3">
            <a:extLst>
              <a:ext uri="{FF2B5EF4-FFF2-40B4-BE49-F238E27FC236}">
                <a16:creationId xmlns:a16="http://schemas.microsoft.com/office/drawing/2014/main" id="{808859B3-4849-87AD-79B1-4912D8A2EFDC}"/>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11743015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bwMode="gray">
          <a:xfrm>
            <a:off x="554736" y="3236640"/>
            <a:ext cx="5065776" cy="384721"/>
          </a:xfrm>
          <a:prstGeom prst="rect">
            <a:avLst/>
          </a:prstGeom>
        </p:spPr>
        <p:txBody>
          <a:bodyPr vert="horz" rIns="365760" anchor="ctr">
            <a:sp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6"/>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6" name="Freeform 3">
            <a:extLst>
              <a:ext uri="{FF2B5EF4-FFF2-40B4-BE49-F238E27FC236}">
                <a16:creationId xmlns:a16="http://schemas.microsoft.com/office/drawing/2014/main" id="{7B7BA763-A257-39FB-565D-E07690545CF4}"/>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pSp>
        <p:nvGrpSpPr>
          <p:cNvPr id="10" name="Graphic 15">
            <a:extLst>
              <a:ext uri="{FF2B5EF4-FFF2-40B4-BE49-F238E27FC236}">
                <a16:creationId xmlns:a16="http://schemas.microsoft.com/office/drawing/2014/main" id="{313A225E-B111-F5EE-9221-2CEB9A49A29D}"/>
              </a:ext>
            </a:extLst>
          </p:cNvPr>
          <p:cNvGrpSpPr/>
          <p:nvPr userDrawn="1"/>
        </p:nvGrpSpPr>
        <p:grpSpPr>
          <a:xfrm>
            <a:off x="0" y="1133665"/>
            <a:ext cx="12192063" cy="5724398"/>
            <a:chOff x="0" y="1133665"/>
            <a:chExt cx="12192063" cy="5724398"/>
          </a:xfrm>
          <a:solidFill>
            <a:srgbClr val="E0E1DD">
              <a:alpha val="50000"/>
            </a:srgbClr>
          </a:solidFill>
        </p:grpSpPr>
        <p:sp>
          <p:nvSpPr>
            <p:cNvPr id="11" name="Freeform 18">
              <a:extLst>
                <a:ext uri="{FF2B5EF4-FFF2-40B4-BE49-F238E27FC236}">
                  <a16:creationId xmlns:a16="http://schemas.microsoft.com/office/drawing/2014/main" id="{95C75729-02E3-551F-81D1-329A1EE89A1F}"/>
                </a:ext>
              </a:extLst>
            </p:cNvPr>
            <p:cNvSpPr/>
            <p:nvPr/>
          </p:nvSpPr>
          <p:spPr>
            <a:xfrm>
              <a:off x="6968426" y="1133665"/>
              <a:ext cx="4761356" cy="5724334"/>
            </a:xfrm>
            <a:custGeom>
              <a:avLst/>
              <a:gdLst>
                <a:gd name="connsiteX0" fmla="*/ 3240659 w 4761356"/>
                <a:gd name="connsiteY0" fmla="*/ 2491613 h 5724334"/>
                <a:gd name="connsiteX1" fmla="*/ 1605979 w 4761356"/>
                <a:gd name="connsiteY1" fmla="*/ 594614 h 5724334"/>
                <a:gd name="connsiteX2" fmla="*/ 1605915 w 4761356"/>
                <a:gd name="connsiteY2" fmla="*/ 594614 h 5724334"/>
                <a:gd name="connsiteX3" fmla="*/ 0 w 4761356"/>
                <a:gd name="connsiteY3" fmla="*/ 37275 h 5724334"/>
                <a:gd name="connsiteX4" fmla="*/ 396367 w 4761356"/>
                <a:gd name="connsiteY4" fmla="*/ 29337 h 5724334"/>
                <a:gd name="connsiteX5" fmla="*/ 396494 w 4761356"/>
                <a:gd name="connsiteY5" fmla="*/ 29337 h 5724334"/>
                <a:gd name="connsiteX6" fmla="*/ 4615243 w 4761356"/>
                <a:gd name="connsiteY6" fmla="*/ 5724335 h 5724334"/>
                <a:gd name="connsiteX7" fmla="*/ 4761357 w 4761356"/>
                <a:gd name="connsiteY7" fmla="*/ 5724335 h 5724334"/>
                <a:gd name="connsiteX8" fmla="*/ 3240659 w 4761356"/>
                <a:gd name="connsiteY8" fmla="*/ 2491613 h 5724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1356" h="5724334">
                  <a:moveTo>
                    <a:pt x="3240659" y="2491613"/>
                  </a:moveTo>
                  <a:cubicBezTo>
                    <a:pt x="2770378" y="1801305"/>
                    <a:pt x="2252980" y="1129412"/>
                    <a:pt x="1605979" y="594614"/>
                  </a:cubicBezTo>
                  <a:lnTo>
                    <a:pt x="1605915" y="594614"/>
                  </a:lnTo>
                  <a:cubicBezTo>
                    <a:pt x="1124394" y="200660"/>
                    <a:pt x="648271" y="-110045"/>
                    <a:pt x="0" y="37275"/>
                  </a:cubicBezTo>
                  <a:cubicBezTo>
                    <a:pt x="131699" y="18733"/>
                    <a:pt x="264605" y="13399"/>
                    <a:pt x="396367" y="29337"/>
                  </a:cubicBezTo>
                  <a:cubicBezTo>
                    <a:pt x="396430" y="29337"/>
                    <a:pt x="396494" y="29337"/>
                    <a:pt x="396494" y="29337"/>
                  </a:cubicBezTo>
                  <a:cubicBezTo>
                    <a:pt x="2124519" y="359156"/>
                    <a:pt x="4301807" y="4069969"/>
                    <a:pt x="4615243" y="5724335"/>
                  </a:cubicBezTo>
                  <a:lnTo>
                    <a:pt x="4761357" y="5724335"/>
                  </a:lnTo>
                  <a:cubicBezTo>
                    <a:pt x="4517644" y="4556189"/>
                    <a:pt x="3905123" y="3468244"/>
                    <a:pt x="3240659" y="249161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2" name="Freeform 19">
              <a:extLst>
                <a:ext uri="{FF2B5EF4-FFF2-40B4-BE49-F238E27FC236}">
                  <a16:creationId xmlns:a16="http://schemas.microsoft.com/office/drawing/2014/main" id="{4429A5C0-FFB2-82AC-96BF-7690CCAA89BA}"/>
                </a:ext>
              </a:extLst>
            </p:cNvPr>
            <p:cNvSpPr/>
            <p:nvPr/>
          </p:nvSpPr>
          <p:spPr>
            <a:xfrm>
              <a:off x="0" y="3931158"/>
              <a:ext cx="2406142" cy="1617595"/>
            </a:xfrm>
            <a:custGeom>
              <a:avLst/>
              <a:gdLst>
                <a:gd name="connsiteX0" fmla="*/ 1290003 w 2406142"/>
                <a:gd name="connsiteY0" fmla="*/ 1602041 h 1617595"/>
                <a:gd name="connsiteX1" fmla="*/ 2302637 w 2406142"/>
                <a:gd name="connsiteY1" fmla="*/ 1316926 h 1617595"/>
                <a:gd name="connsiteX2" fmla="*/ 2302891 w 2406142"/>
                <a:gd name="connsiteY2" fmla="*/ 1316800 h 1617595"/>
                <a:gd name="connsiteX3" fmla="*/ 2329498 w 2406142"/>
                <a:gd name="connsiteY3" fmla="*/ 1297178 h 1617595"/>
                <a:gd name="connsiteX4" fmla="*/ 2395347 w 2406142"/>
                <a:gd name="connsiteY4" fmla="*/ 1246569 h 1617595"/>
                <a:gd name="connsiteX5" fmla="*/ 2406142 w 2406142"/>
                <a:gd name="connsiteY5" fmla="*/ 1237933 h 1617595"/>
                <a:gd name="connsiteX6" fmla="*/ 0 w 2406142"/>
                <a:gd name="connsiteY6" fmla="*/ 0 h 1617595"/>
                <a:gd name="connsiteX7" fmla="*/ 0 w 2406142"/>
                <a:gd name="connsiteY7" fmla="*/ 166751 h 1617595"/>
                <a:gd name="connsiteX8" fmla="*/ 2354199 w 2406142"/>
                <a:gd name="connsiteY8" fmla="*/ 1274382 h 1617595"/>
                <a:gd name="connsiteX9" fmla="*/ 0 w 2406142"/>
                <a:gd name="connsiteY9" fmla="*/ 329946 h 1617595"/>
                <a:gd name="connsiteX10" fmla="*/ 0 w 2406142"/>
                <a:gd name="connsiteY10" fmla="*/ 489267 h 1617595"/>
                <a:gd name="connsiteX11" fmla="*/ 2282444 w 2406142"/>
                <a:gd name="connsiteY11" fmla="*/ 1319847 h 1617595"/>
                <a:gd name="connsiteX12" fmla="*/ 2275586 w 2406142"/>
                <a:gd name="connsiteY12" fmla="*/ 1323975 h 1617595"/>
                <a:gd name="connsiteX13" fmla="*/ 2275396 w 2406142"/>
                <a:gd name="connsiteY13" fmla="*/ 1324039 h 1617595"/>
                <a:gd name="connsiteX14" fmla="*/ 2275205 w 2406142"/>
                <a:gd name="connsiteY14" fmla="*/ 1324165 h 1617595"/>
                <a:gd name="connsiteX15" fmla="*/ 2266442 w 2406142"/>
                <a:gd name="connsiteY15" fmla="*/ 1329436 h 1617595"/>
                <a:gd name="connsiteX16" fmla="*/ 1629410 w 2406142"/>
                <a:gd name="connsiteY16" fmla="*/ 1532001 h 1617595"/>
                <a:gd name="connsiteX17" fmla="*/ 0 w 2406142"/>
                <a:gd name="connsiteY17" fmla="*/ 945578 h 1617595"/>
                <a:gd name="connsiteX18" fmla="*/ 0 w 2406142"/>
                <a:gd name="connsiteY18" fmla="*/ 1091946 h 1617595"/>
                <a:gd name="connsiteX19" fmla="*/ 1290003 w 2406142"/>
                <a:gd name="connsiteY19" fmla="*/ 1602041 h 161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06142" h="1617595">
                  <a:moveTo>
                    <a:pt x="1290003" y="1602041"/>
                  </a:moveTo>
                  <a:cubicBezTo>
                    <a:pt x="1652270" y="1664462"/>
                    <a:pt x="2012823" y="1532890"/>
                    <a:pt x="2302637" y="1316926"/>
                  </a:cubicBezTo>
                  <a:cubicBezTo>
                    <a:pt x="2302637" y="1316863"/>
                    <a:pt x="2302828" y="1316800"/>
                    <a:pt x="2302891" y="1316800"/>
                  </a:cubicBezTo>
                  <a:cubicBezTo>
                    <a:pt x="2311845" y="1310259"/>
                    <a:pt x="2320735" y="1303909"/>
                    <a:pt x="2329498" y="1297178"/>
                  </a:cubicBezTo>
                  <a:cubicBezTo>
                    <a:pt x="2351659" y="1280858"/>
                    <a:pt x="2373630" y="1263714"/>
                    <a:pt x="2395347" y="1246569"/>
                  </a:cubicBezTo>
                  <a:cubicBezTo>
                    <a:pt x="2398903" y="1243711"/>
                    <a:pt x="2402523" y="1240790"/>
                    <a:pt x="2406142" y="1237933"/>
                  </a:cubicBezTo>
                  <a:cubicBezTo>
                    <a:pt x="1508506" y="1098550"/>
                    <a:pt x="711518" y="535622"/>
                    <a:pt x="0" y="0"/>
                  </a:cubicBezTo>
                  <a:lnTo>
                    <a:pt x="0" y="166751"/>
                  </a:lnTo>
                  <a:cubicBezTo>
                    <a:pt x="691452" y="663892"/>
                    <a:pt x="1482979" y="1218501"/>
                    <a:pt x="2354199" y="1274382"/>
                  </a:cubicBezTo>
                  <a:cubicBezTo>
                    <a:pt x="1657096" y="1451546"/>
                    <a:pt x="565912" y="729044"/>
                    <a:pt x="0" y="329946"/>
                  </a:cubicBezTo>
                  <a:lnTo>
                    <a:pt x="0" y="489267"/>
                  </a:lnTo>
                  <a:cubicBezTo>
                    <a:pt x="657479" y="921004"/>
                    <a:pt x="1469263" y="1462088"/>
                    <a:pt x="2282444" y="1319847"/>
                  </a:cubicBezTo>
                  <a:cubicBezTo>
                    <a:pt x="2280158" y="1321245"/>
                    <a:pt x="2277872" y="1322578"/>
                    <a:pt x="2275586" y="1323975"/>
                  </a:cubicBezTo>
                  <a:cubicBezTo>
                    <a:pt x="2275523" y="1323975"/>
                    <a:pt x="2275459" y="1324039"/>
                    <a:pt x="2275396" y="1324039"/>
                  </a:cubicBezTo>
                  <a:cubicBezTo>
                    <a:pt x="2275332" y="1324039"/>
                    <a:pt x="2275269" y="1324165"/>
                    <a:pt x="2275205" y="1324165"/>
                  </a:cubicBezTo>
                  <a:cubicBezTo>
                    <a:pt x="2272284" y="1326007"/>
                    <a:pt x="2269363" y="1327658"/>
                    <a:pt x="2266442" y="1329436"/>
                  </a:cubicBezTo>
                  <a:cubicBezTo>
                    <a:pt x="2073339" y="1444308"/>
                    <a:pt x="1855216" y="1522603"/>
                    <a:pt x="1629410" y="1532001"/>
                  </a:cubicBezTo>
                  <a:cubicBezTo>
                    <a:pt x="1044258" y="1528763"/>
                    <a:pt x="494411" y="1240536"/>
                    <a:pt x="0" y="945578"/>
                  </a:cubicBezTo>
                  <a:lnTo>
                    <a:pt x="0" y="1091946"/>
                  </a:lnTo>
                  <a:cubicBezTo>
                    <a:pt x="398590" y="1330389"/>
                    <a:pt x="833501" y="1526032"/>
                    <a:pt x="1290003" y="160204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3" name="Freeform 20">
              <a:extLst>
                <a:ext uri="{FF2B5EF4-FFF2-40B4-BE49-F238E27FC236}">
                  <a16:creationId xmlns:a16="http://schemas.microsoft.com/office/drawing/2014/main" id="{2C2EC4E0-9C0B-620D-05C1-423619B686E1}"/>
                </a:ext>
              </a:extLst>
            </p:cNvPr>
            <p:cNvSpPr/>
            <p:nvPr/>
          </p:nvSpPr>
          <p:spPr>
            <a:xfrm>
              <a:off x="0" y="4576000"/>
              <a:ext cx="2257615" cy="811554"/>
            </a:xfrm>
            <a:custGeom>
              <a:avLst/>
              <a:gdLst>
                <a:gd name="connsiteX0" fmla="*/ 2257616 w 2257615"/>
                <a:gd name="connsiteY0" fmla="*/ 687578 h 811554"/>
                <a:gd name="connsiteX1" fmla="*/ 0 w 2257615"/>
                <a:gd name="connsiteY1" fmla="*/ 0 h 811554"/>
                <a:gd name="connsiteX2" fmla="*/ 0 w 2257615"/>
                <a:gd name="connsiteY2" fmla="*/ 151955 h 811554"/>
                <a:gd name="connsiteX3" fmla="*/ 2257616 w 2257615"/>
                <a:gd name="connsiteY3" fmla="*/ 687515 h 811554"/>
              </a:gdLst>
              <a:ahLst/>
              <a:cxnLst>
                <a:cxn ang="0">
                  <a:pos x="connsiteX0" y="connsiteY0"/>
                </a:cxn>
                <a:cxn ang="0">
                  <a:pos x="connsiteX1" y="connsiteY1"/>
                </a:cxn>
                <a:cxn ang="0">
                  <a:pos x="connsiteX2" y="connsiteY2"/>
                </a:cxn>
                <a:cxn ang="0">
                  <a:pos x="connsiteX3" y="connsiteY3"/>
                </a:cxn>
              </a:cxnLst>
              <a:rect l="l" t="t" r="r" b="b"/>
              <a:pathLst>
                <a:path w="2257615" h="811554">
                  <a:moveTo>
                    <a:pt x="2257616" y="687578"/>
                  </a:moveTo>
                  <a:cubicBezTo>
                    <a:pt x="1491044" y="937133"/>
                    <a:pt x="631254" y="400685"/>
                    <a:pt x="0" y="0"/>
                  </a:cubicBezTo>
                  <a:lnTo>
                    <a:pt x="0" y="151955"/>
                  </a:lnTo>
                  <a:cubicBezTo>
                    <a:pt x="645732" y="547179"/>
                    <a:pt x="1512189" y="1047877"/>
                    <a:pt x="2257616" y="687515"/>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4" name="Freeform 21">
              <a:extLst>
                <a:ext uri="{FF2B5EF4-FFF2-40B4-BE49-F238E27FC236}">
                  <a16:creationId xmlns:a16="http://schemas.microsoft.com/office/drawing/2014/main" id="{8B0B5E38-BCCC-B7A1-A095-F45643604E65}"/>
                </a:ext>
              </a:extLst>
            </p:cNvPr>
            <p:cNvSpPr/>
            <p:nvPr/>
          </p:nvSpPr>
          <p:spPr>
            <a:xfrm>
              <a:off x="9535159" y="1434714"/>
              <a:ext cx="2656840" cy="1932817"/>
            </a:xfrm>
            <a:custGeom>
              <a:avLst/>
              <a:gdLst>
                <a:gd name="connsiteX0" fmla="*/ 2045526 w 2656840"/>
                <a:gd name="connsiteY0" fmla="*/ 1145735 h 1932817"/>
                <a:gd name="connsiteX1" fmla="*/ 0 w 2656840"/>
                <a:gd name="connsiteY1" fmla="*/ 67 h 1932817"/>
                <a:gd name="connsiteX2" fmla="*/ 2656840 w 2656840"/>
                <a:gd name="connsiteY2" fmla="*/ 1932817 h 1932817"/>
                <a:gd name="connsiteX3" fmla="*/ 2656840 w 2656840"/>
                <a:gd name="connsiteY3" fmla="*/ 1748096 h 1932817"/>
                <a:gd name="connsiteX4" fmla="*/ 2045526 w 2656840"/>
                <a:gd name="connsiteY4" fmla="*/ 1145671 h 193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840" h="1932817">
                  <a:moveTo>
                    <a:pt x="2045526" y="1145735"/>
                  </a:moveTo>
                  <a:cubicBezTo>
                    <a:pt x="1470787" y="642243"/>
                    <a:pt x="808165" y="-7616"/>
                    <a:pt x="0" y="67"/>
                  </a:cubicBezTo>
                  <a:cubicBezTo>
                    <a:pt x="1059688" y="154182"/>
                    <a:pt x="1931480" y="1205361"/>
                    <a:pt x="2656840" y="1932817"/>
                  </a:cubicBezTo>
                  <a:lnTo>
                    <a:pt x="2656840" y="1748096"/>
                  </a:lnTo>
                  <a:cubicBezTo>
                    <a:pt x="2459101" y="1541149"/>
                    <a:pt x="2255647" y="1339791"/>
                    <a:pt x="2045526" y="114567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5" name="Freeform 22">
              <a:extLst>
                <a:ext uri="{FF2B5EF4-FFF2-40B4-BE49-F238E27FC236}">
                  <a16:creationId xmlns:a16="http://schemas.microsoft.com/office/drawing/2014/main" id="{616A2F31-6CE8-9384-6732-96C9730B9417}"/>
                </a:ext>
              </a:extLst>
            </p:cNvPr>
            <p:cNvSpPr/>
            <p:nvPr/>
          </p:nvSpPr>
          <p:spPr>
            <a:xfrm>
              <a:off x="0" y="2915157"/>
              <a:ext cx="2789237" cy="1971420"/>
            </a:xfrm>
            <a:custGeom>
              <a:avLst/>
              <a:gdLst>
                <a:gd name="connsiteX0" fmla="*/ 2410524 w 2789237"/>
                <a:gd name="connsiteY0" fmla="*/ 1831594 h 1971420"/>
                <a:gd name="connsiteX1" fmla="*/ 2719007 w 2789237"/>
                <a:gd name="connsiteY1" fmla="*/ 1971421 h 1971420"/>
                <a:gd name="connsiteX2" fmla="*/ 2789238 w 2789237"/>
                <a:gd name="connsiteY2" fmla="*/ 1901698 h 1971420"/>
                <a:gd name="connsiteX3" fmla="*/ 0 w 2789237"/>
                <a:gd name="connsiteY3" fmla="*/ 0 h 1971420"/>
                <a:gd name="connsiteX4" fmla="*/ 0 w 2789237"/>
                <a:gd name="connsiteY4" fmla="*/ 153670 h 1971420"/>
                <a:gd name="connsiteX5" fmla="*/ 2410524 w 2789237"/>
                <a:gd name="connsiteY5" fmla="*/ 1831594 h 1971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9237" h="1971420">
                  <a:moveTo>
                    <a:pt x="2410524" y="1831594"/>
                  </a:moveTo>
                  <a:cubicBezTo>
                    <a:pt x="2510981" y="1881124"/>
                    <a:pt x="2613978" y="1928495"/>
                    <a:pt x="2719007" y="1971421"/>
                  </a:cubicBezTo>
                  <a:cubicBezTo>
                    <a:pt x="2742565" y="1948307"/>
                    <a:pt x="2765933" y="1925066"/>
                    <a:pt x="2789238" y="1901698"/>
                  </a:cubicBezTo>
                  <a:cubicBezTo>
                    <a:pt x="1773301" y="1429576"/>
                    <a:pt x="837057" y="773430"/>
                    <a:pt x="0" y="0"/>
                  </a:cubicBezTo>
                  <a:lnTo>
                    <a:pt x="0" y="153670"/>
                  </a:lnTo>
                  <a:cubicBezTo>
                    <a:pt x="731139" y="806260"/>
                    <a:pt x="1530477" y="1395413"/>
                    <a:pt x="2410524" y="1831594"/>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6" name="Freeform 23">
              <a:extLst>
                <a:ext uri="{FF2B5EF4-FFF2-40B4-BE49-F238E27FC236}">
                  <a16:creationId xmlns:a16="http://schemas.microsoft.com/office/drawing/2014/main" id="{D9967B0A-4DA9-74FF-199A-134144534A1E}"/>
                </a:ext>
              </a:extLst>
            </p:cNvPr>
            <p:cNvSpPr/>
            <p:nvPr/>
          </p:nvSpPr>
          <p:spPr>
            <a:xfrm>
              <a:off x="0" y="3241992"/>
              <a:ext cx="2650108" cy="1773872"/>
            </a:xfrm>
            <a:custGeom>
              <a:avLst/>
              <a:gdLst>
                <a:gd name="connsiteX0" fmla="*/ 2199450 w 2650108"/>
                <a:gd name="connsiteY0" fmla="*/ 1624965 h 1773872"/>
                <a:gd name="connsiteX1" fmla="*/ 2583434 w 2650108"/>
                <a:gd name="connsiteY1" fmla="*/ 1773873 h 1773872"/>
                <a:gd name="connsiteX2" fmla="*/ 2650109 w 2650108"/>
                <a:gd name="connsiteY2" fmla="*/ 1711325 h 1773872"/>
                <a:gd name="connsiteX3" fmla="*/ 0 w 2650108"/>
                <a:gd name="connsiteY3" fmla="*/ 0 h 1773872"/>
                <a:gd name="connsiteX4" fmla="*/ 0 w 2650108"/>
                <a:gd name="connsiteY4" fmla="*/ 173927 h 1773872"/>
                <a:gd name="connsiteX5" fmla="*/ 2199450 w 2650108"/>
                <a:gd name="connsiteY5" fmla="*/ 1624902 h 1773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0108" h="1773872">
                  <a:moveTo>
                    <a:pt x="2199450" y="1624965"/>
                  </a:moveTo>
                  <a:cubicBezTo>
                    <a:pt x="2325116" y="1681988"/>
                    <a:pt x="2453323" y="1732788"/>
                    <a:pt x="2583434" y="1773873"/>
                  </a:cubicBezTo>
                  <a:cubicBezTo>
                    <a:pt x="2605786" y="1753298"/>
                    <a:pt x="2628011" y="1732407"/>
                    <a:pt x="2650109" y="1711325"/>
                  </a:cubicBezTo>
                  <a:cubicBezTo>
                    <a:pt x="1666939" y="1321689"/>
                    <a:pt x="794893" y="688785"/>
                    <a:pt x="0" y="0"/>
                  </a:cubicBezTo>
                  <a:lnTo>
                    <a:pt x="0" y="173927"/>
                  </a:lnTo>
                  <a:cubicBezTo>
                    <a:pt x="667957" y="744665"/>
                    <a:pt x="1397445" y="1259904"/>
                    <a:pt x="2199450" y="1624902"/>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7" name="Freeform 24">
              <a:extLst>
                <a:ext uri="{FF2B5EF4-FFF2-40B4-BE49-F238E27FC236}">
                  <a16:creationId xmlns:a16="http://schemas.microsoft.com/office/drawing/2014/main" id="{0DE39DF5-9D4E-248A-FED8-2E2C53D92361}"/>
                </a:ext>
              </a:extLst>
            </p:cNvPr>
            <p:cNvSpPr/>
            <p:nvPr/>
          </p:nvSpPr>
          <p:spPr>
            <a:xfrm>
              <a:off x="0" y="3589337"/>
              <a:ext cx="2519235" cy="1535684"/>
            </a:xfrm>
            <a:custGeom>
              <a:avLst/>
              <a:gdLst>
                <a:gd name="connsiteX0" fmla="*/ 1983486 w 2519235"/>
                <a:gd name="connsiteY0" fmla="*/ 1393253 h 1535684"/>
                <a:gd name="connsiteX1" fmla="*/ 2459736 w 2519235"/>
                <a:gd name="connsiteY1" fmla="*/ 1535684 h 1535684"/>
                <a:gd name="connsiteX2" fmla="*/ 2519236 w 2519235"/>
                <a:gd name="connsiteY2" fmla="*/ 1484376 h 1535684"/>
                <a:gd name="connsiteX3" fmla="*/ 2519045 w 2519235"/>
                <a:gd name="connsiteY3" fmla="*/ 1484376 h 1535684"/>
                <a:gd name="connsiteX4" fmla="*/ 0 w 2519235"/>
                <a:gd name="connsiteY4" fmla="*/ 0 h 1535684"/>
                <a:gd name="connsiteX5" fmla="*/ 0 w 2519235"/>
                <a:gd name="connsiteY5" fmla="*/ 171958 h 1535684"/>
                <a:gd name="connsiteX6" fmla="*/ 1983486 w 2519235"/>
                <a:gd name="connsiteY6" fmla="*/ 1393190 h 153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9235" h="1535684">
                  <a:moveTo>
                    <a:pt x="1983486" y="1393253"/>
                  </a:moveTo>
                  <a:cubicBezTo>
                    <a:pt x="2141538" y="1457452"/>
                    <a:pt x="2300415" y="1506347"/>
                    <a:pt x="2459736" y="1535684"/>
                  </a:cubicBezTo>
                  <a:cubicBezTo>
                    <a:pt x="2479675" y="1518857"/>
                    <a:pt x="2499551" y="1501775"/>
                    <a:pt x="2519236" y="1484376"/>
                  </a:cubicBezTo>
                  <a:cubicBezTo>
                    <a:pt x="2519172" y="1484376"/>
                    <a:pt x="2519109" y="1484376"/>
                    <a:pt x="2519045" y="1484376"/>
                  </a:cubicBezTo>
                  <a:cubicBezTo>
                    <a:pt x="1578547" y="1201928"/>
                    <a:pt x="753491" y="614363"/>
                    <a:pt x="0" y="0"/>
                  </a:cubicBezTo>
                  <a:lnTo>
                    <a:pt x="0" y="171958"/>
                  </a:lnTo>
                  <a:cubicBezTo>
                    <a:pt x="603123" y="660209"/>
                    <a:pt x="1262190" y="1099566"/>
                    <a:pt x="1983486" y="1393190"/>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8" name="Freeform 25">
              <a:extLst>
                <a:ext uri="{FF2B5EF4-FFF2-40B4-BE49-F238E27FC236}">
                  <a16:creationId xmlns:a16="http://schemas.microsoft.com/office/drawing/2014/main" id="{724B678A-BB2B-453C-D06F-4F0526AF39C8}"/>
                </a:ext>
              </a:extLst>
            </p:cNvPr>
            <p:cNvSpPr/>
            <p:nvPr/>
          </p:nvSpPr>
          <p:spPr>
            <a:xfrm>
              <a:off x="9180576" y="1264850"/>
              <a:ext cx="3011423" cy="1498669"/>
            </a:xfrm>
            <a:custGeom>
              <a:avLst/>
              <a:gdLst>
                <a:gd name="connsiteX0" fmla="*/ 2685225 w 3011423"/>
                <a:gd name="connsiteY0" fmla="*/ 1099763 h 1498669"/>
                <a:gd name="connsiteX1" fmla="*/ 0 w 3011423"/>
                <a:gd name="connsiteY1" fmla="*/ 128085 h 1498669"/>
                <a:gd name="connsiteX2" fmla="*/ 147130 w 3011423"/>
                <a:gd name="connsiteY2" fmla="*/ 150183 h 1498669"/>
                <a:gd name="connsiteX3" fmla="*/ 3011424 w 3011423"/>
                <a:gd name="connsiteY3" fmla="*/ 1498670 h 1498669"/>
                <a:gd name="connsiteX4" fmla="*/ 3011424 w 3011423"/>
                <a:gd name="connsiteY4" fmla="*/ 1398720 h 1498669"/>
                <a:gd name="connsiteX5" fmla="*/ 2685225 w 3011423"/>
                <a:gd name="connsiteY5" fmla="*/ 1099763 h 149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1423" h="1498669">
                  <a:moveTo>
                    <a:pt x="2685225" y="1099763"/>
                  </a:moveTo>
                  <a:cubicBezTo>
                    <a:pt x="1961769" y="443680"/>
                    <a:pt x="1023176" y="-304350"/>
                    <a:pt x="0" y="128085"/>
                  </a:cubicBezTo>
                  <a:cubicBezTo>
                    <a:pt x="49593" y="132975"/>
                    <a:pt x="98616" y="140341"/>
                    <a:pt x="147130" y="150183"/>
                  </a:cubicBezTo>
                  <a:cubicBezTo>
                    <a:pt x="1292923" y="-202369"/>
                    <a:pt x="2234184" y="798899"/>
                    <a:pt x="3011424" y="1498670"/>
                  </a:cubicBezTo>
                  <a:lnTo>
                    <a:pt x="3011424" y="1398720"/>
                  </a:lnTo>
                  <a:cubicBezTo>
                    <a:pt x="2904236" y="1297374"/>
                    <a:pt x="2795588" y="1197616"/>
                    <a:pt x="2685225" y="109976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9" name="Freeform 26">
              <a:extLst>
                <a:ext uri="{FF2B5EF4-FFF2-40B4-BE49-F238E27FC236}">
                  <a16:creationId xmlns:a16="http://schemas.microsoft.com/office/drawing/2014/main" id="{ADBA5A85-C9BD-6CEB-101A-760813388368}"/>
                </a:ext>
              </a:extLst>
            </p:cNvPr>
            <p:cNvSpPr/>
            <p:nvPr/>
          </p:nvSpPr>
          <p:spPr>
            <a:xfrm>
              <a:off x="8974455" y="1358963"/>
              <a:ext cx="3217544" cy="3040316"/>
            </a:xfrm>
            <a:custGeom>
              <a:avLst/>
              <a:gdLst>
                <a:gd name="connsiteX0" fmla="*/ 1857121 w 3217544"/>
                <a:gd name="connsiteY0" fmla="*/ 1181989 h 3040316"/>
                <a:gd name="connsiteX1" fmla="*/ 390969 w 3217544"/>
                <a:gd name="connsiteY1" fmla="*/ 94425 h 3040316"/>
                <a:gd name="connsiteX2" fmla="*/ 390842 w 3217544"/>
                <a:gd name="connsiteY2" fmla="*/ 94425 h 3040316"/>
                <a:gd name="connsiteX3" fmla="*/ 313436 w 3217544"/>
                <a:gd name="connsiteY3" fmla="*/ 66865 h 3040316"/>
                <a:gd name="connsiteX4" fmla="*/ 202755 w 3217544"/>
                <a:gd name="connsiteY4" fmla="*/ 35115 h 3040316"/>
                <a:gd name="connsiteX5" fmla="*/ 0 w 3217544"/>
                <a:gd name="connsiteY5" fmla="*/ 0 h 3040316"/>
                <a:gd name="connsiteX6" fmla="*/ 3217545 w 3217544"/>
                <a:gd name="connsiteY6" fmla="*/ 3040317 h 3040316"/>
                <a:gd name="connsiteX7" fmla="*/ 3217545 w 3217544"/>
                <a:gd name="connsiteY7" fmla="*/ 2732215 h 3040316"/>
                <a:gd name="connsiteX8" fmla="*/ 1857121 w 3217544"/>
                <a:gd name="connsiteY8" fmla="*/ 1181989 h 3040316"/>
                <a:gd name="connsiteX9" fmla="*/ 276161 w 3217544"/>
                <a:gd name="connsiteY9" fmla="*/ 77597 h 3040316"/>
                <a:gd name="connsiteX10" fmla="*/ 276351 w 3217544"/>
                <a:gd name="connsiteY10" fmla="*/ 77534 h 3040316"/>
                <a:gd name="connsiteX11" fmla="*/ 276161 w 3217544"/>
                <a:gd name="connsiteY11" fmla="*/ 77597 h 304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7544" h="3040316">
                  <a:moveTo>
                    <a:pt x="1857121" y="1181989"/>
                  </a:moveTo>
                  <a:cubicBezTo>
                    <a:pt x="1420749" y="762635"/>
                    <a:pt x="955865" y="331470"/>
                    <a:pt x="390969" y="94425"/>
                  </a:cubicBezTo>
                  <a:cubicBezTo>
                    <a:pt x="390969" y="94425"/>
                    <a:pt x="390842" y="94425"/>
                    <a:pt x="390842" y="94425"/>
                  </a:cubicBezTo>
                  <a:cubicBezTo>
                    <a:pt x="365378" y="84519"/>
                    <a:pt x="339407" y="75438"/>
                    <a:pt x="313436" y="66865"/>
                  </a:cubicBezTo>
                  <a:cubicBezTo>
                    <a:pt x="276923" y="54991"/>
                    <a:pt x="240030" y="44323"/>
                    <a:pt x="202755" y="35115"/>
                  </a:cubicBezTo>
                  <a:cubicBezTo>
                    <a:pt x="136080" y="18733"/>
                    <a:pt x="68326" y="6858"/>
                    <a:pt x="0" y="0"/>
                  </a:cubicBezTo>
                  <a:cubicBezTo>
                    <a:pt x="1176782" y="370205"/>
                    <a:pt x="2493391" y="2051240"/>
                    <a:pt x="3217545" y="3040317"/>
                  </a:cubicBezTo>
                  <a:lnTo>
                    <a:pt x="3217545" y="2732215"/>
                  </a:lnTo>
                  <a:cubicBezTo>
                    <a:pt x="2799270" y="2186305"/>
                    <a:pt x="2348738" y="1663319"/>
                    <a:pt x="1857121" y="1181989"/>
                  </a:cubicBezTo>
                  <a:close/>
                  <a:moveTo>
                    <a:pt x="276161" y="77597"/>
                  </a:moveTo>
                  <a:cubicBezTo>
                    <a:pt x="276161" y="77597"/>
                    <a:pt x="276289" y="77597"/>
                    <a:pt x="276351" y="77534"/>
                  </a:cubicBezTo>
                  <a:cubicBezTo>
                    <a:pt x="276289" y="77597"/>
                    <a:pt x="276225" y="77597"/>
                    <a:pt x="276161" y="77597"/>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0" name="Freeform 27">
              <a:extLst>
                <a:ext uri="{FF2B5EF4-FFF2-40B4-BE49-F238E27FC236}">
                  <a16:creationId xmlns:a16="http://schemas.microsoft.com/office/drawing/2014/main" id="{CCC325E5-BFEC-6415-9333-66632748AD14}"/>
                </a:ext>
              </a:extLst>
            </p:cNvPr>
            <p:cNvSpPr/>
            <p:nvPr/>
          </p:nvSpPr>
          <p:spPr>
            <a:xfrm>
              <a:off x="7620063" y="1143501"/>
              <a:ext cx="4504943" cy="5714498"/>
            </a:xfrm>
            <a:custGeom>
              <a:avLst/>
              <a:gdLst>
                <a:gd name="connsiteX0" fmla="*/ 2939161 w 4504943"/>
                <a:gd name="connsiteY0" fmla="*/ 2490603 h 5714498"/>
                <a:gd name="connsiteX1" fmla="*/ 1101471 w 4504943"/>
                <a:gd name="connsiteY1" fmla="*/ 466287 h 5714498"/>
                <a:gd name="connsiteX2" fmla="*/ 1101471 w 4504943"/>
                <a:gd name="connsiteY2" fmla="*/ 466287 h 5714498"/>
                <a:gd name="connsiteX3" fmla="*/ 0 w 4504943"/>
                <a:gd name="connsiteY3" fmla="*/ 6 h 5714498"/>
                <a:gd name="connsiteX4" fmla="*/ 121412 w 4504943"/>
                <a:gd name="connsiteY4" fmla="*/ 22739 h 5714498"/>
                <a:gd name="connsiteX5" fmla="*/ 361379 w 4504943"/>
                <a:gd name="connsiteY5" fmla="*/ 102940 h 5714498"/>
                <a:gd name="connsiteX6" fmla="*/ 944499 w 4504943"/>
                <a:gd name="connsiteY6" fmla="*/ 462350 h 5714498"/>
                <a:gd name="connsiteX7" fmla="*/ 944563 w 4504943"/>
                <a:gd name="connsiteY7" fmla="*/ 462350 h 5714498"/>
                <a:gd name="connsiteX8" fmla="*/ 1039305 w 4504943"/>
                <a:gd name="connsiteY8" fmla="*/ 535883 h 5714498"/>
                <a:gd name="connsiteX9" fmla="*/ 1079055 w 4504943"/>
                <a:gd name="connsiteY9" fmla="*/ 518103 h 5714498"/>
                <a:gd name="connsiteX10" fmla="*/ 1041527 w 4504943"/>
                <a:gd name="connsiteY10" fmla="*/ 537661 h 5714498"/>
                <a:gd name="connsiteX11" fmla="*/ 4291965 w 4504943"/>
                <a:gd name="connsiteY11" fmla="*/ 5714499 h 5714498"/>
                <a:gd name="connsiteX12" fmla="*/ 4504944 w 4504943"/>
                <a:gd name="connsiteY12" fmla="*/ 5714499 h 5714498"/>
                <a:gd name="connsiteX13" fmla="*/ 2939225 w 4504943"/>
                <a:gd name="connsiteY13" fmla="*/ 2490603 h 571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04943" h="5714498">
                  <a:moveTo>
                    <a:pt x="2939161" y="2490603"/>
                  </a:moveTo>
                  <a:cubicBezTo>
                    <a:pt x="2413635" y="1744987"/>
                    <a:pt x="1835023" y="1018038"/>
                    <a:pt x="1101471" y="466287"/>
                  </a:cubicBezTo>
                  <a:lnTo>
                    <a:pt x="1101471" y="466287"/>
                  </a:lnTo>
                  <a:cubicBezTo>
                    <a:pt x="781241" y="224860"/>
                    <a:pt x="414020" y="-1391"/>
                    <a:pt x="0" y="6"/>
                  </a:cubicBezTo>
                  <a:cubicBezTo>
                    <a:pt x="41021" y="5594"/>
                    <a:pt x="81534" y="13278"/>
                    <a:pt x="121412" y="22739"/>
                  </a:cubicBezTo>
                  <a:cubicBezTo>
                    <a:pt x="203835" y="42234"/>
                    <a:pt x="283528" y="69666"/>
                    <a:pt x="361379" y="102940"/>
                  </a:cubicBezTo>
                  <a:cubicBezTo>
                    <a:pt x="571881" y="193427"/>
                    <a:pt x="761873" y="325190"/>
                    <a:pt x="944499" y="462350"/>
                  </a:cubicBezTo>
                  <a:lnTo>
                    <a:pt x="944563" y="462350"/>
                  </a:lnTo>
                  <a:cubicBezTo>
                    <a:pt x="976503" y="486480"/>
                    <a:pt x="1007999" y="510864"/>
                    <a:pt x="1039305" y="535883"/>
                  </a:cubicBezTo>
                  <a:cubicBezTo>
                    <a:pt x="1052513" y="529850"/>
                    <a:pt x="1065784" y="523945"/>
                    <a:pt x="1079055" y="518103"/>
                  </a:cubicBezTo>
                  <a:cubicBezTo>
                    <a:pt x="1066482" y="524580"/>
                    <a:pt x="1053973" y="530994"/>
                    <a:pt x="1041527" y="537661"/>
                  </a:cubicBezTo>
                  <a:cubicBezTo>
                    <a:pt x="2556955" y="1898275"/>
                    <a:pt x="3806507" y="3725552"/>
                    <a:pt x="4291965" y="5714499"/>
                  </a:cubicBezTo>
                  <a:lnTo>
                    <a:pt x="4504944" y="5714499"/>
                  </a:lnTo>
                  <a:cubicBezTo>
                    <a:pt x="4282885" y="4540574"/>
                    <a:pt x="3614801" y="3454914"/>
                    <a:pt x="2939225" y="249060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1" name="Freeform 28">
              <a:extLst>
                <a:ext uri="{FF2B5EF4-FFF2-40B4-BE49-F238E27FC236}">
                  <a16:creationId xmlns:a16="http://schemas.microsoft.com/office/drawing/2014/main" id="{F14EBA77-95C3-6CB3-4094-5F6D2FA3F572}"/>
                </a:ext>
              </a:extLst>
            </p:cNvPr>
            <p:cNvSpPr/>
            <p:nvPr/>
          </p:nvSpPr>
          <p:spPr>
            <a:xfrm>
              <a:off x="9337865" y="1395581"/>
              <a:ext cx="2854134" cy="2423372"/>
            </a:xfrm>
            <a:custGeom>
              <a:avLst/>
              <a:gdLst>
                <a:gd name="connsiteX0" fmla="*/ 1157288 w 2854134"/>
                <a:gd name="connsiteY0" fmla="*/ 163725 h 2423372"/>
                <a:gd name="connsiteX1" fmla="*/ 237172 w 2854134"/>
                <a:gd name="connsiteY1" fmla="*/ 11896 h 2423372"/>
                <a:gd name="connsiteX2" fmla="*/ 99504 w 2854134"/>
                <a:gd name="connsiteY2" fmla="*/ 31962 h 2423372"/>
                <a:gd name="connsiteX3" fmla="*/ 0 w 2854134"/>
                <a:gd name="connsiteY3" fmla="*/ 21485 h 2423372"/>
                <a:gd name="connsiteX4" fmla="*/ 2854134 w 2854134"/>
                <a:gd name="connsiteY4" fmla="*/ 2423372 h 2423372"/>
                <a:gd name="connsiteX5" fmla="*/ 2854134 w 2854134"/>
                <a:gd name="connsiteY5" fmla="*/ 2182898 h 2423372"/>
                <a:gd name="connsiteX6" fmla="*/ 117539 w 2854134"/>
                <a:gd name="connsiteY6" fmla="*/ 34693 h 2423372"/>
                <a:gd name="connsiteX7" fmla="*/ 2854134 w 2854134"/>
                <a:gd name="connsiteY7" fmla="*/ 1626384 h 2423372"/>
                <a:gd name="connsiteX8" fmla="*/ 2854134 w 2854134"/>
                <a:gd name="connsiteY8" fmla="*/ 1487065 h 2423372"/>
                <a:gd name="connsiteX9" fmla="*/ 1157288 w 2854134"/>
                <a:gd name="connsiteY9" fmla="*/ 163788 h 242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4134" h="2423372">
                  <a:moveTo>
                    <a:pt x="1157288" y="163725"/>
                  </a:moveTo>
                  <a:cubicBezTo>
                    <a:pt x="859917" y="16214"/>
                    <a:pt x="552514" y="-22965"/>
                    <a:pt x="237172" y="11896"/>
                  </a:cubicBezTo>
                  <a:cubicBezTo>
                    <a:pt x="191071" y="17040"/>
                    <a:pt x="145224" y="23834"/>
                    <a:pt x="99504" y="31962"/>
                  </a:cubicBezTo>
                  <a:cubicBezTo>
                    <a:pt x="66421" y="27390"/>
                    <a:pt x="33274" y="23834"/>
                    <a:pt x="0" y="21485"/>
                  </a:cubicBezTo>
                  <a:cubicBezTo>
                    <a:pt x="1117282" y="343620"/>
                    <a:pt x="2105533" y="1565678"/>
                    <a:pt x="2854134" y="2423372"/>
                  </a:cubicBezTo>
                  <a:lnTo>
                    <a:pt x="2854134" y="2182898"/>
                  </a:lnTo>
                  <a:cubicBezTo>
                    <a:pt x="2182813" y="1447885"/>
                    <a:pt x="1115123" y="222462"/>
                    <a:pt x="117539" y="34693"/>
                  </a:cubicBezTo>
                  <a:cubicBezTo>
                    <a:pt x="1245679" y="-70717"/>
                    <a:pt x="2092960" y="927185"/>
                    <a:pt x="2854134" y="1626384"/>
                  </a:cubicBezTo>
                  <a:lnTo>
                    <a:pt x="2854134" y="1487065"/>
                  </a:lnTo>
                  <a:cubicBezTo>
                    <a:pt x="2337371" y="993860"/>
                    <a:pt x="1799971" y="489289"/>
                    <a:pt x="1157288" y="163788"/>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2" name="Freeform 29">
              <a:extLst>
                <a:ext uri="{FF2B5EF4-FFF2-40B4-BE49-F238E27FC236}">
                  <a16:creationId xmlns:a16="http://schemas.microsoft.com/office/drawing/2014/main" id="{57965D79-3895-E00B-6818-1B1C356AF6CC}"/>
                </a:ext>
              </a:extLst>
            </p:cNvPr>
            <p:cNvSpPr/>
            <p:nvPr/>
          </p:nvSpPr>
          <p:spPr>
            <a:xfrm>
              <a:off x="8082660" y="1198880"/>
              <a:ext cx="4109339" cy="5002403"/>
            </a:xfrm>
            <a:custGeom>
              <a:avLst/>
              <a:gdLst>
                <a:gd name="connsiteX0" fmla="*/ 2995486 w 4109339"/>
                <a:gd name="connsiteY0" fmla="*/ 2592261 h 5002403"/>
                <a:gd name="connsiteX1" fmla="*/ 865378 w 4109339"/>
                <a:gd name="connsiteY1" fmla="*/ 346519 h 5002403"/>
                <a:gd name="connsiteX2" fmla="*/ 865315 w 4109339"/>
                <a:gd name="connsiteY2" fmla="*/ 346519 h 5002403"/>
                <a:gd name="connsiteX3" fmla="*/ 0 w 4109339"/>
                <a:gd name="connsiteY3" fmla="*/ 0 h 5002403"/>
                <a:gd name="connsiteX4" fmla="*/ 233617 w 4109339"/>
                <a:gd name="connsiteY4" fmla="*/ 75565 h 5002403"/>
                <a:gd name="connsiteX5" fmla="*/ 778320 w 4109339"/>
                <a:gd name="connsiteY5" fmla="*/ 396494 h 5002403"/>
                <a:gd name="connsiteX6" fmla="*/ 778383 w 4109339"/>
                <a:gd name="connsiteY6" fmla="*/ 396494 h 5002403"/>
                <a:gd name="connsiteX7" fmla="*/ 4109339 w 4109339"/>
                <a:gd name="connsiteY7" fmla="*/ 5002403 h 5002403"/>
                <a:gd name="connsiteX8" fmla="*/ 4109339 w 4109339"/>
                <a:gd name="connsiteY8" fmla="*/ 4428808 h 5002403"/>
                <a:gd name="connsiteX9" fmla="*/ 2995486 w 4109339"/>
                <a:gd name="connsiteY9" fmla="*/ 2592261 h 5002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9339" h="5002403">
                  <a:moveTo>
                    <a:pt x="2995486" y="2592261"/>
                  </a:moveTo>
                  <a:cubicBezTo>
                    <a:pt x="2382393" y="1763459"/>
                    <a:pt x="1711008" y="947801"/>
                    <a:pt x="865378" y="346519"/>
                  </a:cubicBezTo>
                  <a:lnTo>
                    <a:pt x="865315" y="346519"/>
                  </a:lnTo>
                  <a:cubicBezTo>
                    <a:pt x="608013" y="168593"/>
                    <a:pt x="316611" y="22098"/>
                    <a:pt x="0" y="0"/>
                  </a:cubicBezTo>
                  <a:cubicBezTo>
                    <a:pt x="80010" y="18605"/>
                    <a:pt x="157670" y="44069"/>
                    <a:pt x="233617" y="75565"/>
                  </a:cubicBezTo>
                  <a:cubicBezTo>
                    <a:pt x="428816" y="156146"/>
                    <a:pt x="606806" y="274066"/>
                    <a:pt x="778320" y="396494"/>
                  </a:cubicBezTo>
                  <a:lnTo>
                    <a:pt x="778383" y="396494"/>
                  </a:lnTo>
                  <a:cubicBezTo>
                    <a:pt x="2259520" y="1589786"/>
                    <a:pt x="3406712" y="3235389"/>
                    <a:pt x="4109339" y="5002403"/>
                  </a:cubicBezTo>
                  <a:cubicBezTo>
                    <a:pt x="4109339" y="5002403"/>
                    <a:pt x="4109339" y="4428808"/>
                    <a:pt x="4109339" y="4428808"/>
                  </a:cubicBezTo>
                  <a:cubicBezTo>
                    <a:pt x="3797364" y="3783330"/>
                    <a:pt x="3415475" y="3172523"/>
                    <a:pt x="2995486" y="259226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3" name="Freeform 30">
              <a:extLst>
                <a:ext uri="{FF2B5EF4-FFF2-40B4-BE49-F238E27FC236}">
                  <a16:creationId xmlns:a16="http://schemas.microsoft.com/office/drawing/2014/main" id="{B50B63EC-E9EA-D62A-E3A5-D38AEC5D63B8}"/>
                </a:ext>
              </a:extLst>
            </p:cNvPr>
            <p:cNvSpPr/>
            <p:nvPr/>
          </p:nvSpPr>
          <p:spPr>
            <a:xfrm>
              <a:off x="8544432" y="1279588"/>
              <a:ext cx="3647630" cy="3873817"/>
            </a:xfrm>
            <a:custGeom>
              <a:avLst/>
              <a:gdLst>
                <a:gd name="connsiteX0" fmla="*/ 1828102 w 3647630"/>
                <a:gd name="connsiteY0" fmla="*/ 1188212 h 3873817"/>
                <a:gd name="connsiteX1" fmla="*/ 634429 w 3647630"/>
                <a:gd name="connsiteY1" fmla="*/ 214567 h 3873817"/>
                <a:gd name="connsiteX2" fmla="*/ 634429 w 3647630"/>
                <a:gd name="connsiteY2" fmla="*/ 214567 h 3873817"/>
                <a:gd name="connsiteX3" fmla="*/ 498031 w 3647630"/>
                <a:gd name="connsiteY3" fmla="*/ 143447 h 3873817"/>
                <a:gd name="connsiteX4" fmla="*/ 224473 w 3647630"/>
                <a:gd name="connsiteY4" fmla="*/ 41783 h 3873817"/>
                <a:gd name="connsiteX5" fmla="*/ 0 w 3647630"/>
                <a:gd name="connsiteY5" fmla="*/ 0 h 3873817"/>
                <a:gd name="connsiteX6" fmla="*/ 501206 w 3647630"/>
                <a:gd name="connsiteY6" fmla="*/ 226632 h 3873817"/>
                <a:gd name="connsiteX7" fmla="*/ 501333 w 3647630"/>
                <a:gd name="connsiteY7" fmla="*/ 226632 h 3873817"/>
                <a:gd name="connsiteX8" fmla="*/ 3647631 w 3647630"/>
                <a:gd name="connsiteY8" fmla="*/ 3873818 h 3873817"/>
                <a:gd name="connsiteX9" fmla="*/ 3647631 w 3647630"/>
                <a:gd name="connsiteY9" fmla="*/ 3469704 h 3873817"/>
                <a:gd name="connsiteX10" fmla="*/ 1828165 w 3647630"/>
                <a:gd name="connsiteY10" fmla="*/ 1188212 h 38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47630" h="3873817">
                  <a:moveTo>
                    <a:pt x="1828102" y="1188212"/>
                  </a:moveTo>
                  <a:cubicBezTo>
                    <a:pt x="1467676" y="825691"/>
                    <a:pt x="1079247" y="471551"/>
                    <a:pt x="634429" y="214567"/>
                  </a:cubicBezTo>
                  <a:cubicBezTo>
                    <a:pt x="634429" y="214567"/>
                    <a:pt x="634429" y="214567"/>
                    <a:pt x="634429" y="214567"/>
                  </a:cubicBezTo>
                  <a:cubicBezTo>
                    <a:pt x="589852" y="189294"/>
                    <a:pt x="544386" y="165291"/>
                    <a:pt x="498031" y="143447"/>
                  </a:cubicBezTo>
                  <a:cubicBezTo>
                    <a:pt x="410020" y="101790"/>
                    <a:pt x="318453" y="66993"/>
                    <a:pt x="224473" y="41783"/>
                  </a:cubicBezTo>
                  <a:cubicBezTo>
                    <a:pt x="150940" y="21908"/>
                    <a:pt x="75819" y="7811"/>
                    <a:pt x="0" y="0"/>
                  </a:cubicBezTo>
                  <a:cubicBezTo>
                    <a:pt x="177927" y="47435"/>
                    <a:pt x="345313" y="128969"/>
                    <a:pt x="501206" y="226632"/>
                  </a:cubicBezTo>
                  <a:lnTo>
                    <a:pt x="501333" y="226632"/>
                  </a:lnTo>
                  <a:cubicBezTo>
                    <a:pt x="1834579" y="1144524"/>
                    <a:pt x="2821940" y="2500503"/>
                    <a:pt x="3647631" y="3873818"/>
                  </a:cubicBezTo>
                  <a:lnTo>
                    <a:pt x="3647631" y="3469704"/>
                  </a:lnTo>
                  <a:cubicBezTo>
                    <a:pt x="3116644" y="2653094"/>
                    <a:pt x="2513076" y="1881442"/>
                    <a:pt x="1828165" y="1188212"/>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4" name="Freeform 31">
              <a:extLst>
                <a:ext uri="{FF2B5EF4-FFF2-40B4-BE49-F238E27FC236}">
                  <a16:creationId xmlns:a16="http://schemas.microsoft.com/office/drawing/2014/main" id="{3F988D68-0BD4-F57D-CDE2-46D1BB17178D}"/>
                </a:ext>
              </a:extLst>
            </p:cNvPr>
            <p:cNvSpPr/>
            <p:nvPr/>
          </p:nvSpPr>
          <p:spPr>
            <a:xfrm>
              <a:off x="0" y="1258188"/>
              <a:ext cx="6654355" cy="3807332"/>
            </a:xfrm>
            <a:custGeom>
              <a:avLst/>
              <a:gdLst>
                <a:gd name="connsiteX0" fmla="*/ 2858643 w 6654355"/>
                <a:gd name="connsiteY0" fmla="*/ 3486468 h 3807332"/>
                <a:gd name="connsiteX1" fmla="*/ 2859723 w 6654355"/>
                <a:gd name="connsiteY1" fmla="*/ 3486976 h 3807332"/>
                <a:gd name="connsiteX2" fmla="*/ 2826830 w 6654355"/>
                <a:gd name="connsiteY2" fmla="*/ 3520504 h 3807332"/>
                <a:gd name="connsiteX3" fmla="*/ 2545652 w 6654355"/>
                <a:gd name="connsiteY3" fmla="*/ 3807333 h 3807332"/>
                <a:gd name="connsiteX4" fmla="*/ 2886393 w 6654355"/>
                <a:gd name="connsiteY4" fmla="*/ 3499422 h 3807332"/>
                <a:gd name="connsiteX5" fmla="*/ 2886012 w 6654355"/>
                <a:gd name="connsiteY5" fmla="*/ 3499295 h 3807332"/>
                <a:gd name="connsiteX6" fmla="*/ 3098991 w 6654355"/>
                <a:gd name="connsiteY6" fmla="*/ 3284283 h 3807332"/>
                <a:gd name="connsiteX7" fmla="*/ 3099435 w 6654355"/>
                <a:gd name="connsiteY7" fmla="*/ 3284538 h 3807332"/>
                <a:gd name="connsiteX8" fmla="*/ 6654356 w 6654355"/>
                <a:gd name="connsiteY8" fmla="*/ 0 h 3807332"/>
                <a:gd name="connsiteX9" fmla="*/ 6644386 w 6654355"/>
                <a:gd name="connsiteY9" fmla="*/ 2794 h 3807332"/>
                <a:gd name="connsiteX10" fmla="*/ 3060002 w 6654355"/>
                <a:gd name="connsiteY10" fmla="*/ 3263646 h 3807332"/>
                <a:gd name="connsiteX11" fmla="*/ 0 w 6654355"/>
                <a:gd name="connsiteY11" fmla="*/ 1011809 h 3807332"/>
                <a:gd name="connsiteX12" fmla="*/ 0 w 6654355"/>
                <a:gd name="connsiteY12" fmla="*/ 1164146 h 3807332"/>
                <a:gd name="connsiteX13" fmla="*/ 2993962 w 6654355"/>
                <a:gd name="connsiteY13" fmla="*/ 3337814 h 3807332"/>
                <a:gd name="connsiteX14" fmla="*/ 2926652 w 6654355"/>
                <a:gd name="connsiteY14" fmla="*/ 3412363 h 3807332"/>
                <a:gd name="connsiteX15" fmla="*/ 0 w 6654355"/>
                <a:gd name="connsiteY15" fmla="*/ 1323403 h 3807332"/>
                <a:gd name="connsiteX16" fmla="*/ 0 w 6654355"/>
                <a:gd name="connsiteY16" fmla="*/ 1487996 h 3807332"/>
                <a:gd name="connsiteX17" fmla="*/ 2858643 w 6654355"/>
                <a:gd name="connsiteY17" fmla="*/ 3486468 h 3807332"/>
                <a:gd name="connsiteX18" fmla="*/ 4230688 w 6654355"/>
                <a:gd name="connsiteY18" fmla="*/ 1884236 h 3807332"/>
                <a:gd name="connsiteX19" fmla="*/ 5131626 w 6654355"/>
                <a:gd name="connsiteY19" fmla="*/ 938466 h 3807332"/>
                <a:gd name="connsiteX20" fmla="*/ 3493580 w 6654355"/>
                <a:gd name="connsiteY20" fmla="*/ 2778824 h 3807332"/>
                <a:gd name="connsiteX21" fmla="*/ 4230688 w 6654355"/>
                <a:gd name="connsiteY21" fmla="*/ 1884236 h 3807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654355" h="3807332">
                  <a:moveTo>
                    <a:pt x="2858643" y="3486468"/>
                  </a:moveTo>
                  <a:cubicBezTo>
                    <a:pt x="2859024" y="3486595"/>
                    <a:pt x="2859342" y="3486785"/>
                    <a:pt x="2859723" y="3486976"/>
                  </a:cubicBezTo>
                  <a:cubicBezTo>
                    <a:pt x="2848801" y="3498215"/>
                    <a:pt x="2837879" y="3509391"/>
                    <a:pt x="2826830" y="3520504"/>
                  </a:cubicBezTo>
                  <a:cubicBezTo>
                    <a:pt x="2735326" y="3618103"/>
                    <a:pt x="2641981" y="3714369"/>
                    <a:pt x="2545652" y="3807333"/>
                  </a:cubicBezTo>
                  <a:cubicBezTo>
                    <a:pt x="2663698" y="3711956"/>
                    <a:pt x="2777300" y="3605784"/>
                    <a:pt x="2886393" y="3499422"/>
                  </a:cubicBezTo>
                  <a:cubicBezTo>
                    <a:pt x="2886266" y="3499358"/>
                    <a:pt x="2886139" y="3499295"/>
                    <a:pt x="2886012" y="3499295"/>
                  </a:cubicBezTo>
                  <a:cubicBezTo>
                    <a:pt x="2958275" y="3428937"/>
                    <a:pt x="3029204" y="3357182"/>
                    <a:pt x="3098991" y="3284283"/>
                  </a:cubicBezTo>
                  <a:cubicBezTo>
                    <a:pt x="3099118" y="3284347"/>
                    <a:pt x="3099308" y="3284411"/>
                    <a:pt x="3099435" y="3284538"/>
                  </a:cubicBezTo>
                  <a:cubicBezTo>
                    <a:pt x="4216845" y="2137791"/>
                    <a:pt x="5095875" y="597662"/>
                    <a:pt x="6654356" y="0"/>
                  </a:cubicBezTo>
                  <a:cubicBezTo>
                    <a:pt x="6651054" y="952"/>
                    <a:pt x="6647561" y="1651"/>
                    <a:pt x="6644386" y="2794"/>
                  </a:cubicBezTo>
                  <a:cubicBezTo>
                    <a:pt x="5128197" y="445072"/>
                    <a:pt x="4073271" y="2131377"/>
                    <a:pt x="3060002" y="3263646"/>
                  </a:cubicBezTo>
                  <a:cubicBezTo>
                    <a:pt x="1949387" y="2660650"/>
                    <a:pt x="917766" y="1905825"/>
                    <a:pt x="0" y="1011809"/>
                  </a:cubicBezTo>
                  <a:lnTo>
                    <a:pt x="0" y="1164146"/>
                  </a:lnTo>
                  <a:cubicBezTo>
                    <a:pt x="897446" y="2030794"/>
                    <a:pt x="1906842" y="2764345"/>
                    <a:pt x="2993962" y="3337814"/>
                  </a:cubicBezTo>
                  <a:cubicBezTo>
                    <a:pt x="2971673" y="3362706"/>
                    <a:pt x="2949321" y="3387662"/>
                    <a:pt x="2926652" y="3412363"/>
                  </a:cubicBezTo>
                  <a:cubicBezTo>
                    <a:pt x="1864170" y="2870899"/>
                    <a:pt x="876554" y="2160270"/>
                    <a:pt x="0" y="1323403"/>
                  </a:cubicBezTo>
                  <a:lnTo>
                    <a:pt x="0" y="1487996"/>
                  </a:lnTo>
                  <a:cubicBezTo>
                    <a:pt x="856933" y="2294382"/>
                    <a:pt x="1819021" y="2978023"/>
                    <a:pt x="2858643" y="3486468"/>
                  </a:cubicBezTo>
                  <a:close/>
                  <a:moveTo>
                    <a:pt x="4230688" y="1884236"/>
                  </a:moveTo>
                  <a:cubicBezTo>
                    <a:pt x="4510024" y="1560830"/>
                    <a:pt x="4806252" y="1231646"/>
                    <a:pt x="5131626" y="938466"/>
                  </a:cubicBezTo>
                  <a:cubicBezTo>
                    <a:pt x="4527677" y="1507808"/>
                    <a:pt x="4025265" y="2148777"/>
                    <a:pt x="3493580" y="2778824"/>
                  </a:cubicBezTo>
                  <a:cubicBezTo>
                    <a:pt x="3737356" y="2478723"/>
                    <a:pt x="3978402" y="2176336"/>
                    <a:pt x="4230688" y="1884236"/>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5" name="Freeform 32">
              <a:extLst>
                <a:ext uri="{FF2B5EF4-FFF2-40B4-BE49-F238E27FC236}">
                  <a16:creationId xmlns:a16="http://schemas.microsoft.com/office/drawing/2014/main" id="{54F0DA42-BAC0-D81F-14E5-8E391E185ABF}"/>
                </a:ext>
              </a:extLst>
            </p:cNvPr>
            <p:cNvSpPr/>
            <p:nvPr/>
          </p:nvSpPr>
          <p:spPr>
            <a:xfrm>
              <a:off x="63" y="1192149"/>
              <a:ext cx="11477815" cy="5665914"/>
            </a:xfrm>
            <a:custGeom>
              <a:avLst/>
              <a:gdLst>
                <a:gd name="connsiteX0" fmla="*/ 9963404 w 11477815"/>
                <a:gd name="connsiteY0" fmla="*/ 2440115 h 5665914"/>
                <a:gd name="connsiteX1" fmla="*/ 8133715 w 11477815"/>
                <a:gd name="connsiteY1" fmla="*/ 395097 h 5665914"/>
                <a:gd name="connsiteX2" fmla="*/ 8133652 w 11477815"/>
                <a:gd name="connsiteY2" fmla="*/ 395097 h 5665914"/>
                <a:gd name="connsiteX3" fmla="*/ 7947343 w 11477815"/>
                <a:gd name="connsiteY3" fmla="*/ 267208 h 5665914"/>
                <a:gd name="connsiteX4" fmla="*/ 7947280 w 11477815"/>
                <a:gd name="connsiteY4" fmla="*/ 267208 h 5665914"/>
                <a:gd name="connsiteX5" fmla="*/ 7918768 w 11477815"/>
                <a:gd name="connsiteY5" fmla="*/ 249301 h 5665914"/>
                <a:gd name="connsiteX6" fmla="*/ 7918705 w 11477815"/>
                <a:gd name="connsiteY6" fmla="*/ 249301 h 5665914"/>
                <a:gd name="connsiteX7" fmla="*/ 7669593 w 11477815"/>
                <a:gd name="connsiteY7" fmla="*/ 116268 h 5665914"/>
                <a:gd name="connsiteX8" fmla="*/ 7531989 w 11477815"/>
                <a:gd name="connsiteY8" fmla="*/ 62801 h 5665914"/>
                <a:gd name="connsiteX9" fmla="*/ 7205536 w 11477815"/>
                <a:gd name="connsiteY9" fmla="*/ 0 h 5665914"/>
                <a:gd name="connsiteX10" fmla="*/ 7205536 w 11477815"/>
                <a:gd name="connsiteY10" fmla="*/ 0 h 5665914"/>
                <a:gd name="connsiteX11" fmla="*/ 2393696 w 11477815"/>
                <a:gd name="connsiteY11" fmla="*/ 4013264 h 5665914"/>
                <a:gd name="connsiteX12" fmla="*/ 2393633 w 11477815"/>
                <a:gd name="connsiteY12" fmla="*/ 4013264 h 5665914"/>
                <a:gd name="connsiteX13" fmla="*/ 2362772 w 11477815"/>
                <a:gd name="connsiteY13" fmla="*/ 4039870 h 5665914"/>
                <a:gd name="connsiteX14" fmla="*/ 2362708 w 11477815"/>
                <a:gd name="connsiteY14" fmla="*/ 4039870 h 5665914"/>
                <a:gd name="connsiteX15" fmla="*/ 1593596 w 11477815"/>
                <a:gd name="connsiteY15" fmla="*/ 4438142 h 5665914"/>
                <a:gd name="connsiteX16" fmla="*/ 0 w 11477815"/>
                <a:gd name="connsiteY16" fmla="*/ 3975862 h 5665914"/>
                <a:gd name="connsiteX17" fmla="*/ 0 w 11477815"/>
                <a:gd name="connsiteY17" fmla="*/ 4120261 h 5665914"/>
                <a:gd name="connsiteX18" fmla="*/ 2453069 w 11477815"/>
                <a:gd name="connsiteY18" fmla="*/ 4020693 h 5665914"/>
                <a:gd name="connsiteX19" fmla="*/ 2596960 w 11477815"/>
                <a:gd name="connsiteY19" fmla="*/ 3985768 h 5665914"/>
                <a:gd name="connsiteX20" fmla="*/ 2757932 w 11477815"/>
                <a:gd name="connsiteY20" fmla="*/ 3928872 h 5665914"/>
                <a:gd name="connsiteX21" fmla="*/ 3341624 w 11477815"/>
                <a:gd name="connsiteY21" fmla="*/ 3569272 h 5665914"/>
                <a:gd name="connsiteX22" fmla="*/ 3341688 w 11477815"/>
                <a:gd name="connsiteY22" fmla="*/ 3569272 h 5665914"/>
                <a:gd name="connsiteX23" fmla="*/ 7412356 w 11477815"/>
                <a:gd name="connsiteY23" fmla="*/ 94805 h 5665914"/>
                <a:gd name="connsiteX24" fmla="*/ 7567231 w 11477815"/>
                <a:gd name="connsiteY24" fmla="*/ 145923 h 5665914"/>
                <a:gd name="connsiteX25" fmla="*/ 2675001 w 11477815"/>
                <a:gd name="connsiteY25" fmla="*/ 3983101 h 5665914"/>
                <a:gd name="connsiteX26" fmla="*/ 3216212 w 11477815"/>
                <a:gd name="connsiteY26" fmla="*/ 3853371 h 5665914"/>
                <a:gd name="connsiteX27" fmla="*/ 3655758 w 11477815"/>
                <a:gd name="connsiteY27" fmla="*/ 3604197 h 5665914"/>
                <a:gd name="connsiteX28" fmla="*/ 3655758 w 11477815"/>
                <a:gd name="connsiteY28" fmla="*/ 3604133 h 5665914"/>
                <a:gd name="connsiteX29" fmla="*/ 3906838 w 11477815"/>
                <a:gd name="connsiteY29" fmla="*/ 3419475 h 5665914"/>
                <a:gd name="connsiteX30" fmla="*/ 3906901 w 11477815"/>
                <a:gd name="connsiteY30" fmla="*/ 3419475 h 5665914"/>
                <a:gd name="connsiteX31" fmla="*/ 7355078 w 11477815"/>
                <a:gd name="connsiteY31" fmla="*/ 352869 h 5665914"/>
                <a:gd name="connsiteX32" fmla="*/ 7685215 w 11477815"/>
                <a:gd name="connsiteY32" fmla="*/ 216599 h 5665914"/>
                <a:gd name="connsiteX33" fmla="*/ 7707503 w 11477815"/>
                <a:gd name="connsiteY33" fmla="*/ 208978 h 5665914"/>
                <a:gd name="connsiteX34" fmla="*/ 7835519 w 11477815"/>
                <a:gd name="connsiteY34" fmla="*/ 278828 h 5665914"/>
                <a:gd name="connsiteX35" fmla="*/ 3696399 w 11477815"/>
                <a:gd name="connsiteY35" fmla="*/ 3701542 h 5665914"/>
                <a:gd name="connsiteX36" fmla="*/ 3035110 w 11477815"/>
                <a:gd name="connsiteY36" fmla="*/ 3946842 h 5665914"/>
                <a:gd name="connsiteX37" fmla="*/ 3339783 w 11477815"/>
                <a:gd name="connsiteY37" fmla="*/ 3914839 h 5665914"/>
                <a:gd name="connsiteX38" fmla="*/ 3440684 w 11477815"/>
                <a:gd name="connsiteY38" fmla="*/ 3891090 h 5665914"/>
                <a:gd name="connsiteX39" fmla="*/ 3636074 w 11477815"/>
                <a:gd name="connsiteY39" fmla="*/ 3824732 h 5665914"/>
                <a:gd name="connsiteX40" fmla="*/ 4535043 w 11477815"/>
                <a:gd name="connsiteY40" fmla="*/ 3248723 h 5665914"/>
                <a:gd name="connsiteX41" fmla="*/ 7954010 w 11477815"/>
                <a:gd name="connsiteY41" fmla="*/ 352806 h 5665914"/>
                <a:gd name="connsiteX42" fmla="*/ 8060690 w 11477815"/>
                <a:gd name="connsiteY42" fmla="*/ 426021 h 5665914"/>
                <a:gd name="connsiteX43" fmla="*/ 3451352 w 11477815"/>
                <a:gd name="connsiteY43" fmla="*/ 3918141 h 5665914"/>
                <a:gd name="connsiteX44" fmla="*/ 4892231 w 11477815"/>
                <a:gd name="connsiteY44" fmla="*/ 3288665 h 5665914"/>
                <a:gd name="connsiteX45" fmla="*/ 8156575 w 11477815"/>
                <a:gd name="connsiteY45" fmla="*/ 496316 h 5665914"/>
                <a:gd name="connsiteX46" fmla="*/ 8237538 w 11477815"/>
                <a:gd name="connsiteY46" fmla="*/ 558483 h 5665914"/>
                <a:gd name="connsiteX47" fmla="*/ 5621211 w 11477815"/>
                <a:gd name="connsiteY47" fmla="*/ 2772029 h 5665914"/>
                <a:gd name="connsiteX48" fmla="*/ 4114864 w 11477815"/>
                <a:gd name="connsiteY48" fmla="*/ 3840290 h 5665914"/>
                <a:gd name="connsiteX49" fmla="*/ 3897948 w 11477815"/>
                <a:gd name="connsiteY49" fmla="*/ 3886517 h 5665914"/>
                <a:gd name="connsiteX50" fmla="*/ 4238689 w 11477815"/>
                <a:gd name="connsiteY50" fmla="*/ 3842385 h 5665914"/>
                <a:gd name="connsiteX51" fmla="*/ 4507294 w 11477815"/>
                <a:gd name="connsiteY51" fmla="*/ 3793998 h 5665914"/>
                <a:gd name="connsiteX52" fmla="*/ 6075998 w 11477815"/>
                <a:gd name="connsiteY52" fmla="*/ 2670111 h 5665914"/>
                <a:gd name="connsiteX53" fmla="*/ 8363712 w 11477815"/>
                <a:gd name="connsiteY53" fmla="*/ 660654 h 5665914"/>
                <a:gd name="connsiteX54" fmla="*/ 11416220 w 11477815"/>
                <a:gd name="connsiteY54" fmla="*/ 5665915 h 5665914"/>
                <a:gd name="connsiteX55" fmla="*/ 11477816 w 11477815"/>
                <a:gd name="connsiteY55" fmla="*/ 5665915 h 5665914"/>
                <a:gd name="connsiteX56" fmla="*/ 9963404 w 11477815"/>
                <a:gd name="connsiteY56" fmla="*/ 2440178 h 5665914"/>
                <a:gd name="connsiteX57" fmla="*/ 6569583 w 11477815"/>
                <a:gd name="connsiteY57" fmla="*/ 347027 h 5665914"/>
                <a:gd name="connsiteX58" fmla="*/ 3003423 w 11477815"/>
                <a:gd name="connsiteY58" fmla="*/ 3713035 h 5665914"/>
                <a:gd name="connsiteX59" fmla="*/ 3003423 w 11477815"/>
                <a:gd name="connsiteY59" fmla="*/ 3713035 h 5665914"/>
                <a:gd name="connsiteX60" fmla="*/ 2465959 w 11477815"/>
                <a:gd name="connsiteY60" fmla="*/ 4008247 h 5665914"/>
                <a:gd name="connsiteX61" fmla="*/ 2691384 w 11477815"/>
                <a:gd name="connsiteY61" fmla="*/ 3855403 h 5665914"/>
                <a:gd name="connsiteX62" fmla="*/ 2691448 w 11477815"/>
                <a:gd name="connsiteY62" fmla="*/ 3855403 h 5665914"/>
                <a:gd name="connsiteX63" fmla="*/ 3227197 w 11477815"/>
                <a:gd name="connsiteY63" fmla="*/ 3415983 h 5665914"/>
                <a:gd name="connsiteX64" fmla="*/ 3227261 w 11477815"/>
                <a:gd name="connsiteY64" fmla="*/ 3415983 h 5665914"/>
                <a:gd name="connsiteX65" fmla="*/ 6990588 w 11477815"/>
                <a:gd name="connsiteY65" fmla="*/ 58610 h 5665914"/>
                <a:gd name="connsiteX66" fmla="*/ 6990715 w 11477815"/>
                <a:gd name="connsiteY66" fmla="*/ 58610 h 5665914"/>
                <a:gd name="connsiteX67" fmla="*/ 7228840 w 11477815"/>
                <a:gd name="connsiteY67" fmla="*/ 61341 h 5665914"/>
                <a:gd name="connsiteX68" fmla="*/ 6569647 w 11477815"/>
                <a:gd name="connsiteY68" fmla="*/ 347027 h 5665914"/>
                <a:gd name="connsiteX69" fmla="*/ 8003730 w 11477815"/>
                <a:gd name="connsiteY69" fmla="*/ 860488 h 5665914"/>
                <a:gd name="connsiteX70" fmla="*/ 4697222 w 11477815"/>
                <a:gd name="connsiteY70" fmla="*/ 3719259 h 5665914"/>
                <a:gd name="connsiteX71" fmla="*/ 4486148 w 11477815"/>
                <a:gd name="connsiteY71" fmla="*/ 3761549 h 5665914"/>
                <a:gd name="connsiteX72" fmla="*/ 8302118 w 11477815"/>
                <a:gd name="connsiteY72" fmla="*/ 609918 h 5665914"/>
                <a:gd name="connsiteX73" fmla="*/ 8328533 w 11477815"/>
                <a:gd name="connsiteY73" fmla="*/ 631381 h 5665914"/>
                <a:gd name="connsiteX74" fmla="*/ 8003730 w 11477815"/>
                <a:gd name="connsiteY74" fmla="*/ 860488 h 5665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477815" h="5665914">
                  <a:moveTo>
                    <a:pt x="9963404" y="2440115"/>
                  </a:moveTo>
                  <a:cubicBezTo>
                    <a:pt x="9454642" y="1678242"/>
                    <a:pt x="8877364" y="941197"/>
                    <a:pt x="8133715" y="395097"/>
                  </a:cubicBezTo>
                  <a:lnTo>
                    <a:pt x="8133652" y="395097"/>
                  </a:lnTo>
                  <a:cubicBezTo>
                    <a:pt x="8072882" y="350520"/>
                    <a:pt x="8010969" y="307657"/>
                    <a:pt x="7947343" y="267208"/>
                  </a:cubicBezTo>
                  <a:lnTo>
                    <a:pt x="7947280" y="267208"/>
                  </a:lnTo>
                  <a:cubicBezTo>
                    <a:pt x="7937818" y="261112"/>
                    <a:pt x="7928356" y="255206"/>
                    <a:pt x="7918768" y="249301"/>
                  </a:cubicBezTo>
                  <a:lnTo>
                    <a:pt x="7918705" y="249301"/>
                  </a:lnTo>
                  <a:cubicBezTo>
                    <a:pt x="7838694" y="199644"/>
                    <a:pt x="7755700" y="154559"/>
                    <a:pt x="7669593" y="116268"/>
                  </a:cubicBezTo>
                  <a:cubicBezTo>
                    <a:pt x="7624572" y="96456"/>
                    <a:pt x="7578662" y="78232"/>
                    <a:pt x="7531989" y="62801"/>
                  </a:cubicBezTo>
                  <a:cubicBezTo>
                    <a:pt x="7426643" y="27305"/>
                    <a:pt x="7316597" y="5588"/>
                    <a:pt x="7205536" y="0"/>
                  </a:cubicBezTo>
                  <a:lnTo>
                    <a:pt x="7205536" y="0"/>
                  </a:lnTo>
                  <a:cubicBezTo>
                    <a:pt x="5218621" y="204406"/>
                    <a:pt x="3984879" y="2985707"/>
                    <a:pt x="2393696" y="4013264"/>
                  </a:cubicBezTo>
                  <a:lnTo>
                    <a:pt x="2393633" y="4013264"/>
                  </a:lnTo>
                  <a:cubicBezTo>
                    <a:pt x="2383346" y="4022280"/>
                    <a:pt x="2373122" y="4030980"/>
                    <a:pt x="2362772" y="4039870"/>
                  </a:cubicBezTo>
                  <a:lnTo>
                    <a:pt x="2362708" y="4039870"/>
                  </a:lnTo>
                  <a:cubicBezTo>
                    <a:pt x="2141538" y="4228275"/>
                    <a:pt x="1884616" y="4390771"/>
                    <a:pt x="1593596" y="4438142"/>
                  </a:cubicBezTo>
                  <a:cubicBezTo>
                    <a:pt x="1031685" y="4504690"/>
                    <a:pt x="484188" y="4241419"/>
                    <a:pt x="0" y="3975862"/>
                  </a:cubicBezTo>
                  <a:lnTo>
                    <a:pt x="0" y="4120261"/>
                  </a:lnTo>
                  <a:cubicBezTo>
                    <a:pt x="819277" y="4599750"/>
                    <a:pt x="1756537" y="4815459"/>
                    <a:pt x="2453069" y="4020693"/>
                  </a:cubicBezTo>
                  <a:cubicBezTo>
                    <a:pt x="2501583" y="4011295"/>
                    <a:pt x="2549525" y="3999738"/>
                    <a:pt x="2596960" y="3985768"/>
                  </a:cubicBezTo>
                  <a:cubicBezTo>
                    <a:pt x="2651506" y="3969703"/>
                    <a:pt x="2705354" y="3950589"/>
                    <a:pt x="2757932" y="3928872"/>
                  </a:cubicBezTo>
                  <a:cubicBezTo>
                    <a:pt x="2970657" y="3842067"/>
                    <a:pt x="3160205" y="3708464"/>
                    <a:pt x="3341624" y="3569272"/>
                  </a:cubicBezTo>
                  <a:lnTo>
                    <a:pt x="3341688" y="3569272"/>
                  </a:lnTo>
                  <a:cubicBezTo>
                    <a:pt x="4734941" y="2467928"/>
                    <a:pt x="5644198" y="670750"/>
                    <a:pt x="7412356" y="94805"/>
                  </a:cubicBezTo>
                  <a:cubicBezTo>
                    <a:pt x="7464806" y="108649"/>
                    <a:pt x="7516431" y="125921"/>
                    <a:pt x="7567231" y="145923"/>
                  </a:cubicBezTo>
                  <a:cubicBezTo>
                    <a:pt x="5551170" y="760476"/>
                    <a:pt x="4360609" y="3546539"/>
                    <a:pt x="2675001" y="3983101"/>
                  </a:cubicBezTo>
                  <a:cubicBezTo>
                    <a:pt x="2861247" y="3972306"/>
                    <a:pt x="3045143" y="3927475"/>
                    <a:pt x="3216212" y="3853371"/>
                  </a:cubicBezTo>
                  <a:cubicBezTo>
                    <a:pt x="3370771" y="3785934"/>
                    <a:pt x="3515868" y="3697923"/>
                    <a:pt x="3655758" y="3604197"/>
                  </a:cubicBezTo>
                  <a:cubicBezTo>
                    <a:pt x="3655758" y="3604197"/>
                    <a:pt x="3655822" y="3604197"/>
                    <a:pt x="3655758" y="3604133"/>
                  </a:cubicBezTo>
                  <a:cubicBezTo>
                    <a:pt x="3741801" y="3545904"/>
                    <a:pt x="3825494" y="3484118"/>
                    <a:pt x="3906838" y="3419475"/>
                  </a:cubicBezTo>
                  <a:cubicBezTo>
                    <a:pt x="3906901" y="3419475"/>
                    <a:pt x="3906901" y="3419475"/>
                    <a:pt x="3906901" y="3419475"/>
                  </a:cubicBezTo>
                  <a:cubicBezTo>
                    <a:pt x="5090033" y="2441385"/>
                    <a:pt x="5944299" y="1043622"/>
                    <a:pt x="7355078" y="352869"/>
                  </a:cubicBezTo>
                  <a:cubicBezTo>
                    <a:pt x="7462520" y="301435"/>
                    <a:pt x="7572630" y="255524"/>
                    <a:pt x="7685215" y="216599"/>
                  </a:cubicBezTo>
                  <a:cubicBezTo>
                    <a:pt x="7692580" y="213995"/>
                    <a:pt x="7700010" y="211391"/>
                    <a:pt x="7707503" y="208978"/>
                  </a:cubicBezTo>
                  <a:cubicBezTo>
                    <a:pt x="7750937" y="230696"/>
                    <a:pt x="7793609" y="254127"/>
                    <a:pt x="7835519" y="278828"/>
                  </a:cubicBezTo>
                  <a:cubicBezTo>
                    <a:pt x="6100953" y="934085"/>
                    <a:pt x="5217732" y="2745930"/>
                    <a:pt x="3696399" y="3701542"/>
                  </a:cubicBezTo>
                  <a:cubicBezTo>
                    <a:pt x="3491738" y="3819271"/>
                    <a:pt x="3269996" y="3914077"/>
                    <a:pt x="3035110" y="3946842"/>
                  </a:cubicBezTo>
                  <a:cubicBezTo>
                    <a:pt x="3137345" y="3945699"/>
                    <a:pt x="3239580" y="3935095"/>
                    <a:pt x="3339783" y="3914839"/>
                  </a:cubicBezTo>
                  <a:cubicBezTo>
                    <a:pt x="3373628" y="3908044"/>
                    <a:pt x="3407283" y="3899979"/>
                    <a:pt x="3440684" y="3891090"/>
                  </a:cubicBezTo>
                  <a:cubicBezTo>
                    <a:pt x="3507105" y="3873055"/>
                    <a:pt x="3572193" y="3850767"/>
                    <a:pt x="3636074" y="3824732"/>
                  </a:cubicBezTo>
                  <a:cubicBezTo>
                    <a:pt x="3968306" y="3690366"/>
                    <a:pt x="4265105" y="3482277"/>
                    <a:pt x="4535043" y="3248723"/>
                  </a:cubicBezTo>
                  <a:cubicBezTo>
                    <a:pt x="5647182" y="2261616"/>
                    <a:pt x="6543485" y="944372"/>
                    <a:pt x="7954010" y="352806"/>
                  </a:cubicBezTo>
                  <a:cubicBezTo>
                    <a:pt x="7990268" y="376682"/>
                    <a:pt x="8025829" y="401193"/>
                    <a:pt x="8060690" y="426021"/>
                  </a:cubicBezTo>
                  <a:cubicBezTo>
                    <a:pt x="6274562" y="1143825"/>
                    <a:pt x="5051489" y="3656711"/>
                    <a:pt x="3451352" y="3918141"/>
                  </a:cubicBezTo>
                  <a:cubicBezTo>
                    <a:pt x="3995483" y="3921442"/>
                    <a:pt x="4489196" y="3632200"/>
                    <a:pt x="4892231" y="3288665"/>
                  </a:cubicBezTo>
                  <a:cubicBezTo>
                    <a:pt x="5968492" y="2350072"/>
                    <a:pt x="6843649" y="1129157"/>
                    <a:pt x="8156575" y="496316"/>
                  </a:cubicBezTo>
                  <a:cubicBezTo>
                    <a:pt x="8183753" y="516699"/>
                    <a:pt x="8210741" y="537400"/>
                    <a:pt x="8237538" y="558483"/>
                  </a:cubicBezTo>
                  <a:cubicBezTo>
                    <a:pt x="7208711" y="1086231"/>
                    <a:pt x="6436106" y="1975168"/>
                    <a:pt x="5621211" y="2772029"/>
                  </a:cubicBezTo>
                  <a:cubicBezTo>
                    <a:pt x="5188014" y="3196590"/>
                    <a:pt x="4715891" y="3670617"/>
                    <a:pt x="4114864" y="3840290"/>
                  </a:cubicBezTo>
                  <a:cubicBezTo>
                    <a:pt x="4043934" y="3860229"/>
                    <a:pt x="3971036" y="3876040"/>
                    <a:pt x="3897948" y="3886517"/>
                  </a:cubicBezTo>
                  <a:cubicBezTo>
                    <a:pt x="4012121" y="3883851"/>
                    <a:pt x="4127690" y="3869499"/>
                    <a:pt x="4238689" y="3842385"/>
                  </a:cubicBezTo>
                  <a:cubicBezTo>
                    <a:pt x="4326636" y="3812477"/>
                    <a:pt x="4415981" y="3805809"/>
                    <a:pt x="4507294" y="3793998"/>
                  </a:cubicBezTo>
                  <a:cubicBezTo>
                    <a:pt x="5115433" y="3680523"/>
                    <a:pt x="5639499" y="3079686"/>
                    <a:pt x="6075998" y="2670111"/>
                  </a:cubicBezTo>
                  <a:cubicBezTo>
                    <a:pt x="6796215" y="1954212"/>
                    <a:pt x="7494588" y="1200531"/>
                    <a:pt x="8363712" y="660654"/>
                  </a:cubicBezTo>
                  <a:cubicBezTo>
                    <a:pt x="9820593" y="1986471"/>
                    <a:pt x="10861294" y="3785553"/>
                    <a:pt x="11416220" y="5665915"/>
                  </a:cubicBezTo>
                  <a:lnTo>
                    <a:pt x="11477816" y="5665915"/>
                  </a:lnTo>
                  <a:cubicBezTo>
                    <a:pt x="11195368" y="4507675"/>
                    <a:pt x="10620502" y="3425380"/>
                    <a:pt x="9963404" y="2440178"/>
                  </a:cubicBezTo>
                  <a:close/>
                  <a:moveTo>
                    <a:pt x="6569583" y="347027"/>
                  </a:moveTo>
                  <a:cubicBezTo>
                    <a:pt x="5128133" y="1175703"/>
                    <a:pt x="4306570" y="2718562"/>
                    <a:pt x="3003423" y="3713035"/>
                  </a:cubicBezTo>
                  <a:lnTo>
                    <a:pt x="3003423" y="3713035"/>
                  </a:lnTo>
                  <a:cubicBezTo>
                    <a:pt x="2839212" y="3836226"/>
                    <a:pt x="2660142" y="3941382"/>
                    <a:pt x="2465959" y="4008247"/>
                  </a:cubicBezTo>
                  <a:cubicBezTo>
                    <a:pt x="2527427" y="3939540"/>
                    <a:pt x="2618169" y="3910076"/>
                    <a:pt x="2691384" y="3855403"/>
                  </a:cubicBezTo>
                  <a:lnTo>
                    <a:pt x="2691448" y="3855403"/>
                  </a:lnTo>
                  <a:cubicBezTo>
                    <a:pt x="2883281" y="3726180"/>
                    <a:pt x="3057335" y="3572383"/>
                    <a:pt x="3227197" y="3415983"/>
                  </a:cubicBezTo>
                  <a:lnTo>
                    <a:pt x="3227261" y="3415983"/>
                  </a:lnTo>
                  <a:cubicBezTo>
                    <a:pt x="4451287" y="2281301"/>
                    <a:pt x="5347589" y="643890"/>
                    <a:pt x="6990588" y="58610"/>
                  </a:cubicBezTo>
                  <a:cubicBezTo>
                    <a:pt x="6990652" y="58674"/>
                    <a:pt x="6990715" y="58610"/>
                    <a:pt x="6990715" y="58610"/>
                  </a:cubicBezTo>
                  <a:cubicBezTo>
                    <a:pt x="7070789" y="52959"/>
                    <a:pt x="7150481" y="53403"/>
                    <a:pt x="7228840" y="61341"/>
                  </a:cubicBezTo>
                  <a:cubicBezTo>
                    <a:pt x="6997955" y="128588"/>
                    <a:pt x="6775577" y="229299"/>
                    <a:pt x="6569647" y="347027"/>
                  </a:cubicBezTo>
                  <a:close/>
                  <a:moveTo>
                    <a:pt x="8003730" y="860488"/>
                  </a:moveTo>
                  <a:cubicBezTo>
                    <a:pt x="6768275" y="1654365"/>
                    <a:pt x="5974271" y="2991803"/>
                    <a:pt x="4697222" y="3719259"/>
                  </a:cubicBezTo>
                  <a:cubicBezTo>
                    <a:pt x="4628388" y="3739579"/>
                    <a:pt x="4557967" y="3753993"/>
                    <a:pt x="4486148" y="3761549"/>
                  </a:cubicBezTo>
                  <a:cubicBezTo>
                    <a:pt x="5956745" y="2985770"/>
                    <a:pt x="6805359" y="1370584"/>
                    <a:pt x="8302118" y="609918"/>
                  </a:cubicBezTo>
                  <a:cubicBezTo>
                    <a:pt x="8310943" y="617030"/>
                    <a:pt x="8319770" y="624205"/>
                    <a:pt x="8328533" y="631381"/>
                  </a:cubicBezTo>
                  <a:cubicBezTo>
                    <a:pt x="8214805" y="705803"/>
                    <a:pt x="8106093" y="783209"/>
                    <a:pt x="8003730" y="860488"/>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grpSp>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1841518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bwMode="gray">
          <a:xfrm>
            <a:off x="554735" y="1976968"/>
            <a:ext cx="7585964" cy="677108"/>
          </a:xfrm>
        </p:spPr>
        <p:txBody>
          <a:bodyPr vert="horz" anchor="b">
            <a:noAutofit/>
          </a:bodyPr>
          <a:lstStyle>
            <a:lvl1pPr rtl="0">
              <a:lnSpc>
                <a:spcPct val="100000"/>
              </a:lnSpc>
              <a:defRPr sz="4400">
                <a:solidFill>
                  <a:schemeClr val="accent1"/>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6"/>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764803F3-074D-DD69-AA2C-BEA0C3479DF6}"/>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
        <p:nvSpPr>
          <p:cNvPr id="28" name="3. Subtitle">
            <a:extLst>
              <a:ext uri="{FF2B5EF4-FFF2-40B4-BE49-F238E27FC236}">
                <a16:creationId xmlns:a16="http://schemas.microsoft.com/office/drawing/2014/main" id="{7668C0BB-4C9D-FD36-B154-8978A3B6B197}"/>
              </a:ext>
            </a:extLst>
          </p:cNvPr>
          <p:cNvSpPr>
            <a:spLocks noGrp="1"/>
          </p:cNvSpPr>
          <p:nvPr>
            <p:ph type="subTitle" idx="1"/>
            <p:custDataLst>
              <p:tags r:id="rId7"/>
            </p:custDataLst>
          </p:nvPr>
        </p:nvSpPr>
        <p:spPr bwMode="gray">
          <a:xfrm>
            <a:off x="554735" y="2796871"/>
            <a:ext cx="758596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b="0" baseline="0" dirty="0">
                <a:solidFill>
                  <a:schemeClr val="accent1"/>
                </a:solidFill>
              </a:defRPr>
            </a:lvl1pPr>
          </a:lstStyle>
          <a:p>
            <a:pPr lvl="0"/>
            <a:r>
              <a:rPr lang="en-US"/>
              <a:t>Click to edit Master subtitle style</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4137218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bwMode="gray">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6"/>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1" name="3. Subtitle">
            <a:extLst>
              <a:ext uri="{FF2B5EF4-FFF2-40B4-BE49-F238E27FC236}">
                <a16:creationId xmlns:a16="http://schemas.microsoft.com/office/drawing/2014/main" id="{CE3E64AA-0100-7652-B74F-5F59726F6E9A}"/>
              </a:ext>
            </a:extLst>
          </p:cNvPr>
          <p:cNvSpPr>
            <a:spLocks noGrp="1"/>
          </p:cNvSpPr>
          <p:nvPr>
            <p:ph type="subTitle" idx="1" hasCustomPrompt="1"/>
            <p:custDataLst>
              <p:tags r:id="rId7"/>
            </p:custDataLst>
          </p:nvPr>
        </p:nvSpPr>
        <p:spPr bwMode="gray">
          <a:xfrm>
            <a:off x="1505712" y="4160237"/>
            <a:ext cx="918057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b="0" baseline="0" dirty="0"/>
            </a:lvl1pPr>
          </a:lstStyle>
          <a:p>
            <a:pPr lvl="0">
              <a:buNone/>
            </a:pPr>
            <a:r>
              <a:rPr lang="en-US"/>
              <a:t>Click to add quote source</a:t>
            </a:r>
          </a:p>
        </p:txBody>
      </p:sp>
      <p:sp>
        <p:nvSpPr>
          <p:cNvPr id="5" name="Freeform 3">
            <a:extLst>
              <a:ext uri="{FF2B5EF4-FFF2-40B4-BE49-F238E27FC236}">
                <a16:creationId xmlns:a16="http://schemas.microsoft.com/office/drawing/2014/main" id="{590DEDAB-318E-2D80-2406-A29F1A5C3C3D}"/>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2794730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gray">
          <a:xfrm>
            <a:off x="3413760" y="0"/>
            <a:ext cx="8778240" cy="6858000"/>
          </a:xfrm>
          <a:prstGeom prst="rect">
            <a:avLst/>
          </a:prstGeom>
          <a:solidFill>
            <a:srgbClr val="EAEAEA"/>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bwMode="gray">
          <a:xfrm>
            <a:off x="554736" y="2744369"/>
            <a:ext cx="2514600" cy="769441"/>
          </a:xfr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bwMode="gray">
          <a:xfrm>
            <a:off x="554736" y="3594598"/>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bwMode="gray">
          <a:xfrm>
            <a:off x="554735" y="32072"/>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2" name="5. Source" hidden="1">
            <a:extLst>
              <a:ext uri="{FF2B5EF4-FFF2-40B4-BE49-F238E27FC236}">
                <a16:creationId xmlns:a16="http://schemas.microsoft.com/office/drawing/2014/main" id="{4BEA7C02-0F33-6171-F593-DB0B41E4CD16}"/>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7" name="Freeform 3">
            <a:extLst>
              <a:ext uri="{FF2B5EF4-FFF2-40B4-BE49-F238E27FC236}">
                <a16:creationId xmlns:a16="http://schemas.microsoft.com/office/drawing/2014/main" id="{5847C139-16C4-9273-B65B-EFA93A933F9D}"/>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809416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476076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gray">
          <a:xfrm>
            <a:off x="4364736" y="0"/>
            <a:ext cx="7827264" cy="6858000"/>
          </a:xfrm>
          <a:prstGeom prst="rect">
            <a:avLst/>
          </a:prstGeom>
          <a:solidFill>
            <a:srgbClr val="EAEAEA"/>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bwMode="gray">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bwMode="gray">
          <a:xfrm>
            <a:off x="554735" y="3594598"/>
            <a:ext cx="3465575"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bwMode="gray">
          <a:xfrm>
            <a:off x="554735" y="32072"/>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3AF449AB-5D01-BADB-4452-2929912B6F2C}"/>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57509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144228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gray">
          <a:xfrm>
            <a:off x="6092952" y="0"/>
            <a:ext cx="6099048" cy="6858000"/>
          </a:xfrm>
          <a:prstGeom prst="rect">
            <a:avLst/>
          </a:prstGeom>
          <a:solidFill>
            <a:srgbClr val="EAEAEA"/>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bwMode="gray">
          <a:xfrm>
            <a:off x="554736" y="168642"/>
            <a:ext cx="5065776" cy="769441"/>
          </a:xfrm>
        </p:spPr>
        <p:txBody>
          <a:bodyPr vert="horz">
            <a:noAutofit/>
          </a:bodyPr>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bwMode="gray">
          <a:xfrm>
            <a:off x="554736" y="1018871"/>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8054A48B-A6F0-10D3-A667-7A97B05325BA}"/>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54096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450112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bwMode="gray">
          <a:xfrm>
            <a:off x="554736" y="168642"/>
            <a:ext cx="6967728" cy="769441"/>
          </a:xfrm>
        </p:spPr>
        <p:txBody>
          <a:bodyPr vert="horz">
            <a:noAutofit/>
          </a:bodyPr>
          <a:lstStyle>
            <a:lvl1pPr rtl="0">
              <a:defRPr/>
            </a:lvl1pPr>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gray">
          <a:xfrm>
            <a:off x="7830312" y="0"/>
            <a:ext cx="4361688" cy="6858000"/>
          </a:xfrm>
          <a:prstGeom prst="rect">
            <a:avLst/>
          </a:prstGeom>
          <a:solidFill>
            <a:srgbClr val="EAEAEA"/>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bwMode="gray">
          <a:xfrm>
            <a:off x="554736" y="1018871"/>
            <a:ext cx="6967728"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11FBB2CE-F6DF-3767-08E0-ED889C847704}"/>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055183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18435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gray">
          <a:xfrm>
            <a:off x="8781416" y="0"/>
            <a:ext cx="3410584" cy="6858000"/>
          </a:xfrm>
          <a:prstGeom prst="rect">
            <a:avLst/>
          </a:prstGeom>
          <a:solidFill>
            <a:srgbClr val="EAEAEA"/>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a:endParaRPr lang="en-US" noProof="0">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bwMode="gray">
          <a:xfrm>
            <a:off x="554736" y="168642"/>
            <a:ext cx="7918704" cy="769441"/>
          </a:xfrm>
        </p:spPr>
        <p:txBody>
          <a:bodyPr vert="horz">
            <a:noAutofit/>
          </a:bodyPr>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bwMode="gray">
          <a:xfrm>
            <a:off x="554736" y="1018871"/>
            <a:ext cx="7918704"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11A9727D-C449-E253-85A8-C000E262B68D}"/>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51036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3147485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5"/>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21" name="2. Slide Title">
            <a:extLst>
              <a:ext uri="{FF2B5EF4-FFF2-40B4-BE49-F238E27FC236}">
                <a16:creationId xmlns:a16="http://schemas.microsoft.com/office/drawing/2014/main" id="{4AF82987-3A8D-901E-ECF9-DB5E4EB05BC2}"/>
              </a:ext>
            </a:extLst>
          </p:cNvPr>
          <p:cNvSpPr>
            <a:spLocks noGrp="1"/>
          </p:cNvSpPr>
          <p:nvPr>
            <p:ph type="title"/>
          </p:nvPr>
        </p:nvSpPr>
        <p:spPr bwMode="gray">
          <a:xfrm>
            <a:off x="554736" y="168642"/>
            <a:ext cx="11082528" cy="1154162"/>
          </a:xfrm>
        </p:spPr>
        <p:txBody>
          <a:bodyPr vert="horz">
            <a:noAutofit/>
          </a:bodyPr>
          <a:lstStyle/>
          <a:p>
            <a:r>
              <a:rPr lang="en-US"/>
              <a:t>Click to edit Master title style</a:t>
            </a:r>
          </a:p>
        </p:txBody>
      </p:sp>
      <p:sp>
        <p:nvSpPr>
          <p:cNvPr id="5" name="Freeform 3">
            <a:extLst>
              <a:ext uri="{FF2B5EF4-FFF2-40B4-BE49-F238E27FC236}">
                <a16:creationId xmlns:a16="http://schemas.microsoft.com/office/drawing/2014/main" id="{F5B04D28-2EAD-4393-C3AE-691C3E8A23D5}"/>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54082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2699640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3" name="Freeform 3">
            <a:extLst>
              <a:ext uri="{FF2B5EF4-FFF2-40B4-BE49-F238E27FC236}">
                <a16:creationId xmlns:a16="http://schemas.microsoft.com/office/drawing/2014/main" id="{813D1D8F-D823-B42E-7E5F-53137A40DCC1}"/>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668931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3" name="Freeform 3">
            <a:extLst>
              <a:ext uri="{FF2B5EF4-FFF2-40B4-BE49-F238E27FC236}">
                <a16:creationId xmlns:a16="http://schemas.microsoft.com/office/drawing/2014/main" id="{76DD86D9-31F9-3D1A-F3EF-3488F6A97F43}"/>
              </a:ext>
            </a:extLst>
          </p:cNvPr>
          <p:cNvSpPr>
            <a:spLocks noChangeAspect="1"/>
          </p:cNvSpPr>
          <p:nvPr userDrawn="1"/>
        </p:nvSpPr>
        <p:spPr>
          <a:xfrm>
            <a:off x="4905830" y="3023393"/>
            <a:ext cx="2380342" cy="811216"/>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pPr rtl="0"/>
            <a:endParaRPr lang="en-US"/>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ustomLayouts 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48350779"/>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9"/>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3994" rtl="0" eaLnBrk="1" fontAlgn="auto" latinLnBrk="0" hangingPunct="1">
              <a:lnSpc>
                <a:spcPct val="100000"/>
              </a:lnSpc>
              <a:spcBef>
                <a:spcPts val="300"/>
              </a:spcBef>
              <a:spcAft>
                <a:spcPts val="300"/>
              </a:spcAft>
              <a:buClrTx/>
              <a:buSzTx/>
              <a:buFontTx/>
              <a:buNone/>
              <a:tabLst/>
              <a:defRPr/>
            </a:pPr>
            <a:endParaRPr kumimoji="0" lang="en-GB" sz="2499" b="1" i="0" u="none" strike="noStrike" kern="1200" cap="none" spc="0" normalizeH="0" baseline="0" noProof="0">
              <a:ln>
                <a:noFill/>
              </a:ln>
              <a:solidFill>
                <a:srgbClr val="031119"/>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a:xfrm>
            <a:off x="554737" y="172212"/>
            <a:ext cx="11082528" cy="731520"/>
          </a:xfrm>
        </p:spPr>
        <p:txBody>
          <a:bodyPr vert="horz" wrap="square" lIns="0" tIns="0" rIns="0" bIns="0" rtlCol="0" anchor="b" anchorCtr="0">
            <a:noAutofit/>
          </a:bodyPr>
          <a:lstStyle>
            <a:lvl1pPr rtl="0">
              <a:defRPr lang="en-US" dirty="0"/>
            </a:lvl1pPr>
          </a:lstStyle>
          <a:p>
            <a:pPr lvl="0"/>
            <a:r>
              <a:rPr lang="en-GB"/>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a:xfrm>
            <a:off x="554737" y="919251"/>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vl1pPr>
          </a:lstStyle>
          <a:p>
            <a:pPr lvl="0"/>
            <a:r>
              <a:rPr lang="en-GB"/>
              <a:t>Click to edit Master subtitle style</a:t>
            </a: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5"/>
            </p:custDataLst>
          </p:nvPr>
        </p:nvSpPr>
        <p:spPr>
          <a:xfrm>
            <a:off x="554736" y="6501670"/>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3994"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8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GB"/>
              <a:t>Add tracker</a:t>
            </a:r>
          </a:p>
        </p:txBody>
      </p:sp>
      <p:sp>
        <p:nvSpPr>
          <p:cNvPr id="10" name="Slide Number">
            <a:extLst>
              <a:ext uri="{FF2B5EF4-FFF2-40B4-BE49-F238E27FC236}">
                <a16:creationId xmlns:a16="http://schemas.microsoft.com/office/drawing/2014/main" id="{44D59AF4-AF2B-494E-A657-23B57AE01432}"/>
              </a:ext>
            </a:extLst>
          </p:cNvPr>
          <p:cNvSpPr>
            <a:spLocks noChangeArrowheads="1"/>
          </p:cNvSpPr>
          <p:nvPr userDrawn="1">
            <p:custDataLst>
              <p:tags r:id="rId7"/>
            </p:custDataLst>
          </p:nvPr>
        </p:nvSpPr>
        <p:spPr bwMode="black">
          <a:xfrm>
            <a:off x="11312526" y="6498755"/>
            <a:ext cx="325501" cy="138499"/>
          </a:xfrm>
          <a:prstGeom prst="rect">
            <a:avLst/>
          </a:prstGeom>
          <a:noFill/>
          <a:ln w="9525" algn="ctr">
            <a:noFill/>
            <a:miter lim="800000"/>
            <a:headEnd/>
            <a:tailEnd/>
          </a:ln>
          <a:effectLst/>
        </p:spPr>
        <p:txBody>
          <a:bodyPr wrap="square" lIns="0" tIns="0" rIns="0" bIns="0" anchor="b">
            <a:spAutoFit/>
          </a:bodyPr>
          <a:lstStyle/>
          <a:p>
            <a:pPr algn="r" defTabSz="610472" rtl="0" fontAlgn="auto">
              <a:spcBef>
                <a:spcPts val="0"/>
              </a:spcBef>
              <a:spcAft>
                <a:spcPts val="0"/>
              </a:spcAft>
              <a:defRPr/>
            </a:pPr>
            <a:fld id="{4ABDCABE-3F10-B64C-92F1-862014417034}" type="slidenum">
              <a:rPr lang="en-GB" sz="900" smtClean="0">
                <a:solidFill>
                  <a:schemeClr val="tx1"/>
                </a:solidFill>
                <a:latin typeface="+mn-lt"/>
                <a:ea typeface="+mn-ea"/>
                <a:cs typeface="Arial" panose="020B0604020202020204" pitchFamily="34" charset="0"/>
              </a:rPr>
              <a:pPr algn="r" defTabSz="610472" rtl="0" fontAlgn="auto">
                <a:spcBef>
                  <a:spcPts val="0"/>
                </a:spcBef>
                <a:spcAft>
                  <a:spcPts val="0"/>
                </a:spcAft>
                <a:defRPr/>
              </a:pPr>
              <a:t>‹#›</a:t>
            </a:fld>
            <a:endParaRPr lang="en-GB" sz="900">
              <a:solidFill>
                <a:schemeClr val="tx1"/>
              </a:solidFill>
              <a:latin typeface="+mn-lt"/>
              <a:ea typeface="+mn-ea"/>
              <a:cs typeface="Arial" panose="020B0604020202020204" pitchFamily="34" charset="0"/>
            </a:endParaRPr>
          </a:p>
        </p:txBody>
      </p:sp>
    </p:spTree>
    <p:extLst>
      <p:ext uri="{BB962C8B-B14F-4D97-AF65-F5344CB8AC3E}">
        <p14:creationId xmlns:p14="http://schemas.microsoft.com/office/powerpoint/2010/main" val="492931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chemeClr val="bg1"/>
        </a:solidFill>
        <a:effectLst/>
      </p:bgPr>
    </p:bg>
    <p:spTree>
      <p:nvGrpSpPr>
        <p:cNvPr id="1" name=""/>
        <p:cNvGrpSpPr/>
        <p:nvPr/>
      </p:nvGrpSpPr>
      <p:grpSpPr>
        <a:xfrm>
          <a:off x="0" y="0"/>
          <a:ext cx="0" cy="0"/>
          <a:chOff x="0" y="0"/>
          <a:chExt cx="0" cy="0"/>
        </a:xfrm>
      </p:grpSpPr>
      <p:grpSp>
        <p:nvGrpSpPr>
          <p:cNvPr id="4" name="Graphic 9">
            <a:extLst>
              <a:ext uri="{FF2B5EF4-FFF2-40B4-BE49-F238E27FC236}">
                <a16:creationId xmlns:a16="http://schemas.microsoft.com/office/drawing/2014/main" id="{5A6E635C-41FB-F396-01FA-4B13AC345B62}"/>
              </a:ext>
            </a:extLst>
          </p:cNvPr>
          <p:cNvGrpSpPr/>
          <p:nvPr userDrawn="1"/>
        </p:nvGrpSpPr>
        <p:grpSpPr>
          <a:xfrm>
            <a:off x="0" y="0"/>
            <a:ext cx="12192000" cy="5766129"/>
            <a:chOff x="0" y="0"/>
            <a:chExt cx="12192000" cy="5766129"/>
          </a:xfrm>
          <a:solidFill>
            <a:srgbClr val="F8B100"/>
          </a:solidFill>
        </p:grpSpPr>
        <p:sp>
          <p:nvSpPr>
            <p:cNvPr id="5" name="Freeform 14">
              <a:extLst>
                <a:ext uri="{FF2B5EF4-FFF2-40B4-BE49-F238E27FC236}">
                  <a16:creationId xmlns:a16="http://schemas.microsoft.com/office/drawing/2014/main" id="{7042B03C-9A43-A780-CEAE-10BCA7AA6076}"/>
                </a:ext>
              </a:extLst>
            </p:cNvPr>
            <p:cNvSpPr/>
            <p:nvPr/>
          </p:nvSpPr>
          <p:spPr>
            <a:xfrm>
              <a:off x="5727890" y="233679"/>
              <a:ext cx="1275913" cy="4999799"/>
            </a:xfrm>
            <a:custGeom>
              <a:avLst/>
              <a:gdLst>
                <a:gd name="connsiteX0" fmla="*/ 662622 w 1275913"/>
                <a:gd name="connsiteY0" fmla="*/ 4607433 h 4999799"/>
                <a:gd name="connsiteX1" fmla="*/ 860869 w 1275913"/>
                <a:gd name="connsiteY1" fmla="*/ 3538157 h 4999799"/>
                <a:gd name="connsiteX2" fmla="*/ 860996 w 1275913"/>
                <a:gd name="connsiteY2" fmla="*/ 3538157 h 4999799"/>
                <a:gd name="connsiteX3" fmla="*/ 1034542 w 1275913"/>
                <a:gd name="connsiteY3" fmla="*/ 2980690 h 4999799"/>
                <a:gd name="connsiteX4" fmla="*/ 1034669 w 1275913"/>
                <a:gd name="connsiteY4" fmla="*/ 2980690 h 4999799"/>
                <a:gd name="connsiteX5" fmla="*/ 1250442 w 1275913"/>
                <a:gd name="connsiteY5" fmla="*/ 1995487 h 4999799"/>
                <a:gd name="connsiteX6" fmla="*/ 0 w 1275913"/>
                <a:gd name="connsiteY6" fmla="*/ 0 h 4999799"/>
                <a:gd name="connsiteX7" fmla="*/ 986282 w 1275913"/>
                <a:gd name="connsiteY7" fmla="*/ 2086864 h 4999799"/>
                <a:gd name="connsiteX8" fmla="*/ 726567 w 1275913"/>
                <a:gd name="connsiteY8" fmla="*/ 3169666 h 4999799"/>
                <a:gd name="connsiteX9" fmla="*/ 726440 w 1275913"/>
                <a:gd name="connsiteY9" fmla="*/ 3169666 h 4999799"/>
                <a:gd name="connsiteX10" fmla="*/ 812800 w 1275913"/>
                <a:gd name="connsiteY10" fmla="*/ 4999800 h 4999799"/>
                <a:gd name="connsiteX11" fmla="*/ 662622 w 1275913"/>
                <a:gd name="connsiteY11" fmla="*/ 4607433 h 499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75913" h="4999799">
                  <a:moveTo>
                    <a:pt x="662622" y="4607433"/>
                  </a:moveTo>
                  <a:cubicBezTo>
                    <a:pt x="628777" y="4244785"/>
                    <a:pt x="750951" y="3879977"/>
                    <a:pt x="860869" y="3538157"/>
                  </a:cubicBezTo>
                  <a:lnTo>
                    <a:pt x="860996" y="3538157"/>
                  </a:lnTo>
                  <a:cubicBezTo>
                    <a:pt x="924687" y="3350514"/>
                    <a:pt x="980884" y="3169476"/>
                    <a:pt x="1034542" y="2980690"/>
                  </a:cubicBezTo>
                  <a:lnTo>
                    <a:pt x="1034669" y="2980690"/>
                  </a:lnTo>
                  <a:cubicBezTo>
                    <a:pt x="1127633" y="2657920"/>
                    <a:pt x="1213803" y="2330069"/>
                    <a:pt x="1250442" y="1995487"/>
                  </a:cubicBezTo>
                  <a:cubicBezTo>
                    <a:pt x="1400239" y="1134809"/>
                    <a:pt x="877253" y="99695"/>
                    <a:pt x="0" y="0"/>
                  </a:cubicBezTo>
                  <a:cubicBezTo>
                    <a:pt x="818388" y="295084"/>
                    <a:pt x="1141158" y="1285748"/>
                    <a:pt x="986282" y="2086864"/>
                  </a:cubicBezTo>
                  <a:cubicBezTo>
                    <a:pt x="932434" y="2454783"/>
                    <a:pt x="828992" y="2812987"/>
                    <a:pt x="726567" y="3169666"/>
                  </a:cubicBezTo>
                  <a:lnTo>
                    <a:pt x="726440" y="3169666"/>
                  </a:lnTo>
                  <a:cubicBezTo>
                    <a:pt x="566928" y="3732911"/>
                    <a:pt x="178181" y="4601591"/>
                    <a:pt x="812800" y="4999800"/>
                  </a:cubicBezTo>
                  <a:cubicBezTo>
                    <a:pt x="723900" y="4887595"/>
                    <a:pt x="677989" y="4753039"/>
                    <a:pt x="662622" y="4607433"/>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6" name="Freeform 15">
              <a:extLst>
                <a:ext uri="{FF2B5EF4-FFF2-40B4-BE49-F238E27FC236}">
                  <a16:creationId xmlns:a16="http://schemas.microsoft.com/office/drawing/2014/main" id="{20F83FB5-DD54-614E-FA25-95B503F72D8F}"/>
                </a:ext>
              </a:extLst>
            </p:cNvPr>
            <p:cNvSpPr/>
            <p:nvPr/>
          </p:nvSpPr>
          <p:spPr>
            <a:xfrm>
              <a:off x="5463794" y="191365"/>
              <a:ext cx="2055157" cy="5402095"/>
            </a:xfrm>
            <a:custGeom>
              <a:avLst/>
              <a:gdLst>
                <a:gd name="connsiteX0" fmla="*/ 1305115 w 2055157"/>
                <a:gd name="connsiteY0" fmla="*/ 4802339 h 5402095"/>
                <a:gd name="connsiteX1" fmla="*/ 1382268 w 2055157"/>
                <a:gd name="connsiteY1" fmla="*/ 4323104 h 5402095"/>
                <a:gd name="connsiteX2" fmla="*/ 1382395 w 2055157"/>
                <a:gd name="connsiteY2" fmla="*/ 4323104 h 5402095"/>
                <a:gd name="connsiteX3" fmla="*/ 1677607 w 2055157"/>
                <a:gd name="connsiteY3" fmla="*/ 3457789 h 5402095"/>
                <a:gd name="connsiteX4" fmla="*/ 2038477 w 2055157"/>
                <a:gd name="connsiteY4" fmla="*/ 2032596 h 5402095"/>
                <a:gd name="connsiteX5" fmla="*/ 1969579 w 2055157"/>
                <a:gd name="connsiteY5" fmla="*/ 2060917 h 5402095"/>
                <a:gd name="connsiteX6" fmla="*/ 2038477 w 2055157"/>
                <a:gd name="connsiteY6" fmla="*/ 2032468 h 5402095"/>
                <a:gd name="connsiteX7" fmla="*/ 1582737 w 2055157"/>
                <a:gd name="connsiteY7" fmla="*/ 477925 h 5402095"/>
                <a:gd name="connsiteX8" fmla="*/ 1427353 w 2055157"/>
                <a:gd name="connsiteY8" fmla="*/ 333907 h 5402095"/>
                <a:gd name="connsiteX9" fmla="*/ 700659 w 2055157"/>
                <a:gd name="connsiteY9" fmla="*/ 24598 h 5402095"/>
                <a:gd name="connsiteX10" fmla="*/ 0 w 2055157"/>
                <a:gd name="connsiteY10" fmla="*/ 25805 h 5402095"/>
                <a:gd name="connsiteX11" fmla="*/ 63373 w 2055157"/>
                <a:gd name="connsiteY11" fmla="*/ 23074 h 5402095"/>
                <a:gd name="connsiteX12" fmla="*/ 730567 w 2055157"/>
                <a:gd name="connsiteY12" fmla="*/ 2281706 h 5402095"/>
                <a:gd name="connsiteX13" fmla="*/ 730440 w 2055157"/>
                <a:gd name="connsiteY13" fmla="*/ 2281706 h 5402095"/>
                <a:gd name="connsiteX14" fmla="*/ 687769 w 2055157"/>
                <a:gd name="connsiteY14" fmla="*/ 2479572 h 5402095"/>
                <a:gd name="connsiteX15" fmla="*/ 687641 w 2055157"/>
                <a:gd name="connsiteY15" fmla="*/ 2479572 h 5402095"/>
                <a:gd name="connsiteX16" fmla="*/ 449516 w 2055157"/>
                <a:gd name="connsiteY16" fmla="*/ 3408894 h 5402095"/>
                <a:gd name="connsiteX17" fmla="*/ 449390 w 2055157"/>
                <a:gd name="connsiteY17" fmla="*/ 3408894 h 5402095"/>
                <a:gd name="connsiteX18" fmla="*/ 490601 w 2055157"/>
                <a:gd name="connsiteY18" fmla="*/ 4517478 h 5402095"/>
                <a:gd name="connsiteX19" fmla="*/ 490728 w 2055157"/>
                <a:gd name="connsiteY19" fmla="*/ 4517668 h 5402095"/>
                <a:gd name="connsiteX20" fmla="*/ 683578 w 2055157"/>
                <a:gd name="connsiteY20" fmla="*/ 4694770 h 5402095"/>
                <a:gd name="connsiteX21" fmla="*/ 763460 w 2055157"/>
                <a:gd name="connsiteY21" fmla="*/ 3136289 h 5402095"/>
                <a:gd name="connsiteX22" fmla="*/ 760476 w 2055157"/>
                <a:gd name="connsiteY22" fmla="*/ 592289 h 5402095"/>
                <a:gd name="connsiteX23" fmla="*/ 104775 w 2055157"/>
                <a:gd name="connsiteY23" fmla="*/ 21931 h 5402095"/>
                <a:gd name="connsiteX24" fmla="*/ 1761871 w 2055157"/>
                <a:gd name="connsiteY24" fmla="*/ 2143149 h 5402095"/>
                <a:gd name="connsiteX25" fmla="*/ 1761744 w 2055157"/>
                <a:gd name="connsiteY25" fmla="*/ 2143149 h 5402095"/>
                <a:gd name="connsiteX26" fmla="*/ 1397445 w 2055157"/>
                <a:gd name="connsiteY26" fmla="*/ 3526243 h 5402095"/>
                <a:gd name="connsiteX27" fmla="*/ 1284414 w 2055157"/>
                <a:gd name="connsiteY27" fmla="*/ 5217629 h 5402095"/>
                <a:gd name="connsiteX28" fmla="*/ 1275715 w 2055157"/>
                <a:gd name="connsiteY28" fmla="*/ 5212549 h 5402095"/>
                <a:gd name="connsiteX29" fmla="*/ 1493329 w 2055157"/>
                <a:gd name="connsiteY29" fmla="*/ 5402096 h 5402095"/>
                <a:gd name="connsiteX30" fmla="*/ 1305115 w 2055157"/>
                <a:gd name="connsiteY30" fmla="*/ 4802212 h 540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055157" h="5402095">
                  <a:moveTo>
                    <a:pt x="1305115" y="4802339"/>
                  </a:moveTo>
                  <a:cubicBezTo>
                    <a:pt x="1309941" y="4640096"/>
                    <a:pt x="1341311" y="4479886"/>
                    <a:pt x="1382268" y="4323104"/>
                  </a:cubicBezTo>
                  <a:lnTo>
                    <a:pt x="1382395" y="4323104"/>
                  </a:lnTo>
                  <a:cubicBezTo>
                    <a:pt x="1458912" y="4030432"/>
                    <a:pt x="1578800" y="3741254"/>
                    <a:pt x="1677607" y="3457789"/>
                  </a:cubicBezTo>
                  <a:cubicBezTo>
                    <a:pt x="1830451" y="2992589"/>
                    <a:pt x="1987106" y="2522054"/>
                    <a:pt x="2038477" y="2032596"/>
                  </a:cubicBezTo>
                  <a:cubicBezTo>
                    <a:pt x="2015553" y="2042057"/>
                    <a:pt x="1992630" y="2051518"/>
                    <a:pt x="1969579" y="2060917"/>
                  </a:cubicBezTo>
                  <a:cubicBezTo>
                    <a:pt x="1992503" y="2051518"/>
                    <a:pt x="2015553" y="2042057"/>
                    <a:pt x="2038477" y="2032468"/>
                  </a:cubicBezTo>
                  <a:cubicBezTo>
                    <a:pt x="2105787" y="1480273"/>
                    <a:pt x="1972437" y="889214"/>
                    <a:pt x="1582737" y="477925"/>
                  </a:cubicBezTo>
                  <a:cubicBezTo>
                    <a:pt x="1534477" y="426172"/>
                    <a:pt x="1482471" y="378039"/>
                    <a:pt x="1427353" y="333907"/>
                  </a:cubicBezTo>
                  <a:cubicBezTo>
                    <a:pt x="1219327" y="166267"/>
                    <a:pt x="963676" y="64730"/>
                    <a:pt x="700659" y="24598"/>
                  </a:cubicBezTo>
                  <a:cubicBezTo>
                    <a:pt x="468947" y="-11470"/>
                    <a:pt x="232029" y="-5120"/>
                    <a:pt x="0" y="25805"/>
                  </a:cubicBezTo>
                  <a:cubicBezTo>
                    <a:pt x="21146" y="24598"/>
                    <a:pt x="42228" y="23582"/>
                    <a:pt x="63373" y="23074"/>
                  </a:cubicBezTo>
                  <a:cubicBezTo>
                    <a:pt x="798195" y="496530"/>
                    <a:pt x="921957" y="1489671"/>
                    <a:pt x="730567" y="2281706"/>
                  </a:cubicBezTo>
                  <a:lnTo>
                    <a:pt x="730440" y="2281706"/>
                  </a:lnTo>
                  <a:cubicBezTo>
                    <a:pt x="717233" y="2347810"/>
                    <a:pt x="702882" y="2413850"/>
                    <a:pt x="687769" y="2479572"/>
                  </a:cubicBezTo>
                  <a:lnTo>
                    <a:pt x="687641" y="2479572"/>
                  </a:lnTo>
                  <a:cubicBezTo>
                    <a:pt x="615442" y="2791992"/>
                    <a:pt x="531241" y="3098570"/>
                    <a:pt x="449516" y="3408894"/>
                  </a:cubicBezTo>
                  <a:lnTo>
                    <a:pt x="449390" y="3408894"/>
                  </a:lnTo>
                  <a:cubicBezTo>
                    <a:pt x="364046" y="3766590"/>
                    <a:pt x="266319" y="4193501"/>
                    <a:pt x="490601" y="4517478"/>
                  </a:cubicBezTo>
                  <a:cubicBezTo>
                    <a:pt x="490601" y="4517605"/>
                    <a:pt x="490728" y="4517605"/>
                    <a:pt x="490728" y="4517668"/>
                  </a:cubicBezTo>
                  <a:cubicBezTo>
                    <a:pt x="539115" y="4584661"/>
                    <a:pt x="602361" y="4644414"/>
                    <a:pt x="683578" y="4694770"/>
                  </a:cubicBezTo>
                  <a:cubicBezTo>
                    <a:pt x="372110" y="4249508"/>
                    <a:pt x="634936" y="3608602"/>
                    <a:pt x="763460" y="3136289"/>
                  </a:cubicBezTo>
                  <a:cubicBezTo>
                    <a:pt x="992950" y="2316695"/>
                    <a:pt x="1260602" y="1367306"/>
                    <a:pt x="760476" y="592289"/>
                  </a:cubicBezTo>
                  <a:cubicBezTo>
                    <a:pt x="625602" y="375817"/>
                    <a:pt x="357822" y="83018"/>
                    <a:pt x="104775" y="21931"/>
                  </a:cubicBezTo>
                  <a:cubicBezTo>
                    <a:pt x="1252791" y="-47855"/>
                    <a:pt x="1963991" y="1020088"/>
                    <a:pt x="1761871" y="2143149"/>
                  </a:cubicBezTo>
                  <a:lnTo>
                    <a:pt x="1761744" y="2143149"/>
                  </a:lnTo>
                  <a:cubicBezTo>
                    <a:pt x="1694498" y="2617367"/>
                    <a:pt x="1546924" y="3072218"/>
                    <a:pt x="1397445" y="3526243"/>
                  </a:cubicBezTo>
                  <a:cubicBezTo>
                    <a:pt x="1236726" y="4018749"/>
                    <a:pt x="906526" y="4761381"/>
                    <a:pt x="1284414" y="5217629"/>
                  </a:cubicBezTo>
                  <a:cubicBezTo>
                    <a:pt x="1281430" y="5215978"/>
                    <a:pt x="1278573" y="5214200"/>
                    <a:pt x="1275715" y="5212549"/>
                  </a:cubicBezTo>
                  <a:cubicBezTo>
                    <a:pt x="1328229" y="5285256"/>
                    <a:pt x="1418781" y="5340247"/>
                    <a:pt x="1493329" y="5402096"/>
                  </a:cubicBezTo>
                  <a:cubicBezTo>
                    <a:pt x="1346390" y="5240743"/>
                    <a:pt x="1296987" y="5015508"/>
                    <a:pt x="1305115" y="4802212"/>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7" name="Freeform 16">
              <a:extLst>
                <a:ext uri="{FF2B5EF4-FFF2-40B4-BE49-F238E27FC236}">
                  <a16:creationId xmlns:a16="http://schemas.microsoft.com/office/drawing/2014/main" id="{1D161DD4-EE6D-9E22-B097-F5FEEB107B76}"/>
                </a:ext>
              </a:extLst>
            </p:cNvPr>
            <p:cNvSpPr/>
            <p:nvPr/>
          </p:nvSpPr>
          <p:spPr>
            <a:xfrm>
              <a:off x="0" y="158892"/>
              <a:ext cx="5558154" cy="2661333"/>
            </a:xfrm>
            <a:custGeom>
              <a:avLst/>
              <a:gdLst>
                <a:gd name="connsiteX0" fmla="*/ 3977831 w 5558154"/>
                <a:gd name="connsiteY0" fmla="*/ 360093 h 2661333"/>
                <a:gd name="connsiteX1" fmla="*/ 5045901 w 5558154"/>
                <a:gd name="connsiteY1" fmla="*/ 70406 h 2661333"/>
                <a:gd name="connsiteX2" fmla="*/ 5558155 w 5558154"/>
                <a:gd name="connsiteY2" fmla="*/ 26909 h 2661333"/>
                <a:gd name="connsiteX3" fmla="*/ 0 w 5558154"/>
                <a:gd name="connsiteY3" fmla="*/ 2433686 h 2661333"/>
                <a:gd name="connsiteX4" fmla="*/ 0 w 5558154"/>
                <a:gd name="connsiteY4" fmla="*/ 2661334 h 2661333"/>
                <a:gd name="connsiteX5" fmla="*/ 3977831 w 5558154"/>
                <a:gd name="connsiteY5" fmla="*/ 360093 h 26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8154" h="2661333">
                  <a:moveTo>
                    <a:pt x="3977831" y="360093"/>
                  </a:moveTo>
                  <a:cubicBezTo>
                    <a:pt x="4322445" y="228204"/>
                    <a:pt x="4679252" y="118857"/>
                    <a:pt x="5045901" y="70406"/>
                  </a:cubicBezTo>
                  <a:cubicBezTo>
                    <a:pt x="5216144" y="40498"/>
                    <a:pt x="5390007" y="63104"/>
                    <a:pt x="5558155" y="26909"/>
                  </a:cubicBezTo>
                  <a:cubicBezTo>
                    <a:pt x="4018407" y="-241760"/>
                    <a:pt x="1290955" y="1569388"/>
                    <a:pt x="0" y="2433686"/>
                  </a:cubicBezTo>
                  <a:lnTo>
                    <a:pt x="0" y="2661334"/>
                  </a:lnTo>
                  <a:cubicBezTo>
                    <a:pt x="1252347" y="1773603"/>
                    <a:pt x="2552065" y="920417"/>
                    <a:pt x="3977831" y="360093"/>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8" name="Freeform 17">
              <a:extLst>
                <a:ext uri="{FF2B5EF4-FFF2-40B4-BE49-F238E27FC236}">
                  <a16:creationId xmlns:a16="http://schemas.microsoft.com/office/drawing/2014/main" id="{0125A23B-AAD9-55C7-023F-01A1B4C2DE18}"/>
                </a:ext>
              </a:extLst>
            </p:cNvPr>
            <p:cNvSpPr/>
            <p:nvPr/>
          </p:nvSpPr>
          <p:spPr>
            <a:xfrm>
              <a:off x="0" y="35964"/>
              <a:ext cx="5394261" cy="2312455"/>
            </a:xfrm>
            <a:custGeom>
              <a:avLst/>
              <a:gdLst>
                <a:gd name="connsiteX0" fmla="*/ 3678428 w 5394261"/>
                <a:gd name="connsiteY0" fmla="*/ 357291 h 2312455"/>
                <a:gd name="connsiteX1" fmla="*/ 5394262 w 5394261"/>
                <a:gd name="connsiteY1" fmla="*/ 106403 h 2312455"/>
                <a:gd name="connsiteX2" fmla="*/ 0 w 5394261"/>
                <a:gd name="connsiteY2" fmla="*/ 2057694 h 2312455"/>
                <a:gd name="connsiteX3" fmla="*/ 0 w 5394261"/>
                <a:gd name="connsiteY3" fmla="*/ 2312456 h 2312455"/>
                <a:gd name="connsiteX4" fmla="*/ 3678428 w 5394261"/>
                <a:gd name="connsiteY4" fmla="*/ 357291 h 2312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4261" h="2312455">
                  <a:moveTo>
                    <a:pt x="3678428" y="357291"/>
                  </a:moveTo>
                  <a:cubicBezTo>
                    <a:pt x="4221607" y="161711"/>
                    <a:pt x="4815078" y="-15327"/>
                    <a:pt x="5394262" y="106403"/>
                  </a:cubicBezTo>
                  <a:cubicBezTo>
                    <a:pt x="4123182" y="-456017"/>
                    <a:pt x="1150684" y="1360909"/>
                    <a:pt x="0" y="2057694"/>
                  </a:cubicBezTo>
                  <a:lnTo>
                    <a:pt x="0" y="2312456"/>
                  </a:lnTo>
                  <a:cubicBezTo>
                    <a:pt x="1168019" y="1554774"/>
                    <a:pt x="2376170" y="837034"/>
                    <a:pt x="3678428" y="357291"/>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9" name="Freeform 18">
              <a:extLst>
                <a:ext uri="{FF2B5EF4-FFF2-40B4-BE49-F238E27FC236}">
                  <a16:creationId xmlns:a16="http://schemas.microsoft.com/office/drawing/2014/main" id="{1A7902D6-86F4-7915-37DC-F98446C1D2F9}"/>
                </a:ext>
              </a:extLst>
            </p:cNvPr>
            <p:cNvSpPr/>
            <p:nvPr/>
          </p:nvSpPr>
          <p:spPr>
            <a:xfrm>
              <a:off x="0" y="0"/>
              <a:ext cx="4092003" cy="1829879"/>
            </a:xfrm>
            <a:custGeom>
              <a:avLst/>
              <a:gdLst>
                <a:gd name="connsiteX0" fmla="*/ 3455289 w 4092003"/>
                <a:gd name="connsiteY0" fmla="*/ 176911 h 1829879"/>
                <a:gd name="connsiteX1" fmla="*/ 4092003 w 4092003"/>
                <a:gd name="connsiteY1" fmla="*/ 0 h 1829879"/>
                <a:gd name="connsiteX2" fmla="*/ 3523297 w 4092003"/>
                <a:gd name="connsiteY2" fmla="*/ 0 h 1829879"/>
                <a:gd name="connsiteX3" fmla="*/ 0 w 4092003"/>
                <a:gd name="connsiteY3" fmla="*/ 1558989 h 1829879"/>
                <a:gd name="connsiteX4" fmla="*/ 0 w 4092003"/>
                <a:gd name="connsiteY4" fmla="*/ 1829880 h 1829879"/>
                <a:gd name="connsiteX5" fmla="*/ 3455289 w 4092003"/>
                <a:gd name="connsiteY5" fmla="*/ 176911 h 1829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2003" h="1829879">
                  <a:moveTo>
                    <a:pt x="3455289" y="176911"/>
                  </a:moveTo>
                  <a:cubicBezTo>
                    <a:pt x="3664331" y="108077"/>
                    <a:pt x="3876040" y="44260"/>
                    <a:pt x="4092003" y="0"/>
                  </a:cubicBezTo>
                  <a:cubicBezTo>
                    <a:pt x="4092003" y="0"/>
                    <a:pt x="3523297" y="0"/>
                    <a:pt x="3523297" y="0"/>
                  </a:cubicBezTo>
                  <a:cubicBezTo>
                    <a:pt x="2288159" y="354584"/>
                    <a:pt x="1128395" y="934784"/>
                    <a:pt x="0" y="1558989"/>
                  </a:cubicBezTo>
                  <a:lnTo>
                    <a:pt x="0" y="1829880"/>
                  </a:lnTo>
                  <a:cubicBezTo>
                    <a:pt x="1104583" y="1182942"/>
                    <a:pt x="2243392" y="572326"/>
                    <a:pt x="3455289" y="176911"/>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0" name="Freeform 19">
              <a:extLst>
                <a:ext uri="{FF2B5EF4-FFF2-40B4-BE49-F238E27FC236}">
                  <a16:creationId xmlns:a16="http://schemas.microsoft.com/office/drawing/2014/main" id="{55BF23FD-5BD8-A2B7-8E1E-665F1A8DA036}"/>
                </a:ext>
              </a:extLst>
            </p:cNvPr>
            <p:cNvSpPr/>
            <p:nvPr/>
          </p:nvSpPr>
          <p:spPr>
            <a:xfrm>
              <a:off x="7092759" y="1804035"/>
              <a:ext cx="5099240" cy="2672968"/>
            </a:xfrm>
            <a:custGeom>
              <a:avLst/>
              <a:gdLst>
                <a:gd name="connsiteX0" fmla="*/ 1831848 w 5099240"/>
                <a:gd name="connsiteY0" fmla="*/ 1763268 h 2672968"/>
                <a:gd name="connsiteX1" fmla="*/ 90996 w 5099240"/>
                <a:gd name="connsiteY1" fmla="*/ 2411286 h 2672968"/>
                <a:gd name="connsiteX2" fmla="*/ 0 w 5099240"/>
                <a:gd name="connsiteY2" fmla="*/ 2672969 h 2672968"/>
                <a:gd name="connsiteX3" fmla="*/ 5099241 w 5099240"/>
                <a:gd name="connsiteY3" fmla="*/ 226377 h 2672968"/>
                <a:gd name="connsiteX4" fmla="*/ 5099241 w 5099240"/>
                <a:gd name="connsiteY4" fmla="*/ 0 h 2672968"/>
                <a:gd name="connsiteX5" fmla="*/ 1831848 w 5099240"/>
                <a:gd name="connsiteY5" fmla="*/ 1763205 h 267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9240" h="2672968">
                  <a:moveTo>
                    <a:pt x="1831848" y="1763268"/>
                  </a:moveTo>
                  <a:cubicBezTo>
                    <a:pt x="1269429" y="2058225"/>
                    <a:pt x="692848" y="2280475"/>
                    <a:pt x="90996" y="2411286"/>
                  </a:cubicBezTo>
                  <a:cubicBezTo>
                    <a:pt x="59119" y="2497455"/>
                    <a:pt x="28194" y="2585022"/>
                    <a:pt x="0" y="2672969"/>
                  </a:cubicBezTo>
                  <a:cubicBezTo>
                    <a:pt x="1917954" y="2378202"/>
                    <a:pt x="3344164" y="926529"/>
                    <a:pt x="5099241" y="226377"/>
                  </a:cubicBezTo>
                  <a:lnTo>
                    <a:pt x="5099241" y="0"/>
                  </a:lnTo>
                  <a:cubicBezTo>
                    <a:pt x="3931159" y="429070"/>
                    <a:pt x="2926588" y="1187513"/>
                    <a:pt x="1831848" y="1763205"/>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2" name="Freeform 20">
              <a:extLst>
                <a:ext uri="{FF2B5EF4-FFF2-40B4-BE49-F238E27FC236}">
                  <a16:creationId xmlns:a16="http://schemas.microsoft.com/office/drawing/2014/main" id="{97DD0C58-EF5C-A038-BD83-06BE6F9F183D}"/>
                </a:ext>
              </a:extLst>
            </p:cNvPr>
            <p:cNvSpPr/>
            <p:nvPr/>
          </p:nvSpPr>
          <p:spPr>
            <a:xfrm>
              <a:off x="7537322" y="865505"/>
              <a:ext cx="4654677" cy="2365692"/>
            </a:xfrm>
            <a:custGeom>
              <a:avLst/>
              <a:gdLst>
                <a:gd name="connsiteX0" fmla="*/ 1032701 w 4654677"/>
                <a:gd name="connsiteY0" fmla="*/ 1780223 h 2365692"/>
                <a:gd name="connsiteX1" fmla="*/ 46609 w 4654677"/>
                <a:gd name="connsiteY1" fmla="*/ 2215261 h 2365692"/>
                <a:gd name="connsiteX2" fmla="*/ 0 w 4654677"/>
                <a:gd name="connsiteY2" fmla="*/ 2365693 h 2365692"/>
                <a:gd name="connsiteX3" fmla="*/ 4654677 w 4654677"/>
                <a:gd name="connsiteY3" fmla="*/ 126174 h 2365692"/>
                <a:gd name="connsiteX4" fmla="*/ 4654677 w 4654677"/>
                <a:gd name="connsiteY4" fmla="*/ 0 h 2365692"/>
                <a:gd name="connsiteX5" fmla="*/ 1032701 w 4654677"/>
                <a:gd name="connsiteY5" fmla="*/ 1780286 h 236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4677" h="2365692">
                  <a:moveTo>
                    <a:pt x="1032701" y="1780223"/>
                  </a:moveTo>
                  <a:cubicBezTo>
                    <a:pt x="708279" y="1944815"/>
                    <a:pt x="380365" y="2091309"/>
                    <a:pt x="46609" y="2215261"/>
                  </a:cubicBezTo>
                  <a:cubicBezTo>
                    <a:pt x="31433" y="2265807"/>
                    <a:pt x="15875" y="2315972"/>
                    <a:pt x="0" y="2365693"/>
                  </a:cubicBezTo>
                  <a:cubicBezTo>
                    <a:pt x="1628902" y="1786953"/>
                    <a:pt x="2996184" y="635635"/>
                    <a:pt x="4654677" y="126174"/>
                  </a:cubicBezTo>
                  <a:lnTo>
                    <a:pt x="4654677" y="0"/>
                  </a:lnTo>
                  <a:cubicBezTo>
                    <a:pt x="3360421" y="397574"/>
                    <a:pt x="2229993" y="1169734"/>
                    <a:pt x="1032701" y="1780286"/>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3" name="Freeform 21">
              <a:extLst>
                <a:ext uri="{FF2B5EF4-FFF2-40B4-BE49-F238E27FC236}">
                  <a16:creationId xmlns:a16="http://schemas.microsoft.com/office/drawing/2014/main" id="{CB1ED056-A3F2-C193-149A-879821EA1747}"/>
                </a:ext>
              </a:extLst>
            </p:cNvPr>
            <p:cNvSpPr/>
            <p:nvPr/>
          </p:nvSpPr>
          <p:spPr>
            <a:xfrm>
              <a:off x="7275321" y="1428114"/>
              <a:ext cx="4916678" cy="2547937"/>
            </a:xfrm>
            <a:custGeom>
              <a:avLst/>
              <a:gdLst>
                <a:gd name="connsiteX0" fmla="*/ 1456817 w 4916678"/>
                <a:gd name="connsiteY0" fmla="*/ 1780096 h 2547937"/>
                <a:gd name="connsiteX1" fmla="*/ 82995 w 4916678"/>
                <a:gd name="connsiteY1" fmla="*/ 2331720 h 2547937"/>
                <a:gd name="connsiteX2" fmla="*/ 0 w 4916678"/>
                <a:gd name="connsiteY2" fmla="*/ 2547938 h 2547937"/>
                <a:gd name="connsiteX3" fmla="*/ 4916678 w 4916678"/>
                <a:gd name="connsiteY3" fmla="*/ 176911 h 2547937"/>
                <a:gd name="connsiteX4" fmla="*/ 4916678 w 4916678"/>
                <a:gd name="connsiteY4" fmla="*/ 0 h 2547937"/>
                <a:gd name="connsiteX5" fmla="*/ 1456817 w 4916678"/>
                <a:gd name="connsiteY5" fmla="*/ 1780159 h 254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16678" h="2547937">
                  <a:moveTo>
                    <a:pt x="1456817" y="1780096"/>
                  </a:moveTo>
                  <a:cubicBezTo>
                    <a:pt x="1008697" y="2009267"/>
                    <a:pt x="552641" y="2196402"/>
                    <a:pt x="82995" y="2331720"/>
                  </a:cubicBezTo>
                  <a:cubicBezTo>
                    <a:pt x="57658" y="2399729"/>
                    <a:pt x="29464" y="2472182"/>
                    <a:pt x="0" y="2547938"/>
                  </a:cubicBezTo>
                  <a:cubicBezTo>
                    <a:pt x="1794002" y="2108962"/>
                    <a:pt x="3188209" y="775843"/>
                    <a:pt x="4916678" y="176911"/>
                  </a:cubicBezTo>
                  <a:lnTo>
                    <a:pt x="4916678" y="0"/>
                  </a:lnTo>
                  <a:cubicBezTo>
                    <a:pt x="3678428" y="412305"/>
                    <a:pt x="2609659" y="1188149"/>
                    <a:pt x="1456817" y="1780159"/>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4" name="Freeform 22">
              <a:extLst>
                <a:ext uri="{FF2B5EF4-FFF2-40B4-BE49-F238E27FC236}">
                  <a16:creationId xmlns:a16="http://schemas.microsoft.com/office/drawing/2014/main" id="{62BF9901-79F1-EDA2-8E33-75F9BB912A20}"/>
                </a:ext>
              </a:extLst>
            </p:cNvPr>
            <p:cNvSpPr/>
            <p:nvPr/>
          </p:nvSpPr>
          <p:spPr>
            <a:xfrm>
              <a:off x="0" y="0"/>
              <a:ext cx="2971101" cy="1285303"/>
            </a:xfrm>
            <a:custGeom>
              <a:avLst/>
              <a:gdLst>
                <a:gd name="connsiteX0" fmla="*/ 2398395 w 2971101"/>
                <a:gd name="connsiteY0" fmla="*/ 0 h 1285303"/>
                <a:gd name="connsiteX1" fmla="*/ 0 w 2971101"/>
                <a:gd name="connsiteY1" fmla="*/ 1013333 h 1285303"/>
                <a:gd name="connsiteX2" fmla="*/ 0 w 2971101"/>
                <a:gd name="connsiteY2" fmla="*/ 1285304 h 1285303"/>
                <a:gd name="connsiteX3" fmla="*/ 2971102 w 2971101"/>
                <a:gd name="connsiteY3" fmla="*/ 0 h 1285303"/>
                <a:gd name="connsiteX4" fmla="*/ 2398395 w 2971101"/>
                <a:gd name="connsiteY4" fmla="*/ 0 h 1285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101" h="1285303">
                  <a:moveTo>
                    <a:pt x="2398395" y="0"/>
                  </a:moveTo>
                  <a:cubicBezTo>
                    <a:pt x="1577467" y="272479"/>
                    <a:pt x="780288" y="634619"/>
                    <a:pt x="0" y="1013333"/>
                  </a:cubicBezTo>
                  <a:lnTo>
                    <a:pt x="0" y="1285304"/>
                  </a:lnTo>
                  <a:cubicBezTo>
                    <a:pt x="959041" y="787146"/>
                    <a:pt x="1944116" y="317500"/>
                    <a:pt x="2971102" y="0"/>
                  </a:cubicBezTo>
                  <a:lnTo>
                    <a:pt x="2398395" y="0"/>
                  </a:ln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6" name="Freeform 23">
              <a:extLst>
                <a:ext uri="{FF2B5EF4-FFF2-40B4-BE49-F238E27FC236}">
                  <a16:creationId xmlns:a16="http://schemas.microsoft.com/office/drawing/2014/main" id="{3E187EAD-FAB1-3CF6-966F-EE5A5E5AD0D2}"/>
                </a:ext>
              </a:extLst>
            </p:cNvPr>
            <p:cNvSpPr/>
            <p:nvPr/>
          </p:nvSpPr>
          <p:spPr>
            <a:xfrm>
              <a:off x="0" y="0"/>
              <a:ext cx="1819973" cy="743267"/>
            </a:xfrm>
            <a:custGeom>
              <a:avLst/>
              <a:gdLst>
                <a:gd name="connsiteX0" fmla="*/ 1226820 w 1819973"/>
                <a:gd name="connsiteY0" fmla="*/ 0 h 743267"/>
                <a:gd name="connsiteX1" fmla="*/ 0 w 1819973"/>
                <a:gd name="connsiteY1" fmla="*/ 481902 h 743267"/>
                <a:gd name="connsiteX2" fmla="*/ 0 w 1819973"/>
                <a:gd name="connsiteY2" fmla="*/ 743268 h 743267"/>
                <a:gd name="connsiteX3" fmla="*/ 1819973 w 1819973"/>
                <a:gd name="connsiteY3" fmla="*/ 0 h 743267"/>
                <a:gd name="connsiteX4" fmla="*/ 1226820 w 1819973"/>
                <a:gd name="connsiteY4" fmla="*/ 0 h 743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973" h="743267">
                  <a:moveTo>
                    <a:pt x="1226820" y="0"/>
                  </a:moveTo>
                  <a:cubicBezTo>
                    <a:pt x="813245" y="148971"/>
                    <a:pt x="404368" y="313373"/>
                    <a:pt x="0" y="481902"/>
                  </a:cubicBezTo>
                  <a:lnTo>
                    <a:pt x="0" y="743268"/>
                  </a:lnTo>
                  <a:cubicBezTo>
                    <a:pt x="596392" y="474218"/>
                    <a:pt x="1202309" y="215519"/>
                    <a:pt x="1819973" y="0"/>
                  </a:cubicBezTo>
                  <a:lnTo>
                    <a:pt x="1226820" y="0"/>
                  </a:ln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7" name="Freeform 24">
              <a:extLst>
                <a:ext uri="{FF2B5EF4-FFF2-40B4-BE49-F238E27FC236}">
                  <a16:creationId xmlns:a16="http://schemas.microsoft.com/office/drawing/2014/main" id="{41A4973C-6A32-FEA8-E93B-DCAB014631A3}"/>
                </a:ext>
              </a:extLst>
            </p:cNvPr>
            <p:cNvSpPr/>
            <p:nvPr/>
          </p:nvSpPr>
          <p:spPr>
            <a:xfrm>
              <a:off x="7426388" y="1125029"/>
              <a:ext cx="4765611" cy="2441193"/>
            </a:xfrm>
            <a:custGeom>
              <a:avLst/>
              <a:gdLst>
                <a:gd name="connsiteX0" fmla="*/ 1202690 w 4765611"/>
                <a:gd name="connsiteY0" fmla="*/ 1781493 h 2441193"/>
                <a:gd name="connsiteX1" fmla="*/ 58738 w 4765611"/>
                <a:gd name="connsiteY1" fmla="*/ 2266442 h 2441193"/>
                <a:gd name="connsiteX2" fmla="*/ 0 w 4765611"/>
                <a:gd name="connsiteY2" fmla="*/ 2441194 h 2441193"/>
                <a:gd name="connsiteX3" fmla="*/ 4765612 w 4765611"/>
                <a:gd name="connsiteY3" fmla="*/ 144335 h 2441193"/>
                <a:gd name="connsiteX4" fmla="*/ 4765612 w 4765611"/>
                <a:gd name="connsiteY4" fmla="*/ 0 h 2441193"/>
                <a:gd name="connsiteX5" fmla="*/ 1202690 w 4765611"/>
                <a:gd name="connsiteY5" fmla="*/ 1781493 h 244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5611" h="2441193">
                  <a:moveTo>
                    <a:pt x="1202690" y="1781493"/>
                  </a:moveTo>
                  <a:cubicBezTo>
                    <a:pt x="827722" y="1971866"/>
                    <a:pt x="447357" y="2135632"/>
                    <a:pt x="58738" y="2266442"/>
                  </a:cubicBezTo>
                  <a:cubicBezTo>
                    <a:pt x="39243" y="2325370"/>
                    <a:pt x="19494" y="2383663"/>
                    <a:pt x="0" y="2441194"/>
                  </a:cubicBezTo>
                  <a:cubicBezTo>
                    <a:pt x="1697101" y="1914779"/>
                    <a:pt x="3074099" y="684911"/>
                    <a:pt x="4765612" y="144335"/>
                  </a:cubicBezTo>
                  <a:lnTo>
                    <a:pt x="4765612" y="0"/>
                  </a:lnTo>
                  <a:cubicBezTo>
                    <a:pt x="3491040" y="401955"/>
                    <a:pt x="2384425" y="1178750"/>
                    <a:pt x="1202690" y="1781493"/>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9" name="Freeform 25">
              <a:extLst>
                <a:ext uri="{FF2B5EF4-FFF2-40B4-BE49-F238E27FC236}">
                  <a16:creationId xmlns:a16="http://schemas.microsoft.com/office/drawing/2014/main" id="{3022F603-49B9-AE32-AED3-AA1D90EE83EE}"/>
                </a:ext>
              </a:extLst>
            </p:cNvPr>
            <p:cNvSpPr/>
            <p:nvPr/>
          </p:nvSpPr>
          <p:spPr>
            <a:xfrm>
              <a:off x="7775765" y="0"/>
              <a:ext cx="4095750" cy="1898713"/>
            </a:xfrm>
            <a:custGeom>
              <a:avLst/>
              <a:gdLst>
                <a:gd name="connsiteX0" fmla="*/ 3099308 w 4095750"/>
                <a:gd name="connsiteY0" fmla="*/ 380810 h 1898713"/>
                <a:gd name="connsiteX1" fmla="*/ 4095750 w 4095750"/>
                <a:gd name="connsiteY1" fmla="*/ 0 h 1898713"/>
                <a:gd name="connsiteX2" fmla="*/ 3533140 w 4095750"/>
                <a:gd name="connsiteY2" fmla="*/ 0 h 1898713"/>
                <a:gd name="connsiteX3" fmla="*/ 0 w 4095750"/>
                <a:gd name="connsiteY3" fmla="*/ 1673289 h 1898713"/>
                <a:gd name="connsiteX4" fmla="*/ 12446 w 4095750"/>
                <a:gd name="connsiteY4" fmla="*/ 1898714 h 1898713"/>
                <a:gd name="connsiteX5" fmla="*/ 3099244 w 4095750"/>
                <a:gd name="connsiteY5" fmla="*/ 380746 h 189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750" h="1898713">
                  <a:moveTo>
                    <a:pt x="3099308" y="380810"/>
                  </a:moveTo>
                  <a:cubicBezTo>
                    <a:pt x="3425317" y="236982"/>
                    <a:pt x="3757676" y="108585"/>
                    <a:pt x="4095750" y="0"/>
                  </a:cubicBezTo>
                  <a:cubicBezTo>
                    <a:pt x="4095750" y="0"/>
                    <a:pt x="3533140" y="0"/>
                    <a:pt x="3533140" y="0"/>
                  </a:cubicBezTo>
                  <a:cubicBezTo>
                    <a:pt x="2310575" y="463804"/>
                    <a:pt x="1177227" y="1144143"/>
                    <a:pt x="0" y="1673289"/>
                  </a:cubicBezTo>
                  <a:cubicBezTo>
                    <a:pt x="8065" y="1747901"/>
                    <a:pt x="12002" y="1823148"/>
                    <a:pt x="12446" y="1898714"/>
                  </a:cubicBezTo>
                  <a:cubicBezTo>
                    <a:pt x="1049782" y="1433640"/>
                    <a:pt x="2042541" y="846963"/>
                    <a:pt x="3099244" y="380746"/>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0" name="Freeform 26">
              <a:extLst>
                <a:ext uri="{FF2B5EF4-FFF2-40B4-BE49-F238E27FC236}">
                  <a16:creationId xmlns:a16="http://schemas.microsoft.com/office/drawing/2014/main" id="{3A5D2399-6319-AC00-C0F1-015EAE7E8D12}"/>
                </a:ext>
              </a:extLst>
            </p:cNvPr>
            <p:cNvSpPr/>
            <p:nvPr/>
          </p:nvSpPr>
          <p:spPr>
            <a:xfrm>
              <a:off x="4525009" y="376809"/>
              <a:ext cx="361971" cy="3047492"/>
            </a:xfrm>
            <a:custGeom>
              <a:avLst/>
              <a:gdLst>
                <a:gd name="connsiteX0" fmla="*/ 227902 w 361971"/>
                <a:gd name="connsiteY0" fmla="*/ 3027172 h 3047492"/>
                <a:gd name="connsiteX1" fmla="*/ 137668 w 361971"/>
                <a:gd name="connsiteY1" fmla="*/ 2549970 h 3047492"/>
                <a:gd name="connsiteX2" fmla="*/ 305689 w 361971"/>
                <a:gd name="connsiteY2" fmla="*/ 0 h 3047492"/>
                <a:gd name="connsiteX3" fmla="*/ 175006 w 361971"/>
                <a:gd name="connsiteY3" fmla="*/ 46736 h 3047492"/>
                <a:gd name="connsiteX4" fmla="*/ 0 w 361971"/>
                <a:gd name="connsiteY4" fmla="*/ 2374138 h 3047492"/>
                <a:gd name="connsiteX5" fmla="*/ 94806 w 361971"/>
                <a:gd name="connsiteY5" fmla="*/ 2856294 h 3047492"/>
                <a:gd name="connsiteX6" fmla="*/ 238252 w 361971"/>
                <a:gd name="connsiteY6" fmla="*/ 3047492 h 3047492"/>
                <a:gd name="connsiteX7" fmla="*/ 227902 w 361971"/>
                <a:gd name="connsiteY7" fmla="*/ 3027236 h 304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971" h="3047492">
                  <a:moveTo>
                    <a:pt x="227902" y="3027172"/>
                  </a:moveTo>
                  <a:cubicBezTo>
                    <a:pt x="155575" y="2879725"/>
                    <a:pt x="136589" y="2712720"/>
                    <a:pt x="137668" y="2549970"/>
                  </a:cubicBezTo>
                  <a:cubicBezTo>
                    <a:pt x="178499" y="1696402"/>
                    <a:pt x="486156" y="858076"/>
                    <a:pt x="305689" y="0"/>
                  </a:cubicBezTo>
                  <a:cubicBezTo>
                    <a:pt x="261747" y="15113"/>
                    <a:pt x="218186" y="30607"/>
                    <a:pt x="175006" y="46736"/>
                  </a:cubicBezTo>
                  <a:cubicBezTo>
                    <a:pt x="284607" y="832549"/>
                    <a:pt x="23686" y="1593723"/>
                    <a:pt x="0" y="2374138"/>
                  </a:cubicBezTo>
                  <a:cubicBezTo>
                    <a:pt x="762" y="2539746"/>
                    <a:pt x="20511" y="2707894"/>
                    <a:pt x="94806" y="2856294"/>
                  </a:cubicBezTo>
                  <a:cubicBezTo>
                    <a:pt x="130048" y="2927032"/>
                    <a:pt x="176974" y="2991294"/>
                    <a:pt x="238252" y="3047492"/>
                  </a:cubicBezTo>
                  <a:cubicBezTo>
                    <a:pt x="234569" y="3040761"/>
                    <a:pt x="231331" y="3034094"/>
                    <a:pt x="227902" y="3027236"/>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1" name="Freeform 27">
              <a:extLst>
                <a:ext uri="{FF2B5EF4-FFF2-40B4-BE49-F238E27FC236}">
                  <a16:creationId xmlns:a16="http://schemas.microsoft.com/office/drawing/2014/main" id="{D01018D5-0446-E245-61A0-81BB67A79C30}"/>
                </a:ext>
              </a:extLst>
            </p:cNvPr>
            <p:cNvSpPr/>
            <p:nvPr/>
          </p:nvSpPr>
          <p:spPr>
            <a:xfrm>
              <a:off x="4811475" y="299465"/>
              <a:ext cx="425444" cy="3497834"/>
            </a:xfrm>
            <a:custGeom>
              <a:avLst/>
              <a:gdLst>
                <a:gd name="connsiteX0" fmla="*/ 333802 w 425444"/>
                <a:gd name="connsiteY0" fmla="*/ 1802701 h 3497834"/>
                <a:gd name="connsiteX1" fmla="*/ 261603 w 425444"/>
                <a:gd name="connsiteY1" fmla="*/ 0 h 3497834"/>
                <a:gd name="connsiteX2" fmla="*/ 143175 w 425444"/>
                <a:gd name="connsiteY2" fmla="*/ 36258 h 3497834"/>
                <a:gd name="connsiteX3" fmla="*/ 256332 w 425444"/>
                <a:gd name="connsiteY3" fmla="*/ 3497834 h 3497834"/>
                <a:gd name="connsiteX4" fmla="*/ 333802 w 425444"/>
                <a:gd name="connsiteY4" fmla="*/ 1802701 h 3497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444" h="3497834">
                  <a:moveTo>
                    <a:pt x="333802" y="1802701"/>
                  </a:moveTo>
                  <a:cubicBezTo>
                    <a:pt x="451214" y="1205802"/>
                    <a:pt x="483662" y="578866"/>
                    <a:pt x="261603" y="0"/>
                  </a:cubicBezTo>
                  <a:cubicBezTo>
                    <a:pt x="221915" y="11557"/>
                    <a:pt x="182482" y="23685"/>
                    <a:pt x="143175" y="36258"/>
                  </a:cubicBezTo>
                  <a:cubicBezTo>
                    <a:pt x="555417" y="1280414"/>
                    <a:pt x="-442803" y="2943733"/>
                    <a:pt x="256332" y="3497834"/>
                  </a:cubicBezTo>
                  <a:cubicBezTo>
                    <a:pt x="4936" y="3069336"/>
                    <a:pt x="264587" y="2284032"/>
                    <a:pt x="333802" y="1802701"/>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2" name="Freeform 28">
              <a:extLst>
                <a:ext uri="{FF2B5EF4-FFF2-40B4-BE49-F238E27FC236}">
                  <a16:creationId xmlns:a16="http://schemas.microsoft.com/office/drawing/2014/main" id="{7F6E4208-D2A5-29C2-6B72-BB65AE937E8E}"/>
                </a:ext>
              </a:extLst>
            </p:cNvPr>
            <p:cNvSpPr/>
            <p:nvPr/>
          </p:nvSpPr>
          <p:spPr>
            <a:xfrm>
              <a:off x="4275323" y="473392"/>
              <a:ext cx="303574" cy="2572448"/>
            </a:xfrm>
            <a:custGeom>
              <a:avLst/>
              <a:gdLst>
                <a:gd name="connsiteX0" fmla="*/ 196347 w 303574"/>
                <a:gd name="connsiteY0" fmla="*/ 2535936 h 2572448"/>
                <a:gd name="connsiteX1" fmla="*/ 127132 w 303574"/>
                <a:gd name="connsiteY1" fmla="*/ 2230628 h 2572448"/>
                <a:gd name="connsiteX2" fmla="*/ 294200 w 303574"/>
                <a:gd name="connsiteY2" fmla="*/ 0 h 2572448"/>
                <a:gd name="connsiteX3" fmla="*/ 162501 w 303574"/>
                <a:gd name="connsiteY3" fmla="*/ 53531 h 2572448"/>
                <a:gd name="connsiteX4" fmla="*/ 212539 w 303574"/>
                <a:gd name="connsiteY4" fmla="*/ 2572449 h 2572448"/>
                <a:gd name="connsiteX5" fmla="*/ 196347 w 303574"/>
                <a:gd name="connsiteY5" fmla="*/ 2536000 h 257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3574" h="2572448">
                  <a:moveTo>
                    <a:pt x="196347" y="2535936"/>
                  </a:moveTo>
                  <a:cubicBezTo>
                    <a:pt x="156342" y="2438972"/>
                    <a:pt x="136212" y="2334895"/>
                    <a:pt x="127132" y="2230628"/>
                  </a:cubicBezTo>
                  <a:cubicBezTo>
                    <a:pt x="95064" y="1484059"/>
                    <a:pt x="355478" y="750443"/>
                    <a:pt x="294200" y="0"/>
                  </a:cubicBezTo>
                  <a:cubicBezTo>
                    <a:pt x="249814" y="17526"/>
                    <a:pt x="205808" y="35370"/>
                    <a:pt x="162501" y="53531"/>
                  </a:cubicBezTo>
                  <a:cubicBezTo>
                    <a:pt x="218445" y="760158"/>
                    <a:pt x="-264409" y="2049462"/>
                    <a:pt x="212539" y="2572449"/>
                  </a:cubicBezTo>
                  <a:cubicBezTo>
                    <a:pt x="206888" y="2560447"/>
                    <a:pt x="201427" y="2548319"/>
                    <a:pt x="196347" y="2536000"/>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3" name="Freeform 29">
              <a:extLst>
                <a:ext uri="{FF2B5EF4-FFF2-40B4-BE49-F238E27FC236}">
                  <a16:creationId xmlns:a16="http://schemas.microsoft.com/office/drawing/2014/main" id="{4492908F-40F5-A0E8-B08E-9F95CB2324A2}"/>
                </a:ext>
              </a:extLst>
            </p:cNvPr>
            <p:cNvSpPr/>
            <p:nvPr/>
          </p:nvSpPr>
          <p:spPr>
            <a:xfrm>
              <a:off x="0" y="225361"/>
              <a:ext cx="5622440" cy="3942651"/>
            </a:xfrm>
            <a:custGeom>
              <a:avLst/>
              <a:gdLst>
                <a:gd name="connsiteX0" fmla="*/ 5478780 w 5622440"/>
                <a:gd name="connsiteY0" fmla="*/ 2334197 h 3942651"/>
                <a:gd name="connsiteX1" fmla="*/ 5282311 w 5622440"/>
                <a:gd name="connsiteY1" fmla="*/ 21145 h 3942651"/>
                <a:gd name="connsiteX2" fmla="*/ 5228082 w 5622440"/>
                <a:gd name="connsiteY2" fmla="*/ 31623 h 3942651"/>
                <a:gd name="connsiteX3" fmla="*/ 5228273 w 5622440"/>
                <a:gd name="connsiteY3" fmla="*/ 31496 h 3942651"/>
                <a:gd name="connsiteX4" fmla="*/ 5358511 w 5622440"/>
                <a:gd name="connsiteY4" fmla="*/ 0 h 3942651"/>
                <a:gd name="connsiteX5" fmla="*/ 0 w 5622440"/>
                <a:gd name="connsiteY5" fmla="*/ 2806700 h 3942651"/>
                <a:gd name="connsiteX6" fmla="*/ 0 w 5622440"/>
                <a:gd name="connsiteY6" fmla="*/ 2999804 h 3942651"/>
                <a:gd name="connsiteX7" fmla="*/ 3273933 w 5622440"/>
                <a:gd name="connsiteY7" fmla="*/ 805815 h 3942651"/>
                <a:gd name="connsiteX8" fmla="*/ 5226114 w 5622440"/>
                <a:gd name="connsiteY8" fmla="*/ 31940 h 3942651"/>
                <a:gd name="connsiteX9" fmla="*/ 5181346 w 5622440"/>
                <a:gd name="connsiteY9" fmla="*/ 43751 h 3942651"/>
                <a:gd name="connsiteX10" fmla="*/ 5405882 w 5622440"/>
                <a:gd name="connsiteY10" fmla="*/ 3942652 h 3942651"/>
                <a:gd name="connsiteX11" fmla="*/ 5478717 w 5622440"/>
                <a:gd name="connsiteY11" fmla="*/ 2334133 h 3942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22440" h="3942651">
                  <a:moveTo>
                    <a:pt x="5478780" y="2334197"/>
                  </a:moveTo>
                  <a:cubicBezTo>
                    <a:pt x="5657533" y="1564704"/>
                    <a:pt x="5743766" y="714692"/>
                    <a:pt x="5282311" y="21145"/>
                  </a:cubicBezTo>
                  <a:cubicBezTo>
                    <a:pt x="5264214" y="24320"/>
                    <a:pt x="5246243" y="28130"/>
                    <a:pt x="5228082" y="31623"/>
                  </a:cubicBezTo>
                  <a:cubicBezTo>
                    <a:pt x="5228082" y="31623"/>
                    <a:pt x="5228146" y="31581"/>
                    <a:pt x="5228273" y="31496"/>
                  </a:cubicBezTo>
                  <a:cubicBezTo>
                    <a:pt x="5271580" y="20193"/>
                    <a:pt x="5314950" y="9906"/>
                    <a:pt x="5358511" y="0"/>
                  </a:cubicBezTo>
                  <a:cubicBezTo>
                    <a:pt x="3533203" y="244538"/>
                    <a:pt x="1486345" y="1732026"/>
                    <a:pt x="0" y="2806700"/>
                  </a:cubicBezTo>
                  <a:lnTo>
                    <a:pt x="0" y="2999804"/>
                  </a:lnTo>
                  <a:cubicBezTo>
                    <a:pt x="1042416" y="2199767"/>
                    <a:pt x="2111439" y="1423670"/>
                    <a:pt x="3273933" y="805815"/>
                  </a:cubicBezTo>
                  <a:cubicBezTo>
                    <a:pt x="3894265" y="480886"/>
                    <a:pt x="4536440" y="174498"/>
                    <a:pt x="5226114" y="31940"/>
                  </a:cubicBezTo>
                  <a:cubicBezTo>
                    <a:pt x="5211255" y="35687"/>
                    <a:pt x="5196269" y="39624"/>
                    <a:pt x="5181346" y="43751"/>
                  </a:cubicBezTo>
                  <a:cubicBezTo>
                    <a:pt x="5958142" y="1498664"/>
                    <a:pt x="4556125" y="3307398"/>
                    <a:pt x="5405882" y="3942652"/>
                  </a:cubicBezTo>
                  <a:cubicBezTo>
                    <a:pt x="5131181" y="3496120"/>
                    <a:pt x="5394389" y="2817051"/>
                    <a:pt x="5478717" y="2334133"/>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4" name="Freeform 30">
              <a:extLst>
                <a:ext uri="{FF2B5EF4-FFF2-40B4-BE49-F238E27FC236}">
                  <a16:creationId xmlns:a16="http://schemas.microsoft.com/office/drawing/2014/main" id="{EBD38EDE-85D2-C62E-3080-7D29BF32D936}"/>
                </a:ext>
              </a:extLst>
            </p:cNvPr>
            <p:cNvSpPr/>
            <p:nvPr/>
          </p:nvSpPr>
          <p:spPr>
            <a:xfrm>
              <a:off x="5375846" y="218566"/>
              <a:ext cx="674312" cy="4311967"/>
            </a:xfrm>
            <a:custGeom>
              <a:avLst/>
              <a:gdLst>
                <a:gd name="connsiteX0" fmla="*/ 482790 w 674312"/>
                <a:gd name="connsiteY0" fmla="*/ 2676398 h 4311967"/>
                <a:gd name="connsiteX1" fmla="*/ 649922 w 674312"/>
                <a:gd name="connsiteY1" fmla="*/ 1108964 h 4311967"/>
                <a:gd name="connsiteX2" fmla="*/ 78041 w 674312"/>
                <a:gd name="connsiteY2" fmla="*/ 0 h 4311967"/>
                <a:gd name="connsiteX3" fmla="*/ 0 w 674312"/>
                <a:gd name="connsiteY3" fmla="*/ 11557 h 4311967"/>
                <a:gd name="connsiteX4" fmla="*/ 114173 w 674312"/>
                <a:gd name="connsiteY4" fmla="*/ 3305937 h 4311967"/>
                <a:gd name="connsiteX5" fmla="*/ 390398 w 674312"/>
                <a:gd name="connsiteY5" fmla="*/ 4311968 h 4311967"/>
                <a:gd name="connsiteX6" fmla="*/ 415988 w 674312"/>
                <a:gd name="connsiteY6" fmla="*/ 2949258 h 4311967"/>
                <a:gd name="connsiteX7" fmla="*/ 416115 w 674312"/>
                <a:gd name="connsiteY7" fmla="*/ 2949258 h 4311967"/>
                <a:gd name="connsiteX8" fmla="*/ 482790 w 674312"/>
                <a:gd name="connsiteY8" fmla="*/ 2676335 h 431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4312" h="4311967">
                  <a:moveTo>
                    <a:pt x="482790" y="2676398"/>
                  </a:moveTo>
                  <a:cubicBezTo>
                    <a:pt x="606996" y="2165858"/>
                    <a:pt x="727202" y="1636141"/>
                    <a:pt x="649922" y="1108964"/>
                  </a:cubicBezTo>
                  <a:cubicBezTo>
                    <a:pt x="585216" y="693166"/>
                    <a:pt x="398082" y="280480"/>
                    <a:pt x="78041" y="0"/>
                  </a:cubicBezTo>
                  <a:cubicBezTo>
                    <a:pt x="52007" y="3556"/>
                    <a:pt x="26035" y="7430"/>
                    <a:pt x="0" y="11557"/>
                  </a:cubicBezTo>
                  <a:cubicBezTo>
                    <a:pt x="810450" y="963422"/>
                    <a:pt x="331788" y="2226501"/>
                    <a:pt x="114173" y="3305937"/>
                  </a:cubicBezTo>
                  <a:cubicBezTo>
                    <a:pt x="50546" y="3680524"/>
                    <a:pt x="52451" y="4088067"/>
                    <a:pt x="390398" y="4311968"/>
                  </a:cubicBezTo>
                  <a:cubicBezTo>
                    <a:pt x="127889" y="3903790"/>
                    <a:pt x="319913" y="3382645"/>
                    <a:pt x="415988" y="2949258"/>
                  </a:cubicBezTo>
                  <a:lnTo>
                    <a:pt x="416115" y="2949258"/>
                  </a:lnTo>
                  <a:cubicBezTo>
                    <a:pt x="437959" y="2858326"/>
                    <a:pt x="460629" y="2767584"/>
                    <a:pt x="482790" y="2676335"/>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5" name="Freeform 31">
              <a:extLst>
                <a:ext uri="{FF2B5EF4-FFF2-40B4-BE49-F238E27FC236}">
                  <a16:creationId xmlns:a16="http://schemas.microsoft.com/office/drawing/2014/main" id="{03C701BD-FF63-5DD0-11C8-1819976F3B42}"/>
                </a:ext>
              </a:extLst>
            </p:cNvPr>
            <p:cNvSpPr/>
            <p:nvPr/>
          </p:nvSpPr>
          <p:spPr>
            <a:xfrm>
              <a:off x="4052436" y="582930"/>
              <a:ext cx="255085" cy="2097849"/>
            </a:xfrm>
            <a:custGeom>
              <a:avLst/>
              <a:gdLst>
                <a:gd name="connsiteX0" fmla="*/ 159645 w 255085"/>
                <a:gd name="connsiteY0" fmla="*/ 1995805 h 2097849"/>
                <a:gd name="connsiteX1" fmla="*/ 160661 w 255085"/>
                <a:gd name="connsiteY1" fmla="*/ 1996694 h 2097849"/>
                <a:gd name="connsiteX2" fmla="*/ 255085 w 255085"/>
                <a:gd name="connsiteY2" fmla="*/ 0 h 2097849"/>
                <a:gd name="connsiteX3" fmla="*/ 128149 w 255085"/>
                <a:gd name="connsiteY3" fmla="*/ 57277 h 2097849"/>
                <a:gd name="connsiteX4" fmla="*/ 198126 w 255085"/>
                <a:gd name="connsiteY4" fmla="*/ 2097850 h 2097849"/>
                <a:gd name="connsiteX5" fmla="*/ 159645 w 255085"/>
                <a:gd name="connsiteY5" fmla="*/ 1995805 h 209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085" h="2097849">
                  <a:moveTo>
                    <a:pt x="159645" y="1995805"/>
                  </a:moveTo>
                  <a:cubicBezTo>
                    <a:pt x="159963" y="1995996"/>
                    <a:pt x="160280" y="1996377"/>
                    <a:pt x="160661" y="1996694"/>
                  </a:cubicBezTo>
                  <a:cubicBezTo>
                    <a:pt x="10928" y="1346899"/>
                    <a:pt x="246513" y="658876"/>
                    <a:pt x="255085" y="0"/>
                  </a:cubicBezTo>
                  <a:cubicBezTo>
                    <a:pt x="211969" y="18923"/>
                    <a:pt x="169996" y="37846"/>
                    <a:pt x="128149" y="57277"/>
                  </a:cubicBezTo>
                  <a:cubicBezTo>
                    <a:pt x="108782" y="666686"/>
                    <a:pt x="-190303" y="1585722"/>
                    <a:pt x="198126" y="2097850"/>
                  </a:cubicBezTo>
                  <a:cubicBezTo>
                    <a:pt x="182950" y="2065592"/>
                    <a:pt x="172091" y="2030412"/>
                    <a:pt x="159645" y="1995805"/>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6" name="Freeform 32">
              <a:extLst>
                <a:ext uri="{FF2B5EF4-FFF2-40B4-BE49-F238E27FC236}">
                  <a16:creationId xmlns:a16="http://schemas.microsoft.com/office/drawing/2014/main" id="{D6E5550B-ABB7-0306-4D7A-7A5E964F48C9}"/>
                </a:ext>
              </a:extLst>
            </p:cNvPr>
            <p:cNvSpPr/>
            <p:nvPr/>
          </p:nvSpPr>
          <p:spPr>
            <a:xfrm>
              <a:off x="3861887" y="695833"/>
              <a:ext cx="199445" cy="1651634"/>
            </a:xfrm>
            <a:custGeom>
              <a:avLst/>
              <a:gdLst>
                <a:gd name="connsiteX0" fmla="*/ 199446 w 199445"/>
                <a:gd name="connsiteY0" fmla="*/ 63 h 1651634"/>
                <a:gd name="connsiteX1" fmla="*/ 88956 w 199445"/>
                <a:gd name="connsiteY1" fmla="*/ 53276 h 1651634"/>
                <a:gd name="connsiteX2" fmla="*/ 186238 w 199445"/>
                <a:gd name="connsiteY2" fmla="*/ 1651635 h 1651634"/>
                <a:gd name="connsiteX3" fmla="*/ 199446 w 199445"/>
                <a:gd name="connsiteY3" fmla="*/ 0 h 1651634"/>
              </a:gdLst>
              <a:ahLst/>
              <a:cxnLst>
                <a:cxn ang="0">
                  <a:pos x="connsiteX0" y="connsiteY0"/>
                </a:cxn>
                <a:cxn ang="0">
                  <a:pos x="connsiteX1" y="connsiteY1"/>
                </a:cxn>
                <a:cxn ang="0">
                  <a:pos x="connsiteX2" y="connsiteY2"/>
                </a:cxn>
                <a:cxn ang="0">
                  <a:pos x="connsiteX3" y="connsiteY3"/>
                </a:cxn>
              </a:cxnLst>
              <a:rect l="l" t="t" r="r" b="b"/>
              <a:pathLst>
                <a:path w="199445" h="1651634">
                  <a:moveTo>
                    <a:pt x="199446" y="63"/>
                  </a:moveTo>
                  <a:cubicBezTo>
                    <a:pt x="162552" y="17589"/>
                    <a:pt x="125595" y="35306"/>
                    <a:pt x="88956" y="53276"/>
                  </a:cubicBezTo>
                  <a:cubicBezTo>
                    <a:pt x="37330" y="561848"/>
                    <a:pt x="-126182" y="1213231"/>
                    <a:pt x="186238" y="1651635"/>
                  </a:cubicBezTo>
                  <a:cubicBezTo>
                    <a:pt x="-4516" y="1187387"/>
                    <a:pt x="155186" y="495237"/>
                    <a:pt x="199446" y="0"/>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7" name="Freeform 33">
              <a:extLst>
                <a:ext uri="{FF2B5EF4-FFF2-40B4-BE49-F238E27FC236}">
                  <a16:creationId xmlns:a16="http://schemas.microsoft.com/office/drawing/2014/main" id="{870C1F94-EB76-F4E3-21EA-7AFAFECBAE95}"/>
                </a:ext>
              </a:extLst>
            </p:cNvPr>
            <p:cNvSpPr/>
            <p:nvPr/>
          </p:nvSpPr>
          <p:spPr>
            <a:xfrm>
              <a:off x="7759001" y="72897"/>
              <a:ext cx="4432934" cy="2244597"/>
            </a:xfrm>
            <a:custGeom>
              <a:avLst/>
              <a:gdLst>
                <a:gd name="connsiteX0" fmla="*/ 3138424 w 4432934"/>
                <a:gd name="connsiteY0" fmla="*/ 481838 h 2244597"/>
                <a:gd name="connsiteX1" fmla="*/ 22606 w 4432934"/>
                <a:gd name="connsiteY1" fmla="*/ 2030730 h 2244597"/>
                <a:gd name="connsiteX2" fmla="*/ 0 w 4432934"/>
                <a:gd name="connsiteY2" fmla="*/ 2244598 h 2244597"/>
                <a:gd name="connsiteX3" fmla="*/ 4432935 w 4432934"/>
                <a:gd name="connsiteY3" fmla="*/ 153226 h 2244597"/>
                <a:gd name="connsiteX4" fmla="*/ 4432935 w 4432934"/>
                <a:gd name="connsiteY4" fmla="*/ 0 h 2244597"/>
                <a:gd name="connsiteX5" fmla="*/ 3138361 w 4432934"/>
                <a:gd name="connsiteY5" fmla="*/ 481902 h 224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2934" h="2244597">
                  <a:moveTo>
                    <a:pt x="3138424" y="481838"/>
                  </a:moveTo>
                  <a:cubicBezTo>
                    <a:pt x="2080387" y="958532"/>
                    <a:pt x="1082992" y="1558989"/>
                    <a:pt x="22606" y="2030730"/>
                  </a:cubicBezTo>
                  <a:cubicBezTo>
                    <a:pt x="17526" y="2101914"/>
                    <a:pt x="9906" y="2173288"/>
                    <a:pt x="0" y="2244598"/>
                  </a:cubicBezTo>
                  <a:cubicBezTo>
                    <a:pt x="1496568" y="1592771"/>
                    <a:pt x="2852103" y="609092"/>
                    <a:pt x="4432935" y="153226"/>
                  </a:cubicBezTo>
                  <a:lnTo>
                    <a:pt x="4432935" y="0"/>
                  </a:lnTo>
                  <a:cubicBezTo>
                    <a:pt x="3991229" y="127826"/>
                    <a:pt x="3559366" y="292037"/>
                    <a:pt x="3138361" y="481902"/>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8" name="Freeform 34">
              <a:extLst>
                <a:ext uri="{FF2B5EF4-FFF2-40B4-BE49-F238E27FC236}">
                  <a16:creationId xmlns:a16="http://schemas.microsoft.com/office/drawing/2014/main" id="{A79690B9-4BB7-09C9-C242-DF8D3DB0DF58}"/>
                </a:ext>
              </a:extLst>
            </p:cNvPr>
            <p:cNvSpPr/>
            <p:nvPr/>
          </p:nvSpPr>
          <p:spPr>
            <a:xfrm>
              <a:off x="6979793" y="2936367"/>
              <a:ext cx="5212206" cy="2829762"/>
            </a:xfrm>
            <a:custGeom>
              <a:avLst/>
              <a:gdLst>
                <a:gd name="connsiteX0" fmla="*/ 3043491 w 5212206"/>
                <a:gd name="connsiteY0" fmla="*/ 1407287 h 2829762"/>
                <a:gd name="connsiteX1" fmla="*/ 0 w 5212206"/>
                <a:gd name="connsiteY1" fmla="*/ 2463483 h 2829762"/>
                <a:gd name="connsiteX2" fmla="*/ 181483 w 5212206"/>
                <a:gd name="connsiteY2" fmla="*/ 2828988 h 2829762"/>
                <a:gd name="connsiteX3" fmla="*/ 5212207 w 5212206"/>
                <a:gd name="connsiteY3" fmla="*/ 407416 h 2829762"/>
                <a:gd name="connsiteX4" fmla="*/ 5212207 w 5212206"/>
                <a:gd name="connsiteY4" fmla="*/ 0 h 2829762"/>
                <a:gd name="connsiteX5" fmla="*/ 3043491 w 5212206"/>
                <a:gd name="connsiteY5" fmla="*/ 1407350 h 282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12206" h="2829762">
                  <a:moveTo>
                    <a:pt x="3043491" y="1407287"/>
                  </a:moveTo>
                  <a:cubicBezTo>
                    <a:pt x="2127758" y="2018157"/>
                    <a:pt x="1105026" y="2433384"/>
                    <a:pt x="0" y="2463483"/>
                  </a:cubicBezTo>
                  <a:cubicBezTo>
                    <a:pt x="26670" y="2599627"/>
                    <a:pt x="86423" y="2726627"/>
                    <a:pt x="181483" y="2828988"/>
                  </a:cubicBezTo>
                  <a:cubicBezTo>
                    <a:pt x="2178558" y="2868231"/>
                    <a:pt x="3634359" y="1406652"/>
                    <a:pt x="5212207" y="407416"/>
                  </a:cubicBezTo>
                  <a:lnTo>
                    <a:pt x="5212207" y="0"/>
                  </a:lnTo>
                  <a:cubicBezTo>
                    <a:pt x="4449064" y="403733"/>
                    <a:pt x="3766629" y="939355"/>
                    <a:pt x="3043491" y="1407350"/>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9" name="Freeform 35">
              <a:extLst>
                <a:ext uri="{FF2B5EF4-FFF2-40B4-BE49-F238E27FC236}">
                  <a16:creationId xmlns:a16="http://schemas.microsoft.com/office/drawing/2014/main" id="{78702042-D295-711D-D88E-F80F05204153}"/>
                </a:ext>
              </a:extLst>
            </p:cNvPr>
            <p:cNvSpPr/>
            <p:nvPr/>
          </p:nvSpPr>
          <p:spPr>
            <a:xfrm>
              <a:off x="7625778" y="621474"/>
              <a:ext cx="4566157" cy="2314574"/>
            </a:xfrm>
            <a:custGeom>
              <a:avLst/>
              <a:gdLst>
                <a:gd name="connsiteX0" fmla="*/ 903351 w 4566157"/>
                <a:gd name="connsiteY0" fmla="*/ 1777302 h 2314574"/>
                <a:gd name="connsiteX1" fmla="*/ 38481 w 4566157"/>
                <a:gd name="connsiteY1" fmla="*/ 2170684 h 2314574"/>
                <a:gd name="connsiteX2" fmla="*/ 0 w 4566157"/>
                <a:gd name="connsiteY2" fmla="*/ 2314575 h 2314574"/>
                <a:gd name="connsiteX3" fmla="*/ 4566158 w 4566157"/>
                <a:gd name="connsiteY3" fmla="*/ 121602 h 2314574"/>
                <a:gd name="connsiteX4" fmla="*/ 4566158 w 4566157"/>
                <a:gd name="connsiteY4" fmla="*/ 0 h 2314574"/>
                <a:gd name="connsiteX5" fmla="*/ 903288 w 4566157"/>
                <a:gd name="connsiteY5" fmla="*/ 1777365 h 231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6157" h="2314574">
                  <a:moveTo>
                    <a:pt x="903351" y="1777302"/>
                  </a:moveTo>
                  <a:cubicBezTo>
                    <a:pt x="618172" y="1922208"/>
                    <a:pt x="330390" y="2054416"/>
                    <a:pt x="38481" y="2170684"/>
                  </a:cubicBezTo>
                  <a:cubicBezTo>
                    <a:pt x="26226" y="2218817"/>
                    <a:pt x="13335" y="2266760"/>
                    <a:pt x="0" y="2314575"/>
                  </a:cubicBezTo>
                  <a:cubicBezTo>
                    <a:pt x="1577277" y="1702435"/>
                    <a:pt x="2937129" y="613156"/>
                    <a:pt x="4566158" y="121602"/>
                  </a:cubicBezTo>
                  <a:lnTo>
                    <a:pt x="4566158" y="0"/>
                  </a:lnTo>
                  <a:cubicBezTo>
                    <a:pt x="3259011" y="395542"/>
                    <a:pt x="2110740" y="1160843"/>
                    <a:pt x="903288" y="1777365"/>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0" name="Freeform 36">
              <a:extLst>
                <a:ext uri="{FF2B5EF4-FFF2-40B4-BE49-F238E27FC236}">
                  <a16:creationId xmlns:a16="http://schemas.microsoft.com/office/drawing/2014/main" id="{362C81A2-64F6-D879-F5A7-EAA4EA93C73B}"/>
                </a:ext>
              </a:extLst>
            </p:cNvPr>
            <p:cNvSpPr/>
            <p:nvPr/>
          </p:nvSpPr>
          <p:spPr>
            <a:xfrm>
              <a:off x="7699438" y="366585"/>
              <a:ext cx="4492561" cy="2277744"/>
            </a:xfrm>
            <a:custGeom>
              <a:avLst/>
              <a:gdLst>
                <a:gd name="connsiteX0" fmla="*/ 758952 w 4492561"/>
                <a:gd name="connsiteY0" fmla="*/ 1783461 h 2277744"/>
                <a:gd name="connsiteX1" fmla="*/ 31941 w 4492561"/>
                <a:gd name="connsiteY1" fmla="*/ 2120964 h 2277744"/>
                <a:gd name="connsiteX2" fmla="*/ 0 w 4492561"/>
                <a:gd name="connsiteY2" fmla="*/ 2277745 h 2277744"/>
                <a:gd name="connsiteX3" fmla="*/ 4492562 w 4492561"/>
                <a:gd name="connsiteY3" fmla="*/ 130810 h 2277744"/>
                <a:gd name="connsiteX4" fmla="*/ 4492562 w 4492561"/>
                <a:gd name="connsiteY4" fmla="*/ 0 h 2277744"/>
                <a:gd name="connsiteX5" fmla="*/ 758952 w 4492561"/>
                <a:gd name="connsiteY5" fmla="*/ 1783397 h 22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92561" h="2277744">
                  <a:moveTo>
                    <a:pt x="758952" y="1783461"/>
                  </a:moveTo>
                  <a:cubicBezTo>
                    <a:pt x="518605" y="1905000"/>
                    <a:pt x="276669" y="2018157"/>
                    <a:pt x="31941" y="2120964"/>
                  </a:cubicBezTo>
                  <a:cubicBezTo>
                    <a:pt x="22352" y="2173288"/>
                    <a:pt x="11557" y="2225548"/>
                    <a:pt x="0" y="2277745"/>
                  </a:cubicBezTo>
                  <a:cubicBezTo>
                    <a:pt x="1533843" y="1642364"/>
                    <a:pt x="2889758" y="606425"/>
                    <a:pt x="4492562" y="130810"/>
                  </a:cubicBezTo>
                  <a:lnTo>
                    <a:pt x="4492562" y="0"/>
                  </a:lnTo>
                  <a:cubicBezTo>
                    <a:pt x="3161919" y="393573"/>
                    <a:pt x="1987423" y="1159701"/>
                    <a:pt x="758952" y="1783397"/>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31" name="Freeform 37">
              <a:extLst>
                <a:ext uri="{FF2B5EF4-FFF2-40B4-BE49-F238E27FC236}">
                  <a16:creationId xmlns:a16="http://schemas.microsoft.com/office/drawing/2014/main" id="{D2F963B3-9676-94C6-8E6C-CF400AA7DA95}"/>
                </a:ext>
              </a:extLst>
            </p:cNvPr>
            <p:cNvSpPr/>
            <p:nvPr/>
          </p:nvSpPr>
          <p:spPr>
            <a:xfrm>
              <a:off x="6964362" y="2289492"/>
              <a:ext cx="5227637" cy="2778252"/>
            </a:xfrm>
            <a:custGeom>
              <a:avLst/>
              <a:gdLst>
                <a:gd name="connsiteX0" fmla="*/ 2227580 w 5227637"/>
                <a:gd name="connsiteY0" fmla="*/ 1741932 h 2778252"/>
                <a:gd name="connsiteX1" fmla="*/ 49276 w 5227637"/>
                <a:gd name="connsiteY1" fmla="*/ 2471484 h 2778252"/>
                <a:gd name="connsiteX2" fmla="*/ 0 w 5227637"/>
                <a:gd name="connsiteY2" fmla="*/ 2778252 h 2778252"/>
                <a:gd name="connsiteX3" fmla="*/ 5227638 w 5227637"/>
                <a:gd name="connsiteY3" fmla="*/ 299339 h 2778252"/>
                <a:gd name="connsiteX4" fmla="*/ 5227638 w 5227637"/>
                <a:gd name="connsiteY4" fmla="*/ 0 h 2778252"/>
                <a:gd name="connsiteX5" fmla="*/ 2227580 w 5227637"/>
                <a:gd name="connsiteY5" fmla="*/ 1741869 h 277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7637" h="2778252">
                  <a:moveTo>
                    <a:pt x="2227580" y="1741932"/>
                  </a:moveTo>
                  <a:cubicBezTo>
                    <a:pt x="1547305" y="2113534"/>
                    <a:pt x="818452" y="2374900"/>
                    <a:pt x="49276" y="2471484"/>
                  </a:cubicBezTo>
                  <a:cubicBezTo>
                    <a:pt x="25336" y="2575052"/>
                    <a:pt x="7874" y="2678113"/>
                    <a:pt x="0" y="2778252"/>
                  </a:cubicBezTo>
                  <a:cubicBezTo>
                    <a:pt x="2150936" y="2634425"/>
                    <a:pt x="3417126" y="1181291"/>
                    <a:pt x="5227638" y="299339"/>
                  </a:cubicBezTo>
                  <a:lnTo>
                    <a:pt x="5227638" y="0"/>
                  </a:lnTo>
                  <a:cubicBezTo>
                    <a:pt x="4160266" y="457454"/>
                    <a:pt x="3242628" y="1187704"/>
                    <a:pt x="2227580" y="1741869"/>
                  </a:cubicBezTo>
                  <a:close/>
                </a:path>
              </a:pathLst>
            </a:custGeom>
            <a:solidFill>
              <a:srgbClr val="F8B100"/>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grpSp>
      <p:sp>
        <p:nvSpPr>
          <p:cNvPr id="32" name="Rectangle 31">
            <a:extLst>
              <a:ext uri="{FF2B5EF4-FFF2-40B4-BE49-F238E27FC236}">
                <a16:creationId xmlns:a16="http://schemas.microsoft.com/office/drawing/2014/main" id="{D75382DB-CB2B-6519-DC93-082CDBAD9886}"/>
              </a:ext>
            </a:extLst>
          </p:cNvPr>
          <p:cNvSpPr/>
          <p:nvPr userDrawn="1"/>
        </p:nvSpPr>
        <p:spPr>
          <a:xfrm>
            <a:off x="0" y="4352035"/>
            <a:ext cx="12191935" cy="2505965"/>
          </a:xfrm>
          <a:prstGeom prst="rect">
            <a:avLst/>
          </a:prstGeom>
          <a:solidFill>
            <a:srgbClr val="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panose="020B0502020104020203"/>
              <a:ea typeface="+mn-ea"/>
              <a:cs typeface="+mn-cs"/>
            </a:endParaRPr>
          </a:p>
        </p:txBody>
      </p:sp>
      <p:graphicFrame>
        <p:nvGraphicFramePr>
          <p:cNvPr id="3" name="Object 2" hidden="1">
            <a:extLst>
              <a:ext uri="{FF2B5EF4-FFF2-40B4-BE49-F238E27FC236}">
                <a16:creationId xmlns:a16="http://schemas.microsoft.com/office/drawing/2014/main" id="{5874AF67-BBA0-48F4-BB9F-52963443351B}"/>
              </a:ext>
            </a:extLst>
          </p:cNvPr>
          <p:cNvGraphicFramePr>
            <a:graphicFrameLocks noChangeAspect="1"/>
          </p:cNvGraphicFramePr>
          <p:nvPr userDrawn="1">
            <p:custDataLst>
              <p:tags r:id="rId1"/>
            </p:custDataLst>
            <p:extLst>
              <p:ext uri="{D42A27DB-BD31-4B8C-83A1-F6EECF244321}">
                <p14:modId xmlns:p14="http://schemas.microsoft.com/office/powerpoint/2010/main" val="12863425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3" name="Object 2" hidden="1">
                        <a:extLst>
                          <a:ext uri="{FF2B5EF4-FFF2-40B4-BE49-F238E27FC236}">
                            <a16:creationId xmlns:a16="http://schemas.microsoft.com/office/drawing/2014/main" id="{5874AF67-BBA0-48F4-BB9F-5296344335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Documenttype">
            <a:extLst>
              <a:ext uri="{FF2B5EF4-FFF2-40B4-BE49-F238E27FC236}">
                <a16:creationId xmlns:a16="http://schemas.microsoft.com/office/drawing/2014/main" id="{15828E83-1A38-4079-BBBD-A0570B5821FE}"/>
              </a:ext>
            </a:extLst>
          </p:cNvPr>
          <p:cNvSpPr>
            <a:spLocks noGrp="1"/>
          </p:cNvSpPr>
          <p:nvPr userDrawn="1">
            <p:ph type="body" sz="quarter" idx="13" hasCustomPrompt="1"/>
            <p:custDataLst>
              <p:tags r:id="rId2"/>
            </p:custDataLst>
          </p:nvPr>
        </p:nvSpPr>
        <p:spPr bwMode="blackGray">
          <a:xfrm>
            <a:off x="550799" y="6132942"/>
            <a:ext cx="915086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sz="1400" dirty="0">
                <a:solidFill>
                  <a:schemeClr val="tx2"/>
                </a:solidFill>
              </a:defRPr>
            </a:lvl1pPr>
          </a:lstStyle>
          <a:p>
            <a:pPr lvl="0"/>
            <a:r>
              <a:rPr lang="en-US"/>
              <a:t>Edit date or title/role</a:t>
            </a:r>
          </a:p>
        </p:txBody>
      </p:sp>
      <p:sp>
        <p:nvSpPr>
          <p:cNvPr id="15" name="Subtitle">
            <a:extLst>
              <a:ext uri="{FF2B5EF4-FFF2-40B4-BE49-F238E27FC236}">
                <a16:creationId xmlns:a16="http://schemas.microsoft.com/office/drawing/2014/main" id="{FB8F0DBF-6DF4-4080-8ADE-3065F84D7602}"/>
              </a:ext>
            </a:extLst>
          </p:cNvPr>
          <p:cNvSpPr>
            <a:spLocks noGrp="1"/>
          </p:cNvSpPr>
          <p:nvPr userDrawn="1">
            <p:ph type="subTitle" idx="1"/>
            <p:custDataLst>
              <p:tags r:id="rId3"/>
            </p:custDataLst>
          </p:nvPr>
        </p:nvSpPr>
        <p:spPr bwMode="blackGray">
          <a:xfrm>
            <a:off x="551940" y="5728701"/>
            <a:ext cx="915086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bg1"/>
                </a:solidFill>
              </a:defRPr>
            </a:lvl1pPr>
          </a:lstStyle>
          <a:p>
            <a:pPr lvl="0"/>
            <a:r>
              <a:rPr lang="en-US"/>
              <a:t>Click to edit Master subtitle style</a:t>
            </a:r>
          </a:p>
        </p:txBody>
      </p:sp>
      <p:sp>
        <p:nvSpPr>
          <p:cNvPr id="18" name="Title">
            <a:extLst>
              <a:ext uri="{FF2B5EF4-FFF2-40B4-BE49-F238E27FC236}">
                <a16:creationId xmlns:a16="http://schemas.microsoft.com/office/drawing/2014/main" id="{46FFFED1-69E7-44C0-86EC-45A8A36DB3EC}"/>
              </a:ext>
            </a:extLst>
          </p:cNvPr>
          <p:cNvSpPr>
            <a:spLocks noGrp="1"/>
          </p:cNvSpPr>
          <p:nvPr userDrawn="1">
            <p:ph type="title"/>
            <p:custDataLst>
              <p:tags r:id="rId4"/>
            </p:custDataLst>
          </p:nvPr>
        </p:nvSpPr>
        <p:spPr bwMode="blackGray">
          <a:xfrm>
            <a:off x="551940" y="5057760"/>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000" b="0" dirty="0">
                <a:solidFill>
                  <a:schemeClr val="bg1"/>
                </a:solidFill>
              </a:defRPr>
            </a:lvl1pPr>
          </a:lstStyle>
          <a:p>
            <a:pPr lvl="0"/>
            <a:r>
              <a:rPr lang="en-US"/>
              <a:t>Click to edit Master title style</a:t>
            </a:r>
          </a:p>
        </p:txBody>
      </p:sp>
      <p:pic>
        <p:nvPicPr>
          <p:cNvPr id="34" name="Picture 33" descr="A logo with a black background&#10;&#10;AI-generated content may be incorrect.">
            <a:extLst>
              <a:ext uri="{FF2B5EF4-FFF2-40B4-BE49-F238E27FC236}">
                <a16:creationId xmlns:a16="http://schemas.microsoft.com/office/drawing/2014/main" id="{8B09A651-A38D-9C1F-D218-1475086127C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9905666" y="6057900"/>
            <a:ext cx="1731599" cy="692150"/>
          </a:xfrm>
          <a:prstGeom prst="rect">
            <a:avLst/>
          </a:prstGeom>
        </p:spPr>
      </p:pic>
      <p:sp>
        <p:nvSpPr>
          <p:cNvPr id="35" name="TextBox 34">
            <a:extLst>
              <a:ext uri="{FF2B5EF4-FFF2-40B4-BE49-F238E27FC236}">
                <a16:creationId xmlns:a16="http://schemas.microsoft.com/office/drawing/2014/main" id="{5C7DD3F0-9182-456E-6E56-DD63CD91985E}"/>
              </a:ext>
            </a:extLst>
          </p:cNvPr>
          <p:cNvSpPr txBox="1"/>
          <p:nvPr userDrawn="1"/>
        </p:nvSpPr>
        <p:spPr>
          <a:xfrm>
            <a:off x="551941" y="6454688"/>
            <a:ext cx="3380184" cy="210295"/>
          </a:xfrm>
          <a:custGeom>
            <a:avLst/>
            <a:gdLst/>
            <a:ahLst/>
            <a:cxnLst/>
            <a:rect l="l" t="t" r="r" b="b"/>
            <a:pathLst>
              <a:path w="3380184" h="210295">
                <a:moveTo>
                  <a:pt x="2724671" y="162744"/>
                </a:moveTo>
                <a:cubicBezTo>
                  <a:pt x="2717825" y="162744"/>
                  <a:pt x="2712225" y="164195"/>
                  <a:pt x="2707872" y="167097"/>
                </a:cubicBezTo>
                <a:cubicBezTo>
                  <a:pt x="2703519" y="169999"/>
                  <a:pt x="2701342" y="173720"/>
                  <a:pt x="2701342" y="178259"/>
                </a:cubicBezTo>
                <a:cubicBezTo>
                  <a:pt x="2701342" y="188826"/>
                  <a:pt x="2710867" y="194109"/>
                  <a:pt x="2729917" y="194109"/>
                </a:cubicBezTo>
                <a:cubicBezTo>
                  <a:pt x="2738921" y="194109"/>
                  <a:pt x="2745897" y="192789"/>
                  <a:pt x="2750846" y="190147"/>
                </a:cubicBezTo>
                <a:cubicBezTo>
                  <a:pt x="2755795" y="187505"/>
                  <a:pt x="2758269" y="183766"/>
                  <a:pt x="2758269" y="178929"/>
                </a:cubicBezTo>
                <a:cubicBezTo>
                  <a:pt x="2758269" y="174166"/>
                  <a:pt x="2755143" y="170278"/>
                  <a:pt x="2748893" y="167265"/>
                </a:cubicBezTo>
                <a:cubicBezTo>
                  <a:pt x="2742642" y="164251"/>
                  <a:pt x="2734568" y="162744"/>
                  <a:pt x="2724671" y="162744"/>
                </a:cubicBezTo>
                <a:close/>
                <a:moveTo>
                  <a:pt x="1495946" y="162744"/>
                </a:moveTo>
                <a:cubicBezTo>
                  <a:pt x="1489100" y="162744"/>
                  <a:pt x="1483500" y="164195"/>
                  <a:pt x="1479147" y="167097"/>
                </a:cubicBezTo>
                <a:cubicBezTo>
                  <a:pt x="1474794" y="169999"/>
                  <a:pt x="1472617" y="173720"/>
                  <a:pt x="1472617" y="178259"/>
                </a:cubicBezTo>
                <a:cubicBezTo>
                  <a:pt x="1472617" y="188826"/>
                  <a:pt x="1482142" y="194109"/>
                  <a:pt x="1501192" y="194109"/>
                </a:cubicBezTo>
                <a:cubicBezTo>
                  <a:pt x="1510196" y="194109"/>
                  <a:pt x="1517172" y="192789"/>
                  <a:pt x="1522121" y="190147"/>
                </a:cubicBezTo>
                <a:cubicBezTo>
                  <a:pt x="1527070" y="187505"/>
                  <a:pt x="1529544" y="183766"/>
                  <a:pt x="1529544" y="178929"/>
                </a:cubicBezTo>
                <a:cubicBezTo>
                  <a:pt x="1529544" y="174166"/>
                  <a:pt x="1526419" y="170278"/>
                  <a:pt x="1520168" y="167265"/>
                </a:cubicBezTo>
                <a:cubicBezTo>
                  <a:pt x="1513917" y="164251"/>
                  <a:pt x="1505843" y="162744"/>
                  <a:pt x="1495946" y="162744"/>
                </a:cubicBezTo>
                <a:close/>
                <a:moveTo>
                  <a:pt x="3045879" y="107157"/>
                </a:moveTo>
                <a:lnTo>
                  <a:pt x="3032261" y="112403"/>
                </a:lnTo>
                <a:cubicBezTo>
                  <a:pt x="3025341" y="115156"/>
                  <a:pt x="3020448" y="117928"/>
                  <a:pt x="3017583" y="120719"/>
                </a:cubicBezTo>
                <a:cubicBezTo>
                  <a:pt x="3014718" y="123509"/>
                  <a:pt x="3013286" y="126988"/>
                  <a:pt x="3013286" y="131155"/>
                </a:cubicBezTo>
                <a:cubicBezTo>
                  <a:pt x="3013286" y="135397"/>
                  <a:pt x="3014644" y="138857"/>
                  <a:pt x="3017360" y="141536"/>
                </a:cubicBezTo>
                <a:cubicBezTo>
                  <a:pt x="3020076" y="144215"/>
                  <a:pt x="3023592" y="145554"/>
                  <a:pt x="3027908" y="145554"/>
                </a:cubicBezTo>
                <a:cubicBezTo>
                  <a:pt x="3034382" y="145554"/>
                  <a:pt x="3040372" y="142913"/>
                  <a:pt x="3045879" y="137629"/>
                </a:cubicBezTo>
                <a:close/>
                <a:moveTo>
                  <a:pt x="1672121" y="96441"/>
                </a:moveTo>
                <a:lnTo>
                  <a:pt x="1727708" y="96441"/>
                </a:lnTo>
                <a:lnTo>
                  <a:pt x="1727708" y="118207"/>
                </a:lnTo>
                <a:lnTo>
                  <a:pt x="1672121" y="118207"/>
                </a:lnTo>
                <a:close/>
                <a:moveTo>
                  <a:pt x="2858839" y="74228"/>
                </a:moveTo>
                <a:lnTo>
                  <a:pt x="2858839" y="137406"/>
                </a:lnTo>
                <a:cubicBezTo>
                  <a:pt x="2865076" y="140606"/>
                  <a:pt x="2871611" y="142206"/>
                  <a:pt x="2878443" y="142206"/>
                </a:cubicBezTo>
                <a:cubicBezTo>
                  <a:pt x="2887947" y="142206"/>
                  <a:pt x="2895725" y="138894"/>
                  <a:pt x="2901777" y="132271"/>
                </a:cubicBezTo>
                <a:cubicBezTo>
                  <a:pt x="2907829" y="125649"/>
                  <a:pt x="2910855" y="117128"/>
                  <a:pt x="2910855" y="106710"/>
                </a:cubicBezTo>
                <a:cubicBezTo>
                  <a:pt x="2910855" y="100013"/>
                  <a:pt x="2909426" y="94097"/>
                  <a:pt x="2906567" y="88962"/>
                </a:cubicBezTo>
                <a:cubicBezTo>
                  <a:pt x="2903708" y="83828"/>
                  <a:pt x="2899810" y="80089"/>
                  <a:pt x="2894872" y="77744"/>
                </a:cubicBezTo>
                <a:cubicBezTo>
                  <a:pt x="2889934" y="75400"/>
                  <a:pt x="2882712" y="74228"/>
                  <a:pt x="2873207" y="74228"/>
                </a:cubicBezTo>
                <a:close/>
                <a:moveTo>
                  <a:pt x="1772989" y="74228"/>
                </a:moveTo>
                <a:lnTo>
                  <a:pt x="1772989" y="137406"/>
                </a:lnTo>
                <a:cubicBezTo>
                  <a:pt x="1779226" y="140606"/>
                  <a:pt x="1785761" y="142206"/>
                  <a:pt x="1792593" y="142206"/>
                </a:cubicBezTo>
                <a:cubicBezTo>
                  <a:pt x="1802097" y="142206"/>
                  <a:pt x="1809875" y="138894"/>
                  <a:pt x="1815927" y="132271"/>
                </a:cubicBezTo>
                <a:cubicBezTo>
                  <a:pt x="1821979" y="125649"/>
                  <a:pt x="1825005" y="117128"/>
                  <a:pt x="1825005" y="106710"/>
                </a:cubicBezTo>
                <a:cubicBezTo>
                  <a:pt x="1825005" y="100013"/>
                  <a:pt x="1823576" y="94097"/>
                  <a:pt x="1820717" y="88962"/>
                </a:cubicBezTo>
                <a:cubicBezTo>
                  <a:pt x="1817858" y="83828"/>
                  <a:pt x="1813960" y="80089"/>
                  <a:pt x="1809022" y="77744"/>
                </a:cubicBezTo>
                <a:cubicBezTo>
                  <a:pt x="1804084" y="75400"/>
                  <a:pt x="1796862" y="74228"/>
                  <a:pt x="1787357" y="74228"/>
                </a:cubicBezTo>
                <a:close/>
                <a:moveTo>
                  <a:pt x="2182564" y="73335"/>
                </a:moveTo>
                <a:cubicBezTo>
                  <a:pt x="2172816" y="73335"/>
                  <a:pt x="2164817" y="76535"/>
                  <a:pt x="2158566" y="82935"/>
                </a:cubicBezTo>
                <a:cubicBezTo>
                  <a:pt x="2152315" y="89334"/>
                  <a:pt x="2149190" y="97483"/>
                  <a:pt x="2149190" y="107380"/>
                </a:cubicBezTo>
                <a:cubicBezTo>
                  <a:pt x="2149190" y="117203"/>
                  <a:pt x="2152389" y="125221"/>
                  <a:pt x="2158789" y="131434"/>
                </a:cubicBezTo>
                <a:cubicBezTo>
                  <a:pt x="2165189" y="137648"/>
                  <a:pt x="2173411" y="140755"/>
                  <a:pt x="2183457" y="140755"/>
                </a:cubicBezTo>
                <a:cubicBezTo>
                  <a:pt x="2193429" y="140755"/>
                  <a:pt x="2201596" y="137611"/>
                  <a:pt x="2207958" y="131323"/>
                </a:cubicBezTo>
                <a:cubicBezTo>
                  <a:pt x="2214321" y="125035"/>
                  <a:pt x="2217502" y="116979"/>
                  <a:pt x="2217502" y="107157"/>
                </a:cubicBezTo>
                <a:cubicBezTo>
                  <a:pt x="2217502" y="97408"/>
                  <a:pt x="2214190" y="89334"/>
                  <a:pt x="2207567" y="82935"/>
                </a:cubicBezTo>
                <a:cubicBezTo>
                  <a:pt x="2200945" y="76535"/>
                  <a:pt x="2192610" y="73335"/>
                  <a:pt x="2182564" y="73335"/>
                </a:cubicBezTo>
                <a:close/>
                <a:moveTo>
                  <a:pt x="1106239" y="73335"/>
                </a:moveTo>
                <a:cubicBezTo>
                  <a:pt x="1096491" y="73335"/>
                  <a:pt x="1088492" y="76535"/>
                  <a:pt x="1082241" y="82935"/>
                </a:cubicBezTo>
                <a:cubicBezTo>
                  <a:pt x="1075990" y="89334"/>
                  <a:pt x="1072865" y="97483"/>
                  <a:pt x="1072865" y="107380"/>
                </a:cubicBezTo>
                <a:cubicBezTo>
                  <a:pt x="1072865" y="117203"/>
                  <a:pt x="1076064" y="125221"/>
                  <a:pt x="1082464" y="131434"/>
                </a:cubicBezTo>
                <a:cubicBezTo>
                  <a:pt x="1088864" y="137648"/>
                  <a:pt x="1097086" y="140755"/>
                  <a:pt x="1107132" y="140755"/>
                </a:cubicBezTo>
                <a:cubicBezTo>
                  <a:pt x="1117104" y="140755"/>
                  <a:pt x="1125271" y="137611"/>
                  <a:pt x="1131633" y="131323"/>
                </a:cubicBezTo>
                <a:cubicBezTo>
                  <a:pt x="1137996" y="125035"/>
                  <a:pt x="1141177" y="116979"/>
                  <a:pt x="1141177" y="107157"/>
                </a:cubicBezTo>
                <a:cubicBezTo>
                  <a:pt x="1141177" y="97408"/>
                  <a:pt x="1137865" y="89334"/>
                  <a:pt x="1131242" y="82935"/>
                </a:cubicBezTo>
                <a:cubicBezTo>
                  <a:pt x="1124620" y="76535"/>
                  <a:pt x="1116285" y="73335"/>
                  <a:pt x="1106239" y="73335"/>
                </a:cubicBezTo>
                <a:close/>
                <a:moveTo>
                  <a:pt x="2729471" y="72889"/>
                </a:moveTo>
                <a:cubicBezTo>
                  <a:pt x="2723964" y="72889"/>
                  <a:pt x="2719276" y="74749"/>
                  <a:pt x="2715406" y="78470"/>
                </a:cubicBezTo>
                <a:cubicBezTo>
                  <a:pt x="2711537" y="82191"/>
                  <a:pt x="2709602" y="86656"/>
                  <a:pt x="2709602" y="91865"/>
                </a:cubicBezTo>
                <a:cubicBezTo>
                  <a:pt x="2709602" y="97148"/>
                  <a:pt x="2711500" y="101520"/>
                  <a:pt x="2715295" y="104980"/>
                </a:cubicBezTo>
                <a:cubicBezTo>
                  <a:pt x="2719090" y="108440"/>
                  <a:pt x="2723889" y="110170"/>
                  <a:pt x="2729694" y="110170"/>
                </a:cubicBezTo>
                <a:cubicBezTo>
                  <a:pt x="2735424" y="110170"/>
                  <a:pt x="2740205" y="108403"/>
                  <a:pt x="2744037" y="104868"/>
                </a:cubicBezTo>
                <a:cubicBezTo>
                  <a:pt x="2747869" y="101334"/>
                  <a:pt x="2749786" y="96925"/>
                  <a:pt x="2749786" y="91641"/>
                </a:cubicBezTo>
                <a:cubicBezTo>
                  <a:pt x="2749786" y="86284"/>
                  <a:pt x="2747851" y="81819"/>
                  <a:pt x="2743981" y="78247"/>
                </a:cubicBezTo>
                <a:cubicBezTo>
                  <a:pt x="2740112" y="74675"/>
                  <a:pt x="2735275" y="72889"/>
                  <a:pt x="2729471" y="72889"/>
                </a:cubicBezTo>
                <a:close/>
                <a:moveTo>
                  <a:pt x="1500745" y="72889"/>
                </a:moveTo>
                <a:cubicBezTo>
                  <a:pt x="1495239" y="72889"/>
                  <a:pt x="1490551" y="74749"/>
                  <a:pt x="1486681" y="78470"/>
                </a:cubicBezTo>
                <a:cubicBezTo>
                  <a:pt x="1482812" y="82191"/>
                  <a:pt x="1480877" y="86656"/>
                  <a:pt x="1480877" y="91865"/>
                </a:cubicBezTo>
                <a:cubicBezTo>
                  <a:pt x="1480877" y="97148"/>
                  <a:pt x="1482775" y="101520"/>
                  <a:pt x="1486570" y="104980"/>
                </a:cubicBezTo>
                <a:cubicBezTo>
                  <a:pt x="1490365" y="108440"/>
                  <a:pt x="1495164" y="110170"/>
                  <a:pt x="1500969" y="110170"/>
                </a:cubicBezTo>
                <a:cubicBezTo>
                  <a:pt x="1506699" y="110170"/>
                  <a:pt x="1511480" y="108403"/>
                  <a:pt x="1515312" y="104868"/>
                </a:cubicBezTo>
                <a:cubicBezTo>
                  <a:pt x="1519144" y="101334"/>
                  <a:pt x="1521061" y="96925"/>
                  <a:pt x="1521061" y="91641"/>
                </a:cubicBezTo>
                <a:cubicBezTo>
                  <a:pt x="1521061" y="86284"/>
                  <a:pt x="1519126" y="81819"/>
                  <a:pt x="1515256" y="78247"/>
                </a:cubicBezTo>
                <a:cubicBezTo>
                  <a:pt x="1511387" y="74675"/>
                  <a:pt x="1506550" y="72889"/>
                  <a:pt x="1500745" y="72889"/>
                </a:cubicBezTo>
                <a:close/>
                <a:moveTo>
                  <a:pt x="3244118" y="70880"/>
                </a:moveTo>
                <a:cubicBezTo>
                  <a:pt x="3236826" y="70880"/>
                  <a:pt x="3230854" y="73075"/>
                  <a:pt x="3226203" y="77465"/>
                </a:cubicBezTo>
                <a:cubicBezTo>
                  <a:pt x="3221552" y="81856"/>
                  <a:pt x="3218520" y="88107"/>
                  <a:pt x="3217106" y="96218"/>
                </a:cubicBezTo>
                <a:lnTo>
                  <a:pt x="3268786" y="96218"/>
                </a:lnTo>
                <a:cubicBezTo>
                  <a:pt x="3268266" y="88107"/>
                  <a:pt x="3265847" y="81856"/>
                  <a:pt x="3261531" y="77465"/>
                </a:cubicBezTo>
                <a:cubicBezTo>
                  <a:pt x="3257215" y="73075"/>
                  <a:pt x="3251411" y="70880"/>
                  <a:pt x="3244118" y="70880"/>
                </a:cubicBezTo>
                <a:close/>
                <a:moveTo>
                  <a:pt x="1910618" y="70880"/>
                </a:moveTo>
                <a:cubicBezTo>
                  <a:pt x="1903326" y="70880"/>
                  <a:pt x="1897354" y="73075"/>
                  <a:pt x="1892703" y="77465"/>
                </a:cubicBezTo>
                <a:cubicBezTo>
                  <a:pt x="1888052" y="81856"/>
                  <a:pt x="1885020" y="88107"/>
                  <a:pt x="1883606" y="96218"/>
                </a:cubicBezTo>
                <a:lnTo>
                  <a:pt x="1935287" y="96218"/>
                </a:lnTo>
                <a:cubicBezTo>
                  <a:pt x="1934766" y="88107"/>
                  <a:pt x="1932347" y="81856"/>
                  <a:pt x="1928031" y="77465"/>
                </a:cubicBezTo>
                <a:cubicBezTo>
                  <a:pt x="1923715" y="73075"/>
                  <a:pt x="1917911" y="70880"/>
                  <a:pt x="1910618" y="70880"/>
                </a:cubicBezTo>
                <a:close/>
                <a:moveTo>
                  <a:pt x="939068" y="70880"/>
                </a:moveTo>
                <a:cubicBezTo>
                  <a:pt x="931776" y="70880"/>
                  <a:pt x="925804" y="73075"/>
                  <a:pt x="921153" y="77465"/>
                </a:cubicBezTo>
                <a:cubicBezTo>
                  <a:pt x="916502" y="81856"/>
                  <a:pt x="913470" y="88107"/>
                  <a:pt x="912056" y="96218"/>
                </a:cubicBezTo>
                <a:lnTo>
                  <a:pt x="963737" y="96218"/>
                </a:lnTo>
                <a:cubicBezTo>
                  <a:pt x="963215" y="88107"/>
                  <a:pt x="960797" y="81856"/>
                  <a:pt x="956481" y="77465"/>
                </a:cubicBezTo>
                <a:cubicBezTo>
                  <a:pt x="952165" y="73075"/>
                  <a:pt x="946361" y="70880"/>
                  <a:pt x="939068" y="70880"/>
                </a:cubicBezTo>
                <a:close/>
                <a:moveTo>
                  <a:pt x="310418" y="70880"/>
                </a:moveTo>
                <a:cubicBezTo>
                  <a:pt x="303126" y="70880"/>
                  <a:pt x="297154" y="73075"/>
                  <a:pt x="292503" y="77465"/>
                </a:cubicBezTo>
                <a:cubicBezTo>
                  <a:pt x="287852" y="81856"/>
                  <a:pt x="284820" y="88107"/>
                  <a:pt x="283406" y="96218"/>
                </a:cubicBezTo>
                <a:lnTo>
                  <a:pt x="335086" y="96218"/>
                </a:lnTo>
                <a:cubicBezTo>
                  <a:pt x="334566" y="88107"/>
                  <a:pt x="332147" y="81856"/>
                  <a:pt x="327831" y="77465"/>
                </a:cubicBezTo>
                <a:cubicBezTo>
                  <a:pt x="323515" y="73075"/>
                  <a:pt x="317711" y="70880"/>
                  <a:pt x="310418" y="70880"/>
                </a:cubicBezTo>
                <a:close/>
                <a:moveTo>
                  <a:pt x="2838078" y="55253"/>
                </a:moveTo>
                <a:lnTo>
                  <a:pt x="2873643" y="55253"/>
                </a:lnTo>
                <a:cubicBezTo>
                  <a:pt x="2891852" y="55253"/>
                  <a:pt x="2906030" y="59792"/>
                  <a:pt x="2916175" y="68871"/>
                </a:cubicBezTo>
                <a:cubicBezTo>
                  <a:pt x="2926320" y="77949"/>
                  <a:pt x="2931393" y="90637"/>
                  <a:pt x="2931393" y="106933"/>
                </a:cubicBezTo>
                <a:cubicBezTo>
                  <a:pt x="2931393" y="122337"/>
                  <a:pt x="2926619" y="134987"/>
                  <a:pt x="2917072" y="144885"/>
                </a:cubicBezTo>
                <a:cubicBezTo>
                  <a:pt x="2907524" y="154782"/>
                  <a:pt x="2895357" y="159730"/>
                  <a:pt x="2880572" y="159730"/>
                </a:cubicBezTo>
                <a:cubicBezTo>
                  <a:pt x="2874033" y="159730"/>
                  <a:pt x="2866789" y="158279"/>
                  <a:pt x="2858839" y="155377"/>
                </a:cubicBezTo>
                <a:lnTo>
                  <a:pt x="2858839" y="210295"/>
                </a:lnTo>
                <a:lnTo>
                  <a:pt x="2838078" y="210295"/>
                </a:lnTo>
                <a:close/>
                <a:moveTo>
                  <a:pt x="2736056" y="55253"/>
                </a:moveTo>
                <a:lnTo>
                  <a:pt x="2778361" y="55253"/>
                </a:lnTo>
                <a:lnTo>
                  <a:pt x="2778361" y="71103"/>
                </a:lnTo>
                <a:lnTo>
                  <a:pt x="2757599" y="71103"/>
                </a:lnTo>
                <a:cubicBezTo>
                  <a:pt x="2761617" y="75196"/>
                  <a:pt x="2764408" y="78917"/>
                  <a:pt x="2765971" y="82265"/>
                </a:cubicBezTo>
                <a:cubicBezTo>
                  <a:pt x="2767533" y="85614"/>
                  <a:pt x="2768315" y="89446"/>
                  <a:pt x="2768315" y="93762"/>
                </a:cubicBezTo>
                <a:cubicBezTo>
                  <a:pt x="2768315" y="99120"/>
                  <a:pt x="2766789" y="104385"/>
                  <a:pt x="2763738" y="109556"/>
                </a:cubicBezTo>
                <a:cubicBezTo>
                  <a:pt x="2760687" y="114728"/>
                  <a:pt x="2756762" y="118691"/>
                  <a:pt x="2751962" y="121444"/>
                </a:cubicBezTo>
                <a:cubicBezTo>
                  <a:pt x="2747162" y="124197"/>
                  <a:pt x="2739293" y="126393"/>
                  <a:pt x="2728354" y="128030"/>
                </a:cubicBezTo>
                <a:cubicBezTo>
                  <a:pt x="2720690" y="129146"/>
                  <a:pt x="2716857" y="131788"/>
                  <a:pt x="2716857" y="135955"/>
                </a:cubicBezTo>
                <a:cubicBezTo>
                  <a:pt x="2716857" y="138336"/>
                  <a:pt x="2718290" y="140289"/>
                  <a:pt x="2721155" y="141815"/>
                </a:cubicBezTo>
                <a:cubicBezTo>
                  <a:pt x="2724020" y="143340"/>
                  <a:pt x="2729210" y="144922"/>
                  <a:pt x="2736726" y="146559"/>
                </a:cubicBezTo>
                <a:cubicBezTo>
                  <a:pt x="2749302" y="149312"/>
                  <a:pt x="2757394" y="151470"/>
                  <a:pt x="2761003" y="153033"/>
                </a:cubicBezTo>
                <a:cubicBezTo>
                  <a:pt x="2764613" y="154596"/>
                  <a:pt x="2767868" y="156828"/>
                  <a:pt x="2770770" y="159730"/>
                </a:cubicBezTo>
                <a:cubicBezTo>
                  <a:pt x="2775682" y="164641"/>
                  <a:pt x="2778137" y="170818"/>
                  <a:pt x="2778137" y="178259"/>
                </a:cubicBezTo>
                <a:cubicBezTo>
                  <a:pt x="2778137" y="188008"/>
                  <a:pt x="2773803" y="195784"/>
                  <a:pt x="2765133" y="201588"/>
                </a:cubicBezTo>
                <a:cubicBezTo>
                  <a:pt x="2756464" y="207392"/>
                  <a:pt x="2744874" y="210295"/>
                  <a:pt x="2730363" y="210295"/>
                </a:cubicBezTo>
                <a:cubicBezTo>
                  <a:pt x="2715704" y="210295"/>
                  <a:pt x="2704002" y="207374"/>
                  <a:pt x="2695259" y="201532"/>
                </a:cubicBezTo>
                <a:cubicBezTo>
                  <a:pt x="2686515" y="195691"/>
                  <a:pt x="2682143" y="187859"/>
                  <a:pt x="2682143" y="178036"/>
                </a:cubicBezTo>
                <a:cubicBezTo>
                  <a:pt x="2682143" y="164121"/>
                  <a:pt x="2690738" y="155154"/>
                  <a:pt x="2707928" y="151135"/>
                </a:cubicBezTo>
                <a:cubicBezTo>
                  <a:pt x="2701082" y="146745"/>
                  <a:pt x="2697659" y="142392"/>
                  <a:pt x="2697659" y="138076"/>
                </a:cubicBezTo>
                <a:cubicBezTo>
                  <a:pt x="2697659" y="134801"/>
                  <a:pt x="2699128" y="131825"/>
                  <a:pt x="2702068" y="129146"/>
                </a:cubicBezTo>
                <a:cubicBezTo>
                  <a:pt x="2705007" y="126467"/>
                  <a:pt x="2708969" y="124495"/>
                  <a:pt x="2713955" y="123230"/>
                </a:cubicBezTo>
                <a:cubicBezTo>
                  <a:pt x="2698849" y="116533"/>
                  <a:pt x="2691296" y="105706"/>
                  <a:pt x="2691296" y="90748"/>
                </a:cubicBezTo>
                <a:cubicBezTo>
                  <a:pt x="2691296" y="79809"/>
                  <a:pt x="2695296" y="71159"/>
                  <a:pt x="2703295" y="64796"/>
                </a:cubicBezTo>
                <a:cubicBezTo>
                  <a:pt x="2711295" y="58434"/>
                  <a:pt x="2722215" y="55253"/>
                  <a:pt x="2736056" y="55253"/>
                </a:cubicBezTo>
                <a:close/>
                <a:moveTo>
                  <a:pt x="2535064" y="55253"/>
                </a:moveTo>
                <a:lnTo>
                  <a:pt x="2555379" y="55253"/>
                </a:lnTo>
                <a:lnTo>
                  <a:pt x="2555379" y="157944"/>
                </a:lnTo>
                <a:lnTo>
                  <a:pt x="2535064" y="157944"/>
                </a:lnTo>
                <a:close/>
                <a:moveTo>
                  <a:pt x="1752228" y="55253"/>
                </a:moveTo>
                <a:lnTo>
                  <a:pt x="1787793" y="55253"/>
                </a:lnTo>
                <a:cubicBezTo>
                  <a:pt x="1806002" y="55253"/>
                  <a:pt x="1820180" y="59792"/>
                  <a:pt x="1830325" y="68871"/>
                </a:cubicBezTo>
                <a:cubicBezTo>
                  <a:pt x="1840470" y="77949"/>
                  <a:pt x="1845543" y="90637"/>
                  <a:pt x="1845543" y="106933"/>
                </a:cubicBezTo>
                <a:cubicBezTo>
                  <a:pt x="1845543" y="122337"/>
                  <a:pt x="1840769" y="134987"/>
                  <a:pt x="1831222" y="144885"/>
                </a:cubicBezTo>
                <a:cubicBezTo>
                  <a:pt x="1821674" y="154782"/>
                  <a:pt x="1809507" y="159730"/>
                  <a:pt x="1794722" y="159730"/>
                </a:cubicBezTo>
                <a:cubicBezTo>
                  <a:pt x="1788183" y="159730"/>
                  <a:pt x="1780939" y="158279"/>
                  <a:pt x="1772989" y="155377"/>
                </a:cubicBezTo>
                <a:lnTo>
                  <a:pt x="1772989" y="210295"/>
                </a:lnTo>
                <a:lnTo>
                  <a:pt x="1752228" y="210295"/>
                </a:lnTo>
                <a:close/>
                <a:moveTo>
                  <a:pt x="1507331" y="55253"/>
                </a:moveTo>
                <a:lnTo>
                  <a:pt x="1549636" y="55253"/>
                </a:lnTo>
                <a:lnTo>
                  <a:pt x="1549636" y="71103"/>
                </a:lnTo>
                <a:lnTo>
                  <a:pt x="1528874" y="71103"/>
                </a:lnTo>
                <a:cubicBezTo>
                  <a:pt x="1532892" y="75196"/>
                  <a:pt x="1535683" y="78917"/>
                  <a:pt x="1537246" y="82265"/>
                </a:cubicBezTo>
                <a:cubicBezTo>
                  <a:pt x="1538808" y="85614"/>
                  <a:pt x="1539590" y="89446"/>
                  <a:pt x="1539590" y="93762"/>
                </a:cubicBezTo>
                <a:cubicBezTo>
                  <a:pt x="1539590" y="99120"/>
                  <a:pt x="1538064" y="104385"/>
                  <a:pt x="1535013" y="109556"/>
                </a:cubicBezTo>
                <a:cubicBezTo>
                  <a:pt x="1531962" y="114728"/>
                  <a:pt x="1528037" y="118691"/>
                  <a:pt x="1523237" y="121444"/>
                </a:cubicBezTo>
                <a:cubicBezTo>
                  <a:pt x="1518437" y="124197"/>
                  <a:pt x="1510568" y="126393"/>
                  <a:pt x="1499629" y="128030"/>
                </a:cubicBezTo>
                <a:cubicBezTo>
                  <a:pt x="1491965" y="129146"/>
                  <a:pt x="1488132" y="131788"/>
                  <a:pt x="1488132" y="135955"/>
                </a:cubicBezTo>
                <a:cubicBezTo>
                  <a:pt x="1488132" y="138336"/>
                  <a:pt x="1489565" y="140289"/>
                  <a:pt x="1492430" y="141815"/>
                </a:cubicBezTo>
                <a:cubicBezTo>
                  <a:pt x="1495295" y="143340"/>
                  <a:pt x="1500485" y="144922"/>
                  <a:pt x="1508001" y="146559"/>
                </a:cubicBezTo>
                <a:cubicBezTo>
                  <a:pt x="1520577" y="149312"/>
                  <a:pt x="1528669" y="151470"/>
                  <a:pt x="1532278" y="153033"/>
                </a:cubicBezTo>
                <a:cubicBezTo>
                  <a:pt x="1535888" y="154596"/>
                  <a:pt x="1539143" y="156828"/>
                  <a:pt x="1542045" y="159730"/>
                </a:cubicBezTo>
                <a:cubicBezTo>
                  <a:pt x="1546957" y="164641"/>
                  <a:pt x="1549412" y="170818"/>
                  <a:pt x="1549412" y="178259"/>
                </a:cubicBezTo>
                <a:cubicBezTo>
                  <a:pt x="1549412" y="188008"/>
                  <a:pt x="1545078" y="195784"/>
                  <a:pt x="1536409" y="201588"/>
                </a:cubicBezTo>
                <a:cubicBezTo>
                  <a:pt x="1527739" y="207392"/>
                  <a:pt x="1516149" y="210295"/>
                  <a:pt x="1501639" y="210295"/>
                </a:cubicBezTo>
                <a:cubicBezTo>
                  <a:pt x="1486979" y="210295"/>
                  <a:pt x="1475277" y="207374"/>
                  <a:pt x="1466534" y="201532"/>
                </a:cubicBezTo>
                <a:cubicBezTo>
                  <a:pt x="1457790" y="195691"/>
                  <a:pt x="1453418" y="187859"/>
                  <a:pt x="1453418" y="178036"/>
                </a:cubicBezTo>
                <a:cubicBezTo>
                  <a:pt x="1453418" y="164121"/>
                  <a:pt x="1462013" y="155154"/>
                  <a:pt x="1479203" y="151135"/>
                </a:cubicBezTo>
                <a:cubicBezTo>
                  <a:pt x="1472356" y="146745"/>
                  <a:pt x="1468933" y="142392"/>
                  <a:pt x="1468933" y="138076"/>
                </a:cubicBezTo>
                <a:cubicBezTo>
                  <a:pt x="1468933" y="134801"/>
                  <a:pt x="1470403" y="131825"/>
                  <a:pt x="1473342" y="129146"/>
                </a:cubicBezTo>
                <a:cubicBezTo>
                  <a:pt x="1476282" y="126467"/>
                  <a:pt x="1480244" y="124495"/>
                  <a:pt x="1485230" y="123230"/>
                </a:cubicBezTo>
                <a:cubicBezTo>
                  <a:pt x="1470124" y="116533"/>
                  <a:pt x="1462571" y="105706"/>
                  <a:pt x="1462571" y="90748"/>
                </a:cubicBezTo>
                <a:cubicBezTo>
                  <a:pt x="1462571" y="79809"/>
                  <a:pt x="1466571" y="71159"/>
                  <a:pt x="1474571" y="64796"/>
                </a:cubicBezTo>
                <a:cubicBezTo>
                  <a:pt x="1482570" y="58434"/>
                  <a:pt x="1493490" y="55253"/>
                  <a:pt x="1507331" y="55253"/>
                </a:cubicBezTo>
                <a:close/>
                <a:moveTo>
                  <a:pt x="1420639" y="55253"/>
                </a:moveTo>
                <a:lnTo>
                  <a:pt x="1440954" y="55253"/>
                </a:lnTo>
                <a:lnTo>
                  <a:pt x="1440954" y="157944"/>
                </a:lnTo>
                <a:lnTo>
                  <a:pt x="1420639" y="157944"/>
                </a:lnTo>
                <a:close/>
                <a:moveTo>
                  <a:pt x="686321" y="55253"/>
                </a:moveTo>
                <a:lnTo>
                  <a:pt x="706636" y="55253"/>
                </a:lnTo>
                <a:lnTo>
                  <a:pt x="706636" y="113779"/>
                </a:lnTo>
                <a:cubicBezTo>
                  <a:pt x="706636" y="124555"/>
                  <a:pt x="708180" y="132080"/>
                  <a:pt x="711268" y="136353"/>
                </a:cubicBezTo>
                <a:cubicBezTo>
                  <a:pt x="714356" y="140627"/>
                  <a:pt x="719770" y="142764"/>
                  <a:pt x="727509" y="142764"/>
                </a:cubicBezTo>
                <a:cubicBezTo>
                  <a:pt x="737183" y="142764"/>
                  <a:pt x="745406" y="138038"/>
                  <a:pt x="752177" y="128588"/>
                </a:cubicBezTo>
                <a:lnTo>
                  <a:pt x="752177" y="55253"/>
                </a:lnTo>
                <a:lnTo>
                  <a:pt x="772492" y="55253"/>
                </a:lnTo>
                <a:lnTo>
                  <a:pt x="772492" y="157944"/>
                </a:lnTo>
                <a:lnTo>
                  <a:pt x="752177" y="157944"/>
                </a:lnTo>
                <a:lnTo>
                  <a:pt x="752177" y="144773"/>
                </a:lnTo>
                <a:cubicBezTo>
                  <a:pt x="747861" y="149496"/>
                  <a:pt x="742931" y="153170"/>
                  <a:pt x="737387" y="155794"/>
                </a:cubicBezTo>
                <a:cubicBezTo>
                  <a:pt x="731844" y="158418"/>
                  <a:pt x="726318" y="159730"/>
                  <a:pt x="720812" y="159730"/>
                </a:cubicBezTo>
                <a:cubicBezTo>
                  <a:pt x="714338" y="159730"/>
                  <a:pt x="708366" y="158112"/>
                  <a:pt x="702896" y="154875"/>
                </a:cubicBezTo>
                <a:cubicBezTo>
                  <a:pt x="697427" y="151638"/>
                  <a:pt x="693297" y="147247"/>
                  <a:pt x="690507" y="141703"/>
                </a:cubicBezTo>
                <a:cubicBezTo>
                  <a:pt x="687716" y="136160"/>
                  <a:pt x="686321" y="126951"/>
                  <a:pt x="686321" y="114077"/>
                </a:cubicBezTo>
                <a:close/>
                <a:moveTo>
                  <a:pt x="495821" y="55253"/>
                </a:moveTo>
                <a:lnTo>
                  <a:pt x="516136" y="55253"/>
                </a:lnTo>
                <a:lnTo>
                  <a:pt x="516136" y="113779"/>
                </a:lnTo>
                <a:cubicBezTo>
                  <a:pt x="516136" y="124555"/>
                  <a:pt x="517680" y="132080"/>
                  <a:pt x="520768" y="136353"/>
                </a:cubicBezTo>
                <a:cubicBezTo>
                  <a:pt x="523856" y="140627"/>
                  <a:pt x="529270" y="142764"/>
                  <a:pt x="537009" y="142764"/>
                </a:cubicBezTo>
                <a:cubicBezTo>
                  <a:pt x="546683" y="142764"/>
                  <a:pt x="554906" y="138038"/>
                  <a:pt x="561677" y="128588"/>
                </a:cubicBezTo>
                <a:lnTo>
                  <a:pt x="561677" y="55253"/>
                </a:lnTo>
                <a:lnTo>
                  <a:pt x="581992" y="55253"/>
                </a:lnTo>
                <a:lnTo>
                  <a:pt x="581992" y="157944"/>
                </a:lnTo>
                <a:lnTo>
                  <a:pt x="561677" y="157944"/>
                </a:lnTo>
                <a:lnTo>
                  <a:pt x="561677" y="144773"/>
                </a:lnTo>
                <a:cubicBezTo>
                  <a:pt x="557361" y="149496"/>
                  <a:pt x="552431" y="153170"/>
                  <a:pt x="546887" y="155794"/>
                </a:cubicBezTo>
                <a:cubicBezTo>
                  <a:pt x="541344" y="158418"/>
                  <a:pt x="535818" y="159730"/>
                  <a:pt x="530312" y="159730"/>
                </a:cubicBezTo>
                <a:cubicBezTo>
                  <a:pt x="523838" y="159730"/>
                  <a:pt x="517866" y="158112"/>
                  <a:pt x="512397" y="154875"/>
                </a:cubicBezTo>
                <a:cubicBezTo>
                  <a:pt x="506927" y="151638"/>
                  <a:pt x="502797" y="147247"/>
                  <a:pt x="500007" y="141703"/>
                </a:cubicBezTo>
                <a:cubicBezTo>
                  <a:pt x="497216" y="136160"/>
                  <a:pt x="495821" y="126951"/>
                  <a:pt x="495821" y="114077"/>
                </a:cubicBezTo>
                <a:close/>
                <a:moveTo>
                  <a:pt x="2183681" y="55030"/>
                </a:moveTo>
                <a:cubicBezTo>
                  <a:pt x="2199308" y="55030"/>
                  <a:pt x="2212293" y="60071"/>
                  <a:pt x="2222636" y="70154"/>
                </a:cubicBezTo>
                <a:cubicBezTo>
                  <a:pt x="2232980" y="80237"/>
                  <a:pt x="2238152" y="92906"/>
                  <a:pt x="2238152" y="108161"/>
                </a:cubicBezTo>
                <a:cubicBezTo>
                  <a:pt x="2238152" y="122970"/>
                  <a:pt x="2232905" y="135267"/>
                  <a:pt x="2222413" y="145052"/>
                </a:cubicBezTo>
                <a:cubicBezTo>
                  <a:pt x="2211921" y="154837"/>
                  <a:pt x="2198712" y="159730"/>
                  <a:pt x="2182788" y="159730"/>
                </a:cubicBezTo>
                <a:cubicBezTo>
                  <a:pt x="2167384" y="159730"/>
                  <a:pt x="2154510" y="154763"/>
                  <a:pt x="2144167" y="144829"/>
                </a:cubicBezTo>
                <a:cubicBezTo>
                  <a:pt x="2133823" y="134894"/>
                  <a:pt x="2128651" y="122486"/>
                  <a:pt x="2128651" y="107603"/>
                </a:cubicBezTo>
                <a:cubicBezTo>
                  <a:pt x="2128651" y="92571"/>
                  <a:pt x="2133879" y="80051"/>
                  <a:pt x="2144334" y="70043"/>
                </a:cubicBezTo>
                <a:cubicBezTo>
                  <a:pt x="2154789" y="60034"/>
                  <a:pt x="2167905" y="55030"/>
                  <a:pt x="2183681" y="55030"/>
                </a:cubicBezTo>
                <a:close/>
                <a:moveTo>
                  <a:pt x="1107356" y="55030"/>
                </a:moveTo>
                <a:cubicBezTo>
                  <a:pt x="1122983" y="55030"/>
                  <a:pt x="1135968" y="60071"/>
                  <a:pt x="1146311" y="70154"/>
                </a:cubicBezTo>
                <a:cubicBezTo>
                  <a:pt x="1156655" y="80237"/>
                  <a:pt x="1161827" y="92906"/>
                  <a:pt x="1161827" y="108161"/>
                </a:cubicBezTo>
                <a:cubicBezTo>
                  <a:pt x="1161827" y="122970"/>
                  <a:pt x="1156581" y="135267"/>
                  <a:pt x="1146088" y="145052"/>
                </a:cubicBezTo>
                <a:cubicBezTo>
                  <a:pt x="1135596" y="154837"/>
                  <a:pt x="1122387" y="159730"/>
                  <a:pt x="1106462" y="159730"/>
                </a:cubicBezTo>
                <a:cubicBezTo>
                  <a:pt x="1091059" y="159730"/>
                  <a:pt x="1078185" y="154763"/>
                  <a:pt x="1067842" y="144829"/>
                </a:cubicBezTo>
                <a:cubicBezTo>
                  <a:pt x="1057498" y="134894"/>
                  <a:pt x="1052326" y="122486"/>
                  <a:pt x="1052326" y="107603"/>
                </a:cubicBezTo>
                <a:cubicBezTo>
                  <a:pt x="1052326" y="92571"/>
                  <a:pt x="1057554" y="80051"/>
                  <a:pt x="1068009" y="70043"/>
                </a:cubicBezTo>
                <a:cubicBezTo>
                  <a:pt x="1078464" y="60034"/>
                  <a:pt x="1091580" y="55030"/>
                  <a:pt x="1107356" y="55030"/>
                </a:cubicBezTo>
                <a:close/>
                <a:moveTo>
                  <a:pt x="3344242" y="53244"/>
                </a:moveTo>
                <a:cubicBezTo>
                  <a:pt x="3354288" y="53244"/>
                  <a:pt x="3364595" y="56071"/>
                  <a:pt x="3375161" y="61727"/>
                </a:cubicBezTo>
                <a:lnTo>
                  <a:pt x="3375161" y="81819"/>
                </a:lnTo>
                <a:cubicBezTo>
                  <a:pt x="3363106" y="74526"/>
                  <a:pt x="3353246" y="70880"/>
                  <a:pt x="3345582" y="70880"/>
                </a:cubicBezTo>
                <a:cubicBezTo>
                  <a:pt x="3341638" y="70880"/>
                  <a:pt x="3338457" y="71718"/>
                  <a:pt x="3336038" y="73394"/>
                </a:cubicBezTo>
                <a:cubicBezTo>
                  <a:pt x="3333620" y="75070"/>
                  <a:pt x="3332410" y="77286"/>
                  <a:pt x="3332410" y="80043"/>
                </a:cubicBezTo>
                <a:cubicBezTo>
                  <a:pt x="3332410" y="82428"/>
                  <a:pt x="3333506" y="84700"/>
                  <a:pt x="3335698" y="86861"/>
                </a:cubicBezTo>
                <a:cubicBezTo>
                  <a:pt x="3337890" y="89021"/>
                  <a:pt x="3341740" y="91626"/>
                  <a:pt x="3347247" y="94674"/>
                </a:cubicBezTo>
                <a:lnTo>
                  <a:pt x="3354504" y="98801"/>
                </a:lnTo>
                <a:cubicBezTo>
                  <a:pt x="3371624" y="108472"/>
                  <a:pt x="3380184" y="119185"/>
                  <a:pt x="3380184" y="130939"/>
                </a:cubicBezTo>
                <a:cubicBezTo>
                  <a:pt x="3380184" y="139345"/>
                  <a:pt x="3376891" y="146246"/>
                  <a:pt x="3370306" y="151639"/>
                </a:cubicBezTo>
                <a:cubicBezTo>
                  <a:pt x="3363720" y="157033"/>
                  <a:pt x="3355256" y="159730"/>
                  <a:pt x="3344912" y="159730"/>
                </a:cubicBezTo>
                <a:cubicBezTo>
                  <a:pt x="3338810" y="159730"/>
                  <a:pt x="3333378" y="159079"/>
                  <a:pt x="3328615" y="157777"/>
                </a:cubicBezTo>
                <a:cubicBezTo>
                  <a:pt x="3323853" y="156475"/>
                  <a:pt x="3317863" y="154075"/>
                  <a:pt x="3310644" y="150577"/>
                </a:cubicBezTo>
                <a:lnTo>
                  <a:pt x="3310644" y="128700"/>
                </a:lnTo>
                <a:cubicBezTo>
                  <a:pt x="3316374" y="132718"/>
                  <a:pt x="3322234" y="135973"/>
                  <a:pt x="3328225" y="138466"/>
                </a:cubicBezTo>
                <a:cubicBezTo>
                  <a:pt x="3334215" y="140959"/>
                  <a:pt x="3339257" y="142206"/>
                  <a:pt x="3343349" y="142206"/>
                </a:cubicBezTo>
                <a:cubicBezTo>
                  <a:pt x="3347591" y="142206"/>
                  <a:pt x="3351237" y="141164"/>
                  <a:pt x="3354288" y="139080"/>
                </a:cubicBezTo>
                <a:cubicBezTo>
                  <a:pt x="3357339" y="136997"/>
                  <a:pt x="3358865" y="134504"/>
                  <a:pt x="3358865" y="131602"/>
                </a:cubicBezTo>
                <a:cubicBezTo>
                  <a:pt x="3358865" y="128625"/>
                  <a:pt x="3357879" y="126151"/>
                  <a:pt x="3355907" y="124179"/>
                </a:cubicBezTo>
                <a:cubicBezTo>
                  <a:pt x="3353935" y="122207"/>
                  <a:pt x="3349675" y="119361"/>
                  <a:pt x="3343126" y="115640"/>
                </a:cubicBezTo>
                <a:cubicBezTo>
                  <a:pt x="3330029" y="108347"/>
                  <a:pt x="3321453" y="102115"/>
                  <a:pt x="3317397" y="96943"/>
                </a:cubicBezTo>
                <a:cubicBezTo>
                  <a:pt x="3313342" y="91772"/>
                  <a:pt x="3311314" y="86135"/>
                  <a:pt x="3311314" y="80033"/>
                </a:cubicBezTo>
                <a:cubicBezTo>
                  <a:pt x="3311314" y="72145"/>
                  <a:pt x="3314384" y="65708"/>
                  <a:pt x="3320523" y="60722"/>
                </a:cubicBezTo>
                <a:cubicBezTo>
                  <a:pt x="3326662" y="55737"/>
                  <a:pt x="3334568" y="53244"/>
                  <a:pt x="3344242" y="53244"/>
                </a:cubicBezTo>
                <a:close/>
                <a:moveTo>
                  <a:pt x="3244118" y="53244"/>
                </a:moveTo>
                <a:cubicBezTo>
                  <a:pt x="3257736" y="53244"/>
                  <a:pt x="3268600" y="58006"/>
                  <a:pt x="3276712" y="67531"/>
                </a:cubicBezTo>
                <a:cubicBezTo>
                  <a:pt x="3284823" y="77056"/>
                  <a:pt x="3288878" y="89818"/>
                  <a:pt x="3288878" y="105817"/>
                </a:cubicBezTo>
                <a:lnTo>
                  <a:pt x="3288878" y="108384"/>
                </a:lnTo>
                <a:lnTo>
                  <a:pt x="3216659" y="108384"/>
                </a:lnTo>
                <a:cubicBezTo>
                  <a:pt x="3217180" y="118207"/>
                  <a:pt x="3220473" y="126021"/>
                  <a:pt x="3226538" y="131825"/>
                </a:cubicBezTo>
                <a:cubicBezTo>
                  <a:pt x="3232603" y="137629"/>
                  <a:pt x="3240435" y="140531"/>
                  <a:pt x="3250034" y="140531"/>
                </a:cubicBezTo>
                <a:cubicBezTo>
                  <a:pt x="3263429" y="140531"/>
                  <a:pt x="3275781" y="136364"/>
                  <a:pt x="3287092" y="128030"/>
                </a:cubicBezTo>
                <a:lnTo>
                  <a:pt x="3287092" y="147898"/>
                </a:lnTo>
                <a:cubicBezTo>
                  <a:pt x="3280842" y="152066"/>
                  <a:pt x="3274647" y="155042"/>
                  <a:pt x="3268507" y="156828"/>
                </a:cubicBezTo>
                <a:cubicBezTo>
                  <a:pt x="3262368" y="158614"/>
                  <a:pt x="3255169" y="159507"/>
                  <a:pt x="3246909" y="159507"/>
                </a:cubicBezTo>
                <a:cubicBezTo>
                  <a:pt x="3235598" y="159507"/>
                  <a:pt x="3226445" y="157163"/>
                  <a:pt x="3219450" y="152475"/>
                </a:cubicBezTo>
                <a:cubicBezTo>
                  <a:pt x="3212455" y="147787"/>
                  <a:pt x="3206855" y="141480"/>
                  <a:pt x="3202651" y="133555"/>
                </a:cubicBezTo>
                <a:cubicBezTo>
                  <a:pt x="3198447" y="125630"/>
                  <a:pt x="3196344" y="116458"/>
                  <a:pt x="3196344" y="106040"/>
                </a:cubicBezTo>
                <a:cubicBezTo>
                  <a:pt x="3196344" y="90413"/>
                  <a:pt x="3200772" y="77707"/>
                  <a:pt x="3209627" y="67922"/>
                </a:cubicBezTo>
                <a:cubicBezTo>
                  <a:pt x="3218483" y="58136"/>
                  <a:pt x="3229980" y="53244"/>
                  <a:pt x="3244118" y="53244"/>
                </a:cubicBezTo>
                <a:close/>
                <a:moveTo>
                  <a:pt x="3141576" y="53244"/>
                </a:moveTo>
                <a:cubicBezTo>
                  <a:pt x="3146859" y="53244"/>
                  <a:pt x="3151603" y="53746"/>
                  <a:pt x="3155807" y="54751"/>
                </a:cubicBezTo>
                <a:cubicBezTo>
                  <a:pt x="3160012" y="55755"/>
                  <a:pt x="3165202" y="57634"/>
                  <a:pt x="3171378" y="60387"/>
                </a:cubicBezTo>
                <a:lnTo>
                  <a:pt x="3171378" y="82042"/>
                </a:lnTo>
                <a:cubicBezTo>
                  <a:pt x="3161109" y="75493"/>
                  <a:pt x="3151584" y="72219"/>
                  <a:pt x="3142803" y="72219"/>
                </a:cubicBezTo>
                <a:cubicBezTo>
                  <a:pt x="3133651" y="72219"/>
                  <a:pt x="3126135" y="75438"/>
                  <a:pt x="3120256" y="81874"/>
                </a:cubicBezTo>
                <a:cubicBezTo>
                  <a:pt x="3114377" y="88311"/>
                  <a:pt x="3111438" y="96515"/>
                  <a:pt x="3111438" y="106487"/>
                </a:cubicBezTo>
                <a:cubicBezTo>
                  <a:pt x="3111438" y="116979"/>
                  <a:pt x="3114619" y="125314"/>
                  <a:pt x="3120982" y="131490"/>
                </a:cubicBezTo>
                <a:cubicBezTo>
                  <a:pt x="3127344" y="137666"/>
                  <a:pt x="3135920" y="140755"/>
                  <a:pt x="3146710" y="140755"/>
                </a:cubicBezTo>
                <a:cubicBezTo>
                  <a:pt x="3154524" y="140755"/>
                  <a:pt x="3163491" y="138485"/>
                  <a:pt x="3173611" y="133946"/>
                </a:cubicBezTo>
                <a:lnTo>
                  <a:pt x="3173611" y="154037"/>
                </a:lnTo>
                <a:cubicBezTo>
                  <a:pt x="3163416" y="157833"/>
                  <a:pt x="3153445" y="159730"/>
                  <a:pt x="3143696" y="159730"/>
                </a:cubicBezTo>
                <a:cubicBezTo>
                  <a:pt x="3127623" y="159730"/>
                  <a:pt x="3114805" y="154968"/>
                  <a:pt x="3105243" y="145443"/>
                </a:cubicBezTo>
                <a:cubicBezTo>
                  <a:pt x="3095681" y="135918"/>
                  <a:pt x="3090900" y="123156"/>
                  <a:pt x="3090900" y="107157"/>
                </a:cubicBezTo>
                <a:cubicBezTo>
                  <a:pt x="3090900" y="91009"/>
                  <a:pt x="3095551" y="77986"/>
                  <a:pt x="3104852" y="68089"/>
                </a:cubicBezTo>
                <a:cubicBezTo>
                  <a:pt x="3114154" y="58192"/>
                  <a:pt x="3126395" y="53244"/>
                  <a:pt x="3141576" y="53244"/>
                </a:cubicBezTo>
                <a:close/>
                <a:moveTo>
                  <a:pt x="3029024" y="53244"/>
                </a:moveTo>
                <a:cubicBezTo>
                  <a:pt x="3040112" y="53244"/>
                  <a:pt x="3049005" y="56146"/>
                  <a:pt x="3055702" y="61950"/>
                </a:cubicBezTo>
                <a:cubicBezTo>
                  <a:pt x="3057934" y="63810"/>
                  <a:pt x="3059943" y="66285"/>
                  <a:pt x="3061729" y="69373"/>
                </a:cubicBezTo>
                <a:cubicBezTo>
                  <a:pt x="3063515" y="72461"/>
                  <a:pt x="3064650" y="75549"/>
                  <a:pt x="3065134" y="78637"/>
                </a:cubicBezTo>
                <a:cubicBezTo>
                  <a:pt x="3065617" y="81726"/>
                  <a:pt x="3065859" y="87586"/>
                  <a:pt x="3065859" y="96218"/>
                </a:cubicBezTo>
                <a:lnTo>
                  <a:pt x="3065859" y="139862"/>
                </a:lnTo>
                <a:cubicBezTo>
                  <a:pt x="3065859" y="143359"/>
                  <a:pt x="3067050" y="145108"/>
                  <a:pt x="3069431" y="145108"/>
                </a:cubicBezTo>
                <a:cubicBezTo>
                  <a:pt x="3071887" y="145108"/>
                  <a:pt x="3075719" y="143285"/>
                  <a:pt x="3080928" y="139638"/>
                </a:cubicBezTo>
                <a:lnTo>
                  <a:pt x="3080928" y="152028"/>
                </a:lnTo>
                <a:cubicBezTo>
                  <a:pt x="3076314" y="155005"/>
                  <a:pt x="3072612" y="157033"/>
                  <a:pt x="3069822" y="158112"/>
                </a:cubicBezTo>
                <a:cubicBezTo>
                  <a:pt x="3067031" y="159191"/>
                  <a:pt x="3064111" y="159730"/>
                  <a:pt x="3061060" y="159730"/>
                </a:cubicBezTo>
                <a:cubicBezTo>
                  <a:pt x="3052353" y="159730"/>
                  <a:pt x="3047219" y="156307"/>
                  <a:pt x="3045656" y="149461"/>
                </a:cubicBezTo>
                <a:cubicBezTo>
                  <a:pt x="3037024" y="156158"/>
                  <a:pt x="3027834" y="159507"/>
                  <a:pt x="3018085" y="159507"/>
                </a:cubicBezTo>
                <a:cubicBezTo>
                  <a:pt x="3010942" y="159507"/>
                  <a:pt x="3004989" y="157144"/>
                  <a:pt x="3000226" y="152419"/>
                </a:cubicBezTo>
                <a:cubicBezTo>
                  <a:pt x="2995464" y="147694"/>
                  <a:pt x="2993082" y="141759"/>
                  <a:pt x="2993082" y="134615"/>
                </a:cubicBezTo>
                <a:cubicBezTo>
                  <a:pt x="2993082" y="128141"/>
                  <a:pt x="2995408" y="122356"/>
                  <a:pt x="3000059" y="117258"/>
                </a:cubicBezTo>
                <a:cubicBezTo>
                  <a:pt x="3004710" y="112161"/>
                  <a:pt x="3011314" y="108124"/>
                  <a:pt x="3019871" y="105147"/>
                </a:cubicBezTo>
                <a:lnTo>
                  <a:pt x="3045879" y="96218"/>
                </a:lnTo>
                <a:lnTo>
                  <a:pt x="3045879" y="90748"/>
                </a:lnTo>
                <a:cubicBezTo>
                  <a:pt x="3045879" y="78396"/>
                  <a:pt x="3039703" y="72219"/>
                  <a:pt x="3027350" y="72219"/>
                </a:cubicBezTo>
                <a:cubicBezTo>
                  <a:pt x="3016262" y="72219"/>
                  <a:pt x="3005472" y="77949"/>
                  <a:pt x="2994980" y="89409"/>
                </a:cubicBezTo>
                <a:lnTo>
                  <a:pt x="2994980" y="67196"/>
                </a:lnTo>
                <a:cubicBezTo>
                  <a:pt x="3002868" y="57895"/>
                  <a:pt x="3014216" y="53244"/>
                  <a:pt x="3029024" y="53244"/>
                </a:cubicBezTo>
                <a:close/>
                <a:moveTo>
                  <a:pt x="2633476" y="53244"/>
                </a:moveTo>
                <a:cubicBezTo>
                  <a:pt x="2639876" y="53244"/>
                  <a:pt x="2645829" y="54899"/>
                  <a:pt x="2651336" y="58211"/>
                </a:cubicBezTo>
                <a:cubicBezTo>
                  <a:pt x="2656842" y="61522"/>
                  <a:pt x="2661028" y="66061"/>
                  <a:pt x="2663893" y="71829"/>
                </a:cubicBezTo>
                <a:cubicBezTo>
                  <a:pt x="2666758" y="77596"/>
                  <a:pt x="2668191" y="86730"/>
                  <a:pt x="2668191" y="99232"/>
                </a:cubicBezTo>
                <a:lnTo>
                  <a:pt x="2668191" y="157944"/>
                </a:lnTo>
                <a:lnTo>
                  <a:pt x="2647876" y="157944"/>
                </a:lnTo>
                <a:lnTo>
                  <a:pt x="2647876" y="99455"/>
                </a:lnTo>
                <a:cubicBezTo>
                  <a:pt x="2647876" y="88962"/>
                  <a:pt x="2646276" y="81465"/>
                  <a:pt x="2643076" y="76963"/>
                </a:cubicBezTo>
                <a:cubicBezTo>
                  <a:pt x="2639876" y="72461"/>
                  <a:pt x="2634518" y="70210"/>
                  <a:pt x="2627002" y="70210"/>
                </a:cubicBezTo>
                <a:cubicBezTo>
                  <a:pt x="2617403" y="70210"/>
                  <a:pt x="2609255" y="75010"/>
                  <a:pt x="2602557" y="84609"/>
                </a:cubicBezTo>
                <a:lnTo>
                  <a:pt x="2602557" y="157944"/>
                </a:lnTo>
                <a:lnTo>
                  <a:pt x="2581796" y="157944"/>
                </a:lnTo>
                <a:lnTo>
                  <a:pt x="2581796" y="55253"/>
                </a:lnTo>
                <a:lnTo>
                  <a:pt x="2602557" y="55253"/>
                </a:lnTo>
                <a:lnTo>
                  <a:pt x="2602557" y="68312"/>
                </a:lnTo>
                <a:cubicBezTo>
                  <a:pt x="2611636" y="58267"/>
                  <a:pt x="2621942" y="53244"/>
                  <a:pt x="2633476" y="53244"/>
                </a:cubicBezTo>
                <a:close/>
                <a:moveTo>
                  <a:pt x="2310743" y="53244"/>
                </a:moveTo>
                <a:cubicBezTo>
                  <a:pt x="2318407" y="53244"/>
                  <a:pt x="2326407" y="57113"/>
                  <a:pt x="2334741" y="64852"/>
                </a:cubicBezTo>
                <a:lnTo>
                  <a:pt x="2324026" y="82712"/>
                </a:lnTo>
                <a:cubicBezTo>
                  <a:pt x="2316956" y="76014"/>
                  <a:pt x="2310408" y="72666"/>
                  <a:pt x="2304380" y="72666"/>
                </a:cubicBezTo>
                <a:cubicBezTo>
                  <a:pt x="2297832" y="72666"/>
                  <a:pt x="2292158" y="75791"/>
                  <a:pt x="2287358" y="82042"/>
                </a:cubicBezTo>
                <a:cubicBezTo>
                  <a:pt x="2282558" y="88293"/>
                  <a:pt x="2280158" y="95697"/>
                  <a:pt x="2280158" y="104255"/>
                </a:cubicBezTo>
                <a:lnTo>
                  <a:pt x="2280158" y="157944"/>
                </a:lnTo>
                <a:lnTo>
                  <a:pt x="2259732" y="157944"/>
                </a:lnTo>
                <a:lnTo>
                  <a:pt x="2259732" y="55253"/>
                </a:lnTo>
                <a:lnTo>
                  <a:pt x="2280158" y="55253"/>
                </a:lnTo>
                <a:lnTo>
                  <a:pt x="2280158" y="78805"/>
                </a:lnTo>
                <a:lnTo>
                  <a:pt x="2281275" y="77019"/>
                </a:lnTo>
                <a:cubicBezTo>
                  <a:pt x="2291097" y="61169"/>
                  <a:pt x="2300920" y="53244"/>
                  <a:pt x="2310743" y="53244"/>
                </a:cubicBezTo>
                <a:close/>
                <a:moveTo>
                  <a:pt x="2034518" y="53244"/>
                </a:moveTo>
                <a:cubicBezTo>
                  <a:pt x="2042182" y="53244"/>
                  <a:pt x="2050182" y="57113"/>
                  <a:pt x="2058516" y="64852"/>
                </a:cubicBezTo>
                <a:lnTo>
                  <a:pt x="2047801" y="82712"/>
                </a:lnTo>
                <a:cubicBezTo>
                  <a:pt x="2040731" y="76014"/>
                  <a:pt x="2034183" y="72666"/>
                  <a:pt x="2028155" y="72666"/>
                </a:cubicBezTo>
                <a:cubicBezTo>
                  <a:pt x="2021607" y="72666"/>
                  <a:pt x="2015933" y="75791"/>
                  <a:pt x="2011133" y="82042"/>
                </a:cubicBezTo>
                <a:cubicBezTo>
                  <a:pt x="2006333" y="88293"/>
                  <a:pt x="2003933" y="95697"/>
                  <a:pt x="2003933" y="104255"/>
                </a:cubicBezTo>
                <a:lnTo>
                  <a:pt x="2003933" y="157944"/>
                </a:lnTo>
                <a:lnTo>
                  <a:pt x="1983507" y="157944"/>
                </a:lnTo>
                <a:lnTo>
                  <a:pt x="1983507" y="55253"/>
                </a:lnTo>
                <a:lnTo>
                  <a:pt x="2003933" y="55253"/>
                </a:lnTo>
                <a:lnTo>
                  <a:pt x="2003933" y="78805"/>
                </a:lnTo>
                <a:lnTo>
                  <a:pt x="2005050" y="77019"/>
                </a:lnTo>
                <a:cubicBezTo>
                  <a:pt x="2014872" y="61169"/>
                  <a:pt x="2024695" y="53244"/>
                  <a:pt x="2034518" y="53244"/>
                </a:cubicBezTo>
                <a:close/>
                <a:moveTo>
                  <a:pt x="1910618" y="53244"/>
                </a:moveTo>
                <a:cubicBezTo>
                  <a:pt x="1924236" y="53244"/>
                  <a:pt x="1935100" y="58006"/>
                  <a:pt x="1943212" y="67531"/>
                </a:cubicBezTo>
                <a:cubicBezTo>
                  <a:pt x="1951323" y="77056"/>
                  <a:pt x="1955378" y="89818"/>
                  <a:pt x="1955378" y="105817"/>
                </a:cubicBezTo>
                <a:lnTo>
                  <a:pt x="1955378" y="108384"/>
                </a:lnTo>
                <a:lnTo>
                  <a:pt x="1883159" y="108384"/>
                </a:lnTo>
                <a:cubicBezTo>
                  <a:pt x="1883680" y="118207"/>
                  <a:pt x="1886973" y="126021"/>
                  <a:pt x="1893038" y="131825"/>
                </a:cubicBezTo>
                <a:cubicBezTo>
                  <a:pt x="1899103" y="137629"/>
                  <a:pt x="1906935" y="140531"/>
                  <a:pt x="1916534" y="140531"/>
                </a:cubicBezTo>
                <a:cubicBezTo>
                  <a:pt x="1929929" y="140531"/>
                  <a:pt x="1942281" y="136364"/>
                  <a:pt x="1953592" y="128030"/>
                </a:cubicBezTo>
                <a:lnTo>
                  <a:pt x="1953592" y="147898"/>
                </a:lnTo>
                <a:cubicBezTo>
                  <a:pt x="1947342" y="152066"/>
                  <a:pt x="1941147" y="155042"/>
                  <a:pt x="1935007" y="156828"/>
                </a:cubicBezTo>
                <a:cubicBezTo>
                  <a:pt x="1928868" y="158614"/>
                  <a:pt x="1921669" y="159507"/>
                  <a:pt x="1913409" y="159507"/>
                </a:cubicBezTo>
                <a:cubicBezTo>
                  <a:pt x="1902098" y="159507"/>
                  <a:pt x="1892945" y="157163"/>
                  <a:pt x="1885950" y="152475"/>
                </a:cubicBezTo>
                <a:cubicBezTo>
                  <a:pt x="1878955" y="147787"/>
                  <a:pt x="1873355" y="141480"/>
                  <a:pt x="1869151" y="133555"/>
                </a:cubicBezTo>
                <a:cubicBezTo>
                  <a:pt x="1864947" y="125630"/>
                  <a:pt x="1862844" y="116458"/>
                  <a:pt x="1862844" y="106040"/>
                </a:cubicBezTo>
                <a:cubicBezTo>
                  <a:pt x="1862844" y="90413"/>
                  <a:pt x="1867272" y="77707"/>
                  <a:pt x="1876127" y="67922"/>
                </a:cubicBezTo>
                <a:cubicBezTo>
                  <a:pt x="1884983" y="58136"/>
                  <a:pt x="1896480" y="53244"/>
                  <a:pt x="1910618" y="53244"/>
                </a:cubicBezTo>
                <a:close/>
                <a:moveTo>
                  <a:pt x="939068" y="53244"/>
                </a:moveTo>
                <a:cubicBezTo>
                  <a:pt x="952686" y="53244"/>
                  <a:pt x="963550" y="58006"/>
                  <a:pt x="971661" y="67531"/>
                </a:cubicBezTo>
                <a:cubicBezTo>
                  <a:pt x="979773" y="77056"/>
                  <a:pt x="983828" y="89818"/>
                  <a:pt x="983828" y="105817"/>
                </a:cubicBezTo>
                <a:lnTo>
                  <a:pt x="983828" y="108384"/>
                </a:lnTo>
                <a:lnTo>
                  <a:pt x="911609" y="108384"/>
                </a:lnTo>
                <a:cubicBezTo>
                  <a:pt x="912130" y="118207"/>
                  <a:pt x="915423" y="126021"/>
                  <a:pt x="921488" y="131825"/>
                </a:cubicBezTo>
                <a:cubicBezTo>
                  <a:pt x="927553" y="137629"/>
                  <a:pt x="935385" y="140531"/>
                  <a:pt x="944984" y="140531"/>
                </a:cubicBezTo>
                <a:cubicBezTo>
                  <a:pt x="958378" y="140531"/>
                  <a:pt x="970731" y="136364"/>
                  <a:pt x="982042" y="128030"/>
                </a:cubicBezTo>
                <a:lnTo>
                  <a:pt x="982042" y="147898"/>
                </a:lnTo>
                <a:cubicBezTo>
                  <a:pt x="975791" y="152066"/>
                  <a:pt x="969597" y="155042"/>
                  <a:pt x="963457" y="156828"/>
                </a:cubicBezTo>
                <a:cubicBezTo>
                  <a:pt x="957318" y="158614"/>
                  <a:pt x="950119" y="159507"/>
                  <a:pt x="941859" y="159507"/>
                </a:cubicBezTo>
                <a:cubicBezTo>
                  <a:pt x="930548" y="159507"/>
                  <a:pt x="921395" y="157163"/>
                  <a:pt x="914400" y="152475"/>
                </a:cubicBezTo>
                <a:cubicBezTo>
                  <a:pt x="907405" y="147787"/>
                  <a:pt x="901805" y="141480"/>
                  <a:pt x="897601" y="133555"/>
                </a:cubicBezTo>
                <a:cubicBezTo>
                  <a:pt x="893397" y="125630"/>
                  <a:pt x="891294" y="116458"/>
                  <a:pt x="891294" y="106040"/>
                </a:cubicBezTo>
                <a:cubicBezTo>
                  <a:pt x="891294" y="90413"/>
                  <a:pt x="895722" y="77707"/>
                  <a:pt x="904577" y="67922"/>
                </a:cubicBezTo>
                <a:cubicBezTo>
                  <a:pt x="913432" y="58136"/>
                  <a:pt x="924929" y="53244"/>
                  <a:pt x="939068" y="53244"/>
                </a:cubicBezTo>
                <a:close/>
                <a:moveTo>
                  <a:pt x="853418" y="53244"/>
                </a:moveTo>
                <a:cubicBezTo>
                  <a:pt x="861082" y="53244"/>
                  <a:pt x="869082" y="57113"/>
                  <a:pt x="877416" y="64852"/>
                </a:cubicBezTo>
                <a:lnTo>
                  <a:pt x="866701" y="82712"/>
                </a:lnTo>
                <a:cubicBezTo>
                  <a:pt x="859631" y="76014"/>
                  <a:pt x="853083" y="72666"/>
                  <a:pt x="847055" y="72666"/>
                </a:cubicBezTo>
                <a:cubicBezTo>
                  <a:pt x="840507" y="72666"/>
                  <a:pt x="834833" y="75791"/>
                  <a:pt x="830033" y="82042"/>
                </a:cubicBezTo>
                <a:cubicBezTo>
                  <a:pt x="825233" y="88293"/>
                  <a:pt x="822833" y="95697"/>
                  <a:pt x="822833" y="104255"/>
                </a:cubicBezTo>
                <a:lnTo>
                  <a:pt x="822833" y="157944"/>
                </a:lnTo>
                <a:lnTo>
                  <a:pt x="802407" y="157944"/>
                </a:lnTo>
                <a:lnTo>
                  <a:pt x="802407" y="55253"/>
                </a:lnTo>
                <a:lnTo>
                  <a:pt x="822833" y="55253"/>
                </a:lnTo>
                <a:lnTo>
                  <a:pt x="822833" y="78805"/>
                </a:lnTo>
                <a:lnTo>
                  <a:pt x="823950" y="77019"/>
                </a:lnTo>
                <a:cubicBezTo>
                  <a:pt x="833772" y="61169"/>
                  <a:pt x="843595" y="53244"/>
                  <a:pt x="853418" y="53244"/>
                </a:cubicBezTo>
                <a:close/>
                <a:moveTo>
                  <a:pt x="310418" y="53244"/>
                </a:moveTo>
                <a:cubicBezTo>
                  <a:pt x="324036" y="53244"/>
                  <a:pt x="334900" y="58006"/>
                  <a:pt x="343011" y="67531"/>
                </a:cubicBezTo>
                <a:cubicBezTo>
                  <a:pt x="351123" y="77056"/>
                  <a:pt x="355178" y="89818"/>
                  <a:pt x="355178" y="105817"/>
                </a:cubicBezTo>
                <a:lnTo>
                  <a:pt x="355178" y="108384"/>
                </a:lnTo>
                <a:lnTo>
                  <a:pt x="282959" y="108384"/>
                </a:lnTo>
                <a:cubicBezTo>
                  <a:pt x="283480" y="118207"/>
                  <a:pt x="286773" y="126021"/>
                  <a:pt x="292838" y="131825"/>
                </a:cubicBezTo>
                <a:cubicBezTo>
                  <a:pt x="298903" y="137629"/>
                  <a:pt x="306735" y="140531"/>
                  <a:pt x="316334" y="140531"/>
                </a:cubicBezTo>
                <a:cubicBezTo>
                  <a:pt x="329729" y="140531"/>
                  <a:pt x="342081" y="136364"/>
                  <a:pt x="353392" y="128030"/>
                </a:cubicBezTo>
                <a:lnTo>
                  <a:pt x="353392" y="147898"/>
                </a:lnTo>
                <a:cubicBezTo>
                  <a:pt x="347141" y="152066"/>
                  <a:pt x="340947" y="155042"/>
                  <a:pt x="334807" y="156828"/>
                </a:cubicBezTo>
                <a:cubicBezTo>
                  <a:pt x="328668" y="158614"/>
                  <a:pt x="321469" y="159507"/>
                  <a:pt x="313209" y="159507"/>
                </a:cubicBezTo>
                <a:cubicBezTo>
                  <a:pt x="301898" y="159507"/>
                  <a:pt x="292745" y="157163"/>
                  <a:pt x="285750" y="152475"/>
                </a:cubicBezTo>
                <a:cubicBezTo>
                  <a:pt x="278755" y="147787"/>
                  <a:pt x="273155" y="141480"/>
                  <a:pt x="268951" y="133555"/>
                </a:cubicBezTo>
                <a:cubicBezTo>
                  <a:pt x="264747" y="125630"/>
                  <a:pt x="262644" y="116458"/>
                  <a:pt x="262644" y="106040"/>
                </a:cubicBezTo>
                <a:cubicBezTo>
                  <a:pt x="262644" y="90413"/>
                  <a:pt x="267072" y="77707"/>
                  <a:pt x="275927" y="67922"/>
                </a:cubicBezTo>
                <a:cubicBezTo>
                  <a:pt x="284783" y="58136"/>
                  <a:pt x="296280" y="53244"/>
                  <a:pt x="310418" y="53244"/>
                </a:cubicBezTo>
                <a:close/>
                <a:moveTo>
                  <a:pt x="2467719" y="53020"/>
                </a:moveTo>
                <a:cubicBezTo>
                  <a:pt x="2477691" y="53020"/>
                  <a:pt x="2485895" y="56667"/>
                  <a:pt x="2492332" y="63959"/>
                </a:cubicBezTo>
                <a:cubicBezTo>
                  <a:pt x="2498768" y="71252"/>
                  <a:pt x="2501987" y="82377"/>
                  <a:pt x="2501987" y="97334"/>
                </a:cubicBezTo>
                <a:lnTo>
                  <a:pt x="2501987" y="157944"/>
                </a:lnTo>
                <a:lnTo>
                  <a:pt x="2481672" y="157944"/>
                </a:lnTo>
                <a:lnTo>
                  <a:pt x="2481672" y="97111"/>
                </a:lnTo>
                <a:cubicBezTo>
                  <a:pt x="2481672" y="88553"/>
                  <a:pt x="2479923" y="82005"/>
                  <a:pt x="2476426" y="77465"/>
                </a:cubicBezTo>
                <a:cubicBezTo>
                  <a:pt x="2472928" y="72926"/>
                  <a:pt x="2467905" y="70657"/>
                  <a:pt x="2461357" y="70657"/>
                </a:cubicBezTo>
                <a:cubicBezTo>
                  <a:pt x="2452948" y="70657"/>
                  <a:pt x="2445097" y="74898"/>
                  <a:pt x="2437805" y="83381"/>
                </a:cubicBezTo>
                <a:lnTo>
                  <a:pt x="2437805" y="157944"/>
                </a:lnTo>
                <a:lnTo>
                  <a:pt x="2417378" y="157944"/>
                </a:lnTo>
                <a:lnTo>
                  <a:pt x="2417378" y="100794"/>
                </a:lnTo>
                <a:cubicBezTo>
                  <a:pt x="2417378" y="89409"/>
                  <a:pt x="2415852" y="81465"/>
                  <a:pt x="2412801" y="76963"/>
                </a:cubicBezTo>
                <a:cubicBezTo>
                  <a:pt x="2409751" y="72461"/>
                  <a:pt x="2404430" y="70210"/>
                  <a:pt x="2396840" y="70210"/>
                </a:cubicBezTo>
                <a:cubicBezTo>
                  <a:pt x="2392598" y="70210"/>
                  <a:pt x="2388710" y="71177"/>
                  <a:pt x="2385175" y="73112"/>
                </a:cubicBezTo>
                <a:cubicBezTo>
                  <a:pt x="2381641" y="75047"/>
                  <a:pt x="2377604" y="78470"/>
                  <a:pt x="2373064" y="83381"/>
                </a:cubicBezTo>
                <a:lnTo>
                  <a:pt x="2373064" y="157944"/>
                </a:lnTo>
                <a:lnTo>
                  <a:pt x="2352749" y="157944"/>
                </a:lnTo>
                <a:lnTo>
                  <a:pt x="2352749" y="55253"/>
                </a:lnTo>
                <a:lnTo>
                  <a:pt x="2373064" y="55253"/>
                </a:lnTo>
                <a:lnTo>
                  <a:pt x="2373064" y="68759"/>
                </a:lnTo>
                <a:cubicBezTo>
                  <a:pt x="2383408" y="58415"/>
                  <a:pt x="2393528" y="53244"/>
                  <a:pt x="2403425" y="53244"/>
                </a:cubicBezTo>
                <a:cubicBezTo>
                  <a:pt x="2416448" y="53244"/>
                  <a:pt x="2426531" y="59420"/>
                  <a:pt x="2433675" y="71773"/>
                </a:cubicBezTo>
                <a:cubicBezTo>
                  <a:pt x="2444539" y="59271"/>
                  <a:pt x="2455887" y="53020"/>
                  <a:pt x="2467719" y="53020"/>
                </a:cubicBezTo>
                <a:close/>
                <a:moveTo>
                  <a:pt x="634343" y="34045"/>
                </a:moveTo>
                <a:lnTo>
                  <a:pt x="634343" y="55253"/>
                </a:lnTo>
                <a:lnTo>
                  <a:pt x="666824" y="55253"/>
                </a:lnTo>
                <a:lnTo>
                  <a:pt x="666824" y="73559"/>
                </a:lnTo>
                <a:lnTo>
                  <a:pt x="634343" y="73559"/>
                </a:lnTo>
                <a:lnTo>
                  <a:pt x="634343" y="123818"/>
                </a:lnTo>
                <a:cubicBezTo>
                  <a:pt x="634343" y="135555"/>
                  <a:pt x="639217" y="141424"/>
                  <a:pt x="648965" y="141424"/>
                </a:cubicBezTo>
                <a:cubicBezTo>
                  <a:pt x="656257" y="141424"/>
                  <a:pt x="663959" y="139006"/>
                  <a:pt x="672071" y="134169"/>
                </a:cubicBezTo>
                <a:lnTo>
                  <a:pt x="672071" y="153145"/>
                </a:lnTo>
                <a:cubicBezTo>
                  <a:pt x="664257" y="157535"/>
                  <a:pt x="655737" y="159730"/>
                  <a:pt x="646509" y="159730"/>
                </a:cubicBezTo>
                <a:cubicBezTo>
                  <a:pt x="637208" y="159730"/>
                  <a:pt x="629468" y="157014"/>
                  <a:pt x="623292" y="151582"/>
                </a:cubicBezTo>
                <a:cubicBezTo>
                  <a:pt x="621357" y="149945"/>
                  <a:pt x="619757" y="148103"/>
                  <a:pt x="618492" y="146057"/>
                </a:cubicBezTo>
                <a:cubicBezTo>
                  <a:pt x="617227" y="144010"/>
                  <a:pt x="616167" y="141331"/>
                  <a:pt x="615311" y="138020"/>
                </a:cubicBezTo>
                <a:cubicBezTo>
                  <a:pt x="614455" y="134708"/>
                  <a:pt x="614028" y="128402"/>
                  <a:pt x="614028" y="119100"/>
                </a:cubicBezTo>
                <a:lnTo>
                  <a:pt x="614028" y="73559"/>
                </a:lnTo>
                <a:lnTo>
                  <a:pt x="596168" y="73559"/>
                </a:lnTo>
                <a:lnTo>
                  <a:pt x="596168" y="71550"/>
                </a:lnTo>
                <a:close/>
                <a:moveTo>
                  <a:pt x="2545110" y="12055"/>
                </a:moveTo>
                <a:cubicBezTo>
                  <a:pt x="2548458" y="12055"/>
                  <a:pt x="2551323" y="13209"/>
                  <a:pt x="2553705" y="15516"/>
                </a:cubicBezTo>
                <a:cubicBezTo>
                  <a:pt x="2556086" y="17823"/>
                  <a:pt x="2557276" y="20650"/>
                  <a:pt x="2557276" y="23999"/>
                </a:cubicBezTo>
                <a:cubicBezTo>
                  <a:pt x="2557276" y="27273"/>
                  <a:pt x="2556086" y="30101"/>
                  <a:pt x="2553705" y="32482"/>
                </a:cubicBezTo>
                <a:cubicBezTo>
                  <a:pt x="2551323" y="34863"/>
                  <a:pt x="2548458" y="36054"/>
                  <a:pt x="2545110" y="36054"/>
                </a:cubicBezTo>
                <a:cubicBezTo>
                  <a:pt x="2541984" y="36054"/>
                  <a:pt x="2539231" y="34845"/>
                  <a:pt x="2536850" y="32426"/>
                </a:cubicBezTo>
                <a:cubicBezTo>
                  <a:pt x="2534468" y="30008"/>
                  <a:pt x="2533278" y="27199"/>
                  <a:pt x="2533278" y="23999"/>
                </a:cubicBezTo>
                <a:cubicBezTo>
                  <a:pt x="2533278" y="20874"/>
                  <a:pt x="2534468" y="18102"/>
                  <a:pt x="2536850" y="15683"/>
                </a:cubicBezTo>
                <a:cubicBezTo>
                  <a:pt x="2539231" y="13265"/>
                  <a:pt x="2541984" y="12055"/>
                  <a:pt x="2545110" y="12055"/>
                </a:cubicBezTo>
                <a:close/>
                <a:moveTo>
                  <a:pt x="1430685" y="12055"/>
                </a:moveTo>
                <a:cubicBezTo>
                  <a:pt x="1434033" y="12055"/>
                  <a:pt x="1436898" y="13209"/>
                  <a:pt x="1439279" y="15516"/>
                </a:cubicBezTo>
                <a:cubicBezTo>
                  <a:pt x="1441661" y="17823"/>
                  <a:pt x="1442851" y="20650"/>
                  <a:pt x="1442851" y="23999"/>
                </a:cubicBezTo>
                <a:cubicBezTo>
                  <a:pt x="1442851" y="27273"/>
                  <a:pt x="1441661" y="30101"/>
                  <a:pt x="1439279" y="32482"/>
                </a:cubicBezTo>
                <a:cubicBezTo>
                  <a:pt x="1436898" y="34863"/>
                  <a:pt x="1434033" y="36054"/>
                  <a:pt x="1430685" y="36054"/>
                </a:cubicBezTo>
                <a:cubicBezTo>
                  <a:pt x="1427559" y="36054"/>
                  <a:pt x="1424806" y="34845"/>
                  <a:pt x="1422425" y="32426"/>
                </a:cubicBezTo>
                <a:cubicBezTo>
                  <a:pt x="1420043" y="30008"/>
                  <a:pt x="1418853" y="27199"/>
                  <a:pt x="1418853" y="23999"/>
                </a:cubicBezTo>
                <a:cubicBezTo>
                  <a:pt x="1418853" y="20874"/>
                  <a:pt x="1420043" y="18102"/>
                  <a:pt x="1422425" y="15683"/>
                </a:cubicBezTo>
                <a:cubicBezTo>
                  <a:pt x="1424806" y="13265"/>
                  <a:pt x="1427559" y="12055"/>
                  <a:pt x="1430685" y="12055"/>
                </a:cubicBezTo>
                <a:close/>
                <a:moveTo>
                  <a:pt x="2954164" y="2010"/>
                </a:moveTo>
                <a:lnTo>
                  <a:pt x="2974479" y="2010"/>
                </a:lnTo>
                <a:lnTo>
                  <a:pt x="2974479" y="157944"/>
                </a:lnTo>
                <a:lnTo>
                  <a:pt x="2954164" y="157944"/>
                </a:lnTo>
                <a:close/>
                <a:moveTo>
                  <a:pt x="1562621" y="2010"/>
                </a:moveTo>
                <a:lnTo>
                  <a:pt x="1582936" y="2010"/>
                </a:lnTo>
                <a:lnTo>
                  <a:pt x="1582936" y="68759"/>
                </a:lnTo>
                <a:cubicBezTo>
                  <a:pt x="1591419" y="58415"/>
                  <a:pt x="1601949" y="53244"/>
                  <a:pt x="1614525" y="53244"/>
                </a:cubicBezTo>
                <a:cubicBezTo>
                  <a:pt x="1621371" y="53244"/>
                  <a:pt x="1627510" y="54955"/>
                  <a:pt x="1632942" y="58378"/>
                </a:cubicBezTo>
                <a:cubicBezTo>
                  <a:pt x="1638374" y="61801"/>
                  <a:pt x="1642411" y="66527"/>
                  <a:pt x="1645053" y="72554"/>
                </a:cubicBezTo>
                <a:cubicBezTo>
                  <a:pt x="1647695" y="78582"/>
                  <a:pt x="1649016" y="87549"/>
                  <a:pt x="1649016" y="99455"/>
                </a:cubicBezTo>
                <a:lnTo>
                  <a:pt x="1649016" y="157944"/>
                </a:lnTo>
                <a:lnTo>
                  <a:pt x="1628701" y="157944"/>
                </a:lnTo>
                <a:lnTo>
                  <a:pt x="1628701" y="94432"/>
                </a:lnTo>
                <a:cubicBezTo>
                  <a:pt x="1628701" y="86916"/>
                  <a:pt x="1626859" y="80870"/>
                  <a:pt x="1623175" y="76293"/>
                </a:cubicBezTo>
                <a:cubicBezTo>
                  <a:pt x="1619492" y="71717"/>
                  <a:pt x="1614636" y="69429"/>
                  <a:pt x="1608609" y="69429"/>
                </a:cubicBezTo>
                <a:cubicBezTo>
                  <a:pt x="1604144" y="69429"/>
                  <a:pt x="1599939" y="70582"/>
                  <a:pt x="1595996" y="72889"/>
                </a:cubicBezTo>
                <a:cubicBezTo>
                  <a:pt x="1592052" y="75196"/>
                  <a:pt x="1587698" y="79028"/>
                  <a:pt x="1582936" y="84386"/>
                </a:cubicBezTo>
                <a:lnTo>
                  <a:pt x="1582936" y="157944"/>
                </a:lnTo>
                <a:lnTo>
                  <a:pt x="1562621" y="157944"/>
                </a:lnTo>
                <a:close/>
                <a:moveTo>
                  <a:pt x="1305446" y="2010"/>
                </a:moveTo>
                <a:lnTo>
                  <a:pt x="1325761" y="2010"/>
                </a:lnTo>
                <a:lnTo>
                  <a:pt x="1325761" y="68759"/>
                </a:lnTo>
                <a:cubicBezTo>
                  <a:pt x="1334244" y="58415"/>
                  <a:pt x="1344774" y="53244"/>
                  <a:pt x="1357350" y="53244"/>
                </a:cubicBezTo>
                <a:cubicBezTo>
                  <a:pt x="1364196" y="53244"/>
                  <a:pt x="1370335" y="54955"/>
                  <a:pt x="1375767" y="58378"/>
                </a:cubicBezTo>
                <a:cubicBezTo>
                  <a:pt x="1381199" y="61801"/>
                  <a:pt x="1385236" y="66527"/>
                  <a:pt x="1387878" y="72554"/>
                </a:cubicBezTo>
                <a:cubicBezTo>
                  <a:pt x="1390520" y="78582"/>
                  <a:pt x="1391840" y="87549"/>
                  <a:pt x="1391840" y="99455"/>
                </a:cubicBezTo>
                <a:lnTo>
                  <a:pt x="1391840" y="157944"/>
                </a:lnTo>
                <a:lnTo>
                  <a:pt x="1371525" y="157944"/>
                </a:lnTo>
                <a:lnTo>
                  <a:pt x="1371525" y="94432"/>
                </a:lnTo>
                <a:cubicBezTo>
                  <a:pt x="1371525" y="86916"/>
                  <a:pt x="1369684" y="80870"/>
                  <a:pt x="1366000" y="76293"/>
                </a:cubicBezTo>
                <a:cubicBezTo>
                  <a:pt x="1362317" y="71717"/>
                  <a:pt x="1357461" y="69429"/>
                  <a:pt x="1351434" y="69429"/>
                </a:cubicBezTo>
                <a:cubicBezTo>
                  <a:pt x="1346969" y="69429"/>
                  <a:pt x="1342765" y="70582"/>
                  <a:pt x="1338820" y="72889"/>
                </a:cubicBezTo>
                <a:cubicBezTo>
                  <a:pt x="1334877" y="75196"/>
                  <a:pt x="1330524" y="79028"/>
                  <a:pt x="1325761" y="84386"/>
                </a:cubicBezTo>
                <a:lnTo>
                  <a:pt x="1325761" y="157944"/>
                </a:lnTo>
                <a:lnTo>
                  <a:pt x="1305446" y="157944"/>
                </a:lnTo>
                <a:close/>
                <a:moveTo>
                  <a:pt x="152921" y="2010"/>
                </a:moveTo>
                <a:lnTo>
                  <a:pt x="173236" y="2010"/>
                </a:lnTo>
                <a:lnTo>
                  <a:pt x="173236" y="68759"/>
                </a:lnTo>
                <a:cubicBezTo>
                  <a:pt x="181719" y="58415"/>
                  <a:pt x="192249" y="53244"/>
                  <a:pt x="204825" y="53244"/>
                </a:cubicBezTo>
                <a:cubicBezTo>
                  <a:pt x="211671" y="53244"/>
                  <a:pt x="217810" y="54955"/>
                  <a:pt x="223242" y="58378"/>
                </a:cubicBezTo>
                <a:cubicBezTo>
                  <a:pt x="228674" y="61801"/>
                  <a:pt x="232711" y="66527"/>
                  <a:pt x="235353" y="72554"/>
                </a:cubicBezTo>
                <a:cubicBezTo>
                  <a:pt x="237995" y="78582"/>
                  <a:pt x="239316" y="87549"/>
                  <a:pt x="239316" y="99455"/>
                </a:cubicBezTo>
                <a:lnTo>
                  <a:pt x="239316" y="157944"/>
                </a:lnTo>
                <a:lnTo>
                  <a:pt x="219000" y="157944"/>
                </a:lnTo>
                <a:lnTo>
                  <a:pt x="219000" y="94432"/>
                </a:lnTo>
                <a:cubicBezTo>
                  <a:pt x="219000" y="86916"/>
                  <a:pt x="217159" y="80870"/>
                  <a:pt x="213475" y="76293"/>
                </a:cubicBezTo>
                <a:cubicBezTo>
                  <a:pt x="209792" y="71717"/>
                  <a:pt x="204936" y="69429"/>
                  <a:pt x="198909" y="69429"/>
                </a:cubicBezTo>
                <a:cubicBezTo>
                  <a:pt x="194444" y="69429"/>
                  <a:pt x="190239" y="70582"/>
                  <a:pt x="186295" y="72889"/>
                </a:cubicBezTo>
                <a:cubicBezTo>
                  <a:pt x="182352" y="75196"/>
                  <a:pt x="177998" y="79028"/>
                  <a:pt x="173236" y="84386"/>
                </a:cubicBezTo>
                <a:lnTo>
                  <a:pt x="173236" y="157944"/>
                </a:lnTo>
                <a:lnTo>
                  <a:pt x="152921" y="157944"/>
                </a:lnTo>
                <a:close/>
                <a:moveTo>
                  <a:pt x="0" y="1786"/>
                </a:moveTo>
                <a:lnTo>
                  <a:pt x="130262" y="1786"/>
                </a:lnTo>
                <a:lnTo>
                  <a:pt x="130262" y="21655"/>
                </a:lnTo>
                <a:lnTo>
                  <a:pt x="75902" y="21655"/>
                </a:lnTo>
                <a:lnTo>
                  <a:pt x="75902" y="157944"/>
                </a:lnTo>
                <a:lnTo>
                  <a:pt x="53466" y="157944"/>
                </a:lnTo>
                <a:lnTo>
                  <a:pt x="53466" y="21655"/>
                </a:lnTo>
                <a:lnTo>
                  <a:pt x="0" y="21655"/>
                </a:lnTo>
                <a:close/>
                <a:moveTo>
                  <a:pt x="2115592" y="0"/>
                </a:moveTo>
                <a:cubicBezTo>
                  <a:pt x="2119833" y="0"/>
                  <a:pt x="2124856" y="670"/>
                  <a:pt x="2130661" y="2010"/>
                </a:cubicBezTo>
                <a:lnTo>
                  <a:pt x="2130661" y="21878"/>
                </a:lnTo>
                <a:cubicBezTo>
                  <a:pt x="2127386" y="20688"/>
                  <a:pt x="2124261" y="20092"/>
                  <a:pt x="2121284" y="20092"/>
                </a:cubicBezTo>
                <a:cubicBezTo>
                  <a:pt x="2113322" y="20092"/>
                  <a:pt x="2107797" y="22213"/>
                  <a:pt x="2104709" y="26455"/>
                </a:cubicBezTo>
                <a:cubicBezTo>
                  <a:pt x="2101620" y="30696"/>
                  <a:pt x="2100076" y="38249"/>
                  <a:pt x="2100076" y="49114"/>
                </a:cubicBezTo>
                <a:lnTo>
                  <a:pt x="2100076" y="55253"/>
                </a:lnTo>
                <a:lnTo>
                  <a:pt x="2118382" y="55253"/>
                </a:lnTo>
                <a:lnTo>
                  <a:pt x="2118382" y="73559"/>
                </a:lnTo>
                <a:lnTo>
                  <a:pt x="2100076" y="73559"/>
                </a:lnTo>
                <a:lnTo>
                  <a:pt x="2100076" y="157944"/>
                </a:lnTo>
                <a:lnTo>
                  <a:pt x="2079761" y="157944"/>
                </a:lnTo>
                <a:lnTo>
                  <a:pt x="2079761" y="73559"/>
                </a:lnTo>
                <a:lnTo>
                  <a:pt x="2065027" y="73559"/>
                </a:lnTo>
                <a:lnTo>
                  <a:pt x="2065027" y="55253"/>
                </a:lnTo>
                <a:lnTo>
                  <a:pt x="2079761" y="55253"/>
                </a:lnTo>
                <a:lnTo>
                  <a:pt x="2079761" y="49114"/>
                </a:lnTo>
                <a:cubicBezTo>
                  <a:pt x="2079761" y="32594"/>
                  <a:pt x="2083277" y="20278"/>
                  <a:pt x="2090310" y="12167"/>
                </a:cubicBezTo>
                <a:cubicBezTo>
                  <a:pt x="2097342" y="4056"/>
                  <a:pt x="2105769" y="0"/>
                  <a:pt x="2115592" y="0"/>
                </a:cubicBezTo>
                <a:close/>
                <a:moveTo>
                  <a:pt x="1220242" y="0"/>
                </a:moveTo>
                <a:cubicBezTo>
                  <a:pt x="1224483" y="0"/>
                  <a:pt x="1229506" y="670"/>
                  <a:pt x="1235311" y="2010"/>
                </a:cubicBezTo>
                <a:lnTo>
                  <a:pt x="1235311" y="21878"/>
                </a:lnTo>
                <a:cubicBezTo>
                  <a:pt x="1232036" y="20688"/>
                  <a:pt x="1228911" y="20092"/>
                  <a:pt x="1225934" y="20092"/>
                </a:cubicBezTo>
                <a:cubicBezTo>
                  <a:pt x="1217972" y="20092"/>
                  <a:pt x="1212447" y="22213"/>
                  <a:pt x="1209359" y="26455"/>
                </a:cubicBezTo>
                <a:cubicBezTo>
                  <a:pt x="1206270" y="30696"/>
                  <a:pt x="1204726" y="38249"/>
                  <a:pt x="1204726" y="49114"/>
                </a:cubicBezTo>
                <a:lnTo>
                  <a:pt x="1204726" y="55253"/>
                </a:lnTo>
                <a:lnTo>
                  <a:pt x="1223032" y="55253"/>
                </a:lnTo>
                <a:lnTo>
                  <a:pt x="1223032" y="73559"/>
                </a:lnTo>
                <a:lnTo>
                  <a:pt x="1204726" y="73559"/>
                </a:lnTo>
                <a:lnTo>
                  <a:pt x="1204726" y="157944"/>
                </a:lnTo>
                <a:lnTo>
                  <a:pt x="1184411" y="157944"/>
                </a:lnTo>
                <a:lnTo>
                  <a:pt x="1184411" y="73559"/>
                </a:lnTo>
                <a:lnTo>
                  <a:pt x="1169677" y="73559"/>
                </a:lnTo>
                <a:lnTo>
                  <a:pt x="1169677" y="55253"/>
                </a:lnTo>
                <a:lnTo>
                  <a:pt x="1184411" y="55253"/>
                </a:lnTo>
                <a:lnTo>
                  <a:pt x="1184411" y="49114"/>
                </a:lnTo>
                <a:cubicBezTo>
                  <a:pt x="1184411" y="32594"/>
                  <a:pt x="1187927" y="20278"/>
                  <a:pt x="1194959" y="12167"/>
                </a:cubicBezTo>
                <a:cubicBezTo>
                  <a:pt x="1201992" y="4056"/>
                  <a:pt x="1210419" y="0"/>
                  <a:pt x="1220242" y="0"/>
                </a:cubicBezTo>
                <a:close/>
                <a:moveTo>
                  <a:pt x="477292" y="0"/>
                </a:moveTo>
                <a:cubicBezTo>
                  <a:pt x="481533" y="0"/>
                  <a:pt x="486556" y="670"/>
                  <a:pt x="492361" y="2010"/>
                </a:cubicBezTo>
                <a:lnTo>
                  <a:pt x="492361" y="21878"/>
                </a:lnTo>
                <a:cubicBezTo>
                  <a:pt x="489086" y="20688"/>
                  <a:pt x="485961" y="20092"/>
                  <a:pt x="482984" y="20092"/>
                </a:cubicBezTo>
                <a:cubicBezTo>
                  <a:pt x="475022" y="20092"/>
                  <a:pt x="469497" y="22213"/>
                  <a:pt x="466409" y="26455"/>
                </a:cubicBezTo>
                <a:cubicBezTo>
                  <a:pt x="463320" y="30696"/>
                  <a:pt x="461776" y="38249"/>
                  <a:pt x="461776" y="49114"/>
                </a:cubicBezTo>
                <a:lnTo>
                  <a:pt x="461776" y="55253"/>
                </a:lnTo>
                <a:lnTo>
                  <a:pt x="480082" y="55253"/>
                </a:lnTo>
                <a:lnTo>
                  <a:pt x="480082" y="73559"/>
                </a:lnTo>
                <a:lnTo>
                  <a:pt x="461776" y="73559"/>
                </a:lnTo>
                <a:lnTo>
                  <a:pt x="461776" y="157944"/>
                </a:lnTo>
                <a:lnTo>
                  <a:pt x="441461" y="157944"/>
                </a:lnTo>
                <a:lnTo>
                  <a:pt x="441461" y="73559"/>
                </a:lnTo>
                <a:lnTo>
                  <a:pt x="426727" y="73559"/>
                </a:lnTo>
                <a:lnTo>
                  <a:pt x="426727" y="55253"/>
                </a:lnTo>
                <a:lnTo>
                  <a:pt x="441461" y="55253"/>
                </a:lnTo>
                <a:lnTo>
                  <a:pt x="441461" y="49114"/>
                </a:lnTo>
                <a:cubicBezTo>
                  <a:pt x="441461" y="32594"/>
                  <a:pt x="444977" y="20278"/>
                  <a:pt x="452010" y="12167"/>
                </a:cubicBezTo>
                <a:cubicBezTo>
                  <a:pt x="459042" y="4056"/>
                  <a:pt x="467469" y="0"/>
                  <a:pt x="477292" y="0"/>
                </a:cubicBezTo>
                <a:close/>
              </a:path>
            </a:pathLst>
          </a:custGeom>
          <a:solidFill>
            <a:srgbClr val="565A5C"/>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65A5C"/>
              </a:solidFill>
              <a:effectLst/>
              <a:uLnTx/>
              <a:uFillTx/>
            </a:endParaRPr>
          </a:p>
        </p:txBody>
      </p:sp>
    </p:spTree>
    <p:extLst>
      <p:ext uri="{BB962C8B-B14F-4D97-AF65-F5344CB8AC3E}">
        <p14:creationId xmlns:p14="http://schemas.microsoft.com/office/powerpoint/2010/main" val="2688593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165969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3"/>
            </p:custDataLst>
          </p:nvPr>
        </p:nvSpPr>
        <p:spPr bwMode="blackGray">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b="0"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4"/>
            </p:custDataLst>
          </p:nvPr>
        </p:nvSpPr>
        <p:spPr bwMode="blackGray">
          <a:xfrm>
            <a:off x="554736" y="1018871"/>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5"/>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7"/>
            </p:custDataLst>
          </p:nvPr>
        </p:nvSpPr>
        <p:spPr bwMode="blackGray">
          <a:xfrm>
            <a:off x="554735" y="32072"/>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97753C75-0542-F3DF-A1F5-A5D9B6D4FCF0}"/>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854515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EDB0C68-81D8-4BCB-8FED-587D098337DD}"/>
              </a:ext>
            </a:extLst>
          </p:cNvPr>
          <p:cNvGraphicFramePr>
            <a:graphicFrameLocks noChangeAspect="1"/>
          </p:cNvGraphicFramePr>
          <p:nvPr userDrawn="1">
            <p:custDataLst>
              <p:tags r:id="rId1"/>
            </p:custDataLst>
            <p:extLst>
              <p:ext uri="{D42A27DB-BD31-4B8C-83A1-F6EECF244321}">
                <p14:modId xmlns:p14="http://schemas.microsoft.com/office/powerpoint/2010/main" val="914598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8" name="Object 7" hidden="1">
                        <a:extLst>
                          <a:ext uri="{FF2B5EF4-FFF2-40B4-BE49-F238E27FC236}">
                            <a16:creationId xmlns:a16="http://schemas.microsoft.com/office/drawing/2014/main" id="{6EDB0C68-81D8-4BCB-8FED-587D098337D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8EAA134-9792-4D41-898E-A83D3A4E3D69}"/>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bwMode="blackGray">
          <a:xfrm>
            <a:off x="554736" y="1709928"/>
            <a:ext cx="3813048" cy="769441"/>
          </a:xfrm>
          <a:prstGeom prst="rect">
            <a:avLst/>
          </a:prstGeom>
        </p:spPr>
        <p:txBody>
          <a:bodyPr vert="horz" anchor="t">
            <a:noAutofit/>
          </a:bodyPr>
          <a:lstStyle>
            <a:lvl1pPr rtl="0">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4"/>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79744E48-04EF-4FA7-AF06-13E2E4A9BC59}"/>
              </a:ext>
            </a:extLst>
          </p:cNvPr>
          <p:cNvSpPr>
            <a:spLocks noGrp="1"/>
          </p:cNvSpPr>
          <p:nvPr>
            <p:ph type="body" sz="quarter" idx="10" hasCustomPrompt="1"/>
            <p:custDataLst>
              <p:tags r:id="rId6"/>
            </p:custDataLst>
          </p:nvPr>
        </p:nvSpPr>
        <p:spPr bwMode="black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7" name="Freeform 3">
            <a:extLst>
              <a:ext uri="{FF2B5EF4-FFF2-40B4-BE49-F238E27FC236}">
                <a16:creationId xmlns:a16="http://schemas.microsoft.com/office/drawing/2014/main" id="{FC1E5EA7-0BAA-85B2-6850-985E5863FDD9}"/>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9219664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0AAB5F-CF0A-4C58-81CA-92C1A8CB9003}"/>
              </a:ext>
            </a:extLst>
          </p:cNvPr>
          <p:cNvGraphicFramePr>
            <a:graphicFrameLocks noChangeAspect="1"/>
          </p:cNvGraphicFramePr>
          <p:nvPr userDrawn="1">
            <p:custDataLst>
              <p:tags r:id="rId1"/>
            </p:custDataLst>
            <p:extLst>
              <p:ext uri="{D42A27DB-BD31-4B8C-83A1-F6EECF244321}">
                <p14:modId xmlns:p14="http://schemas.microsoft.com/office/powerpoint/2010/main" val="24210400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E10AAB5F-CF0A-4C58-81CA-92C1A8CB900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A53433-5DFE-4583-A5C0-DE3F3C3DDE8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bwMode="blackGray">
          <a:xfrm>
            <a:off x="554736" y="3236640"/>
            <a:ext cx="5065776" cy="384721"/>
          </a:xfrm>
          <a:prstGeom prst="rect">
            <a:avLst/>
          </a:prstGeom>
        </p:spPr>
        <p:txBody>
          <a:bodyPr vert="horz" rIns="365760" anchor="ctr">
            <a:sp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4"/>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29A5BC72-B58B-4282-B0EA-EE79CC589D71}"/>
              </a:ext>
            </a:extLst>
          </p:cNvPr>
          <p:cNvSpPr>
            <a:spLocks noGrp="1"/>
          </p:cNvSpPr>
          <p:nvPr>
            <p:ph type="body" sz="quarter" idx="10" hasCustomPrompt="1"/>
            <p:custDataLst>
              <p:tags r:id="rId6"/>
            </p:custDataLst>
          </p:nvPr>
        </p:nvSpPr>
        <p:spPr bwMode="black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6" name="Freeform 3">
            <a:extLst>
              <a:ext uri="{FF2B5EF4-FFF2-40B4-BE49-F238E27FC236}">
                <a16:creationId xmlns:a16="http://schemas.microsoft.com/office/drawing/2014/main" id="{D0AD0C99-BE4C-BB6F-894F-A2786FDC6DFD}"/>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5282945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pSp>
        <p:nvGrpSpPr>
          <p:cNvPr id="10" name="Graphic 15">
            <a:extLst>
              <a:ext uri="{FF2B5EF4-FFF2-40B4-BE49-F238E27FC236}">
                <a16:creationId xmlns:a16="http://schemas.microsoft.com/office/drawing/2014/main" id="{C5181161-5038-0A82-D741-036645DF2D86}"/>
              </a:ext>
            </a:extLst>
          </p:cNvPr>
          <p:cNvGrpSpPr/>
          <p:nvPr userDrawn="1"/>
        </p:nvGrpSpPr>
        <p:grpSpPr>
          <a:xfrm>
            <a:off x="0" y="1133665"/>
            <a:ext cx="12192063" cy="5724398"/>
            <a:chOff x="0" y="1133665"/>
            <a:chExt cx="12192063" cy="5724398"/>
          </a:xfrm>
          <a:solidFill>
            <a:srgbClr val="002855"/>
          </a:solidFill>
        </p:grpSpPr>
        <p:sp>
          <p:nvSpPr>
            <p:cNvPr id="11" name="Freeform 18">
              <a:extLst>
                <a:ext uri="{FF2B5EF4-FFF2-40B4-BE49-F238E27FC236}">
                  <a16:creationId xmlns:a16="http://schemas.microsoft.com/office/drawing/2014/main" id="{0B94144C-2B59-393C-EAD7-F434187F4D0C}"/>
                </a:ext>
              </a:extLst>
            </p:cNvPr>
            <p:cNvSpPr/>
            <p:nvPr/>
          </p:nvSpPr>
          <p:spPr>
            <a:xfrm>
              <a:off x="6968426" y="1133665"/>
              <a:ext cx="4761356" cy="5724334"/>
            </a:xfrm>
            <a:custGeom>
              <a:avLst/>
              <a:gdLst>
                <a:gd name="connsiteX0" fmla="*/ 3240659 w 4761356"/>
                <a:gd name="connsiteY0" fmla="*/ 2491613 h 5724334"/>
                <a:gd name="connsiteX1" fmla="*/ 1605979 w 4761356"/>
                <a:gd name="connsiteY1" fmla="*/ 594614 h 5724334"/>
                <a:gd name="connsiteX2" fmla="*/ 1605915 w 4761356"/>
                <a:gd name="connsiteY2" fmla="*/ 594614 h 5724334"/>
                <a:gd name="connsiteX3" fmla="*/ 0 w 4761356"/>
                <a:gd name="connsiteY3" fmla="*/ 37275 h 5724334"/>
                <a:gd name="connsiteX4" fmla="*/ 396367 w 4761356"/>
                <a:gd name="connsiteY4" fmla="*/ 29337 h 5724334"/>
                <a:gd name="connsiteX5" fmla="*/ 396494 w 4761356"/>
                <a:gd name="connsiteY5" fmla="*/ 29337 h 5724334"/>
                <a:gd name="connsiteX6" fmla="*/ 4615243 w 4761356"/>
                <a:gd name="connsiteY6" fmla="*/ 5724335 h 5724334"/>
                <a:gd name="connsiteX7" fmla="*/ 4761357 w 4761356"/>
                <a:gd name="connsiteY7" fmla="*/ 5724335 h 5724334"/>
                <a:gd name="connsiteX8" fmla="*/ 3240659 w 4761356"/>
                <a:gd name="connsiteY8" fmla="*/ 2491613 h 5724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1356" h="5724334">
                  <a:moveTo>
                    <a:pt x="3240659" y="2491613"/>
                  </a:moveTo>
                  <a:cubicBezTo>
                    <a:pt x="2770378" y="1801305"/>
                    <a:pt x="2252980" y="1129412"/>
                    <a:pt x="1605979" y="594614"/>
                  </a:cubicBezTo>
                  <a:lnTo>
                    <a:pt x="1605915" y="594614"/>
                  </a:lnTo>
                  <a:cubicBezTo>
                    <a:pt x="1124394" y="200660"/>
                    <a:pt x="648271" y="-110045"/>
                    <a:pt x="0" y="37275"/>
                  </a:cubicBezTo>
                  <a:cubicBezTo>
                    <a:pt x="131699" y="18733"/>
                    <a:pt x="264605" y="13399"/>
                    <a:pt x="396367" y="29337"/>
                  </a:cubicBezTo>
                  <a:cubicBezTo>
                    <a:pt x="396430" y="29337"/>
                    <a:pt x="396494" y="29337"/>
                    <a:pt x="396494" y="29337"/>
                  </a:cubicBezTo>
                  <a:cubicBezTo>
                    <a:pt x="2124519" y="359156"/>
                    <a:pt x="4301807" y="4069969"/>
                    <a:pt x="4615243" y="5724335"/>
                  </a:cubicBezTo>
                  <a:lnTo>
                    <a:pt x="4761357" y="5724335"/>
                  </a:lnTo>
                  <a:cubicBezTo>
                    <a:pt x="4517644" y="4556189"/>
                    <a:pt x="3905123" y="3468244"/>
                    <a:pt x="3240659" y="249161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2" name="Freeform 19">
              <a:extLst>
                <a:ext uri="{FF2B5EF4-FFF2-40B4-BE49-F238E27FC236}">
                  <a16:creationId xmlns:a16="http://schemas.microsoft.com/office/drawing/2014/main" id="{0BE433F5-10D1-E42E-0662-B5DCC22F4EE5}"/>
                </a:ext>
              </a:extLst>
            </p:cNvPr>
            <p:cNvSpPr/>
            <p:nvPr/>
          </p:nvSpPr>
          <p:spPr>
            <a:xfrm>
              <a:off x="0" y="3931158"/>
              <a:ext cx="2406142" cy="1617595"/>
            </a:xfrm>
            <a:custGeom>
              <a:avLst/>
              <a:gdLst>
                <a:gd name="connsiteX0" fmla="*/ 1290003 w 2406142"/>
                <a:gd name="connsiteY0" fmla="*/ 1602041 h 1617595"/>
                <a:gd name="connsiteX1" fmla="*/ 2302637 w 2406142"/>
                <a:gd name="connsiteY1" fmla="*/ 1316926 h 1617595"/>
                <a:gd name="connsiteX2" fmla="*/ 2302891 w 2406142"/>
                <a:gd name="connsiteY2" fmla="*/ 1316800 h 1617595"/>
                <a:gd name="connsiteX3" fmla="*/ 2329498 w 2406142"/>
                <a:gd name="connsiteY3" fmla="*/ 1297178 h 1617595"/>
                <a:gd name="connsiteX4" fmla="*/ 2395347 w 2406142"/>
                <a:gd name="connsiteY4" fmla="*/ 1246569 h 1617595"/>
                <a:gd name="connsiteX5" fmla="*/ 2406142 w 2406142"/>
                <a:gd name="connsiteY5" fmla="*/ 1237933 h 1617595"/>
                <a:gd name="connsiteX6" fmla="*/ 0 w 2406142"/>
                <a:gd name="connsiteY6" fmla="*/ 0 h 1617595"/>
                <a:gd name="connsiteX7" fmla="*/ 0 w 2406142"/>
                <a:gd name="connsiteY7" fmla="*/ 166751 h 1617595"/>
                <a:gd name="connsiteX8" fmla="*/ 2354199 w 2406142"/>
                <a:gd name="connsiteY8" fmla="*/ 1274382 h 1617595"/>
                <a:gd name="connsiteX9" fmla="*/ 0 w 2406142"/>
                <a:gd name="connsiteY9" fmla="*/ 329946 h 1617595"/>
                <a:gd name="connsiteX10" fmla="*/ 0 w 2406142"/>
                <a:gd name="connsiteY10" fmla="*/ 489267 h 1617595"/>
                <a:gd name="connsiteX11" fmla="*/ 2282444 w 2406142"/>
                <a:gd name="connsiteY11" fmla="*/ 1319847 h 1617595"/>
                <a:gd name="connsiteX12" fmla="*/ 2275586 w 2406142"/>
                <a:gd name="connsiteY12" fmla="*/ 1323975 h 1617595"/>
                <a:gd name="connsiteX13" fmla="*/ 2275396 w 2406142"/>
                <a:gd name="connsiteY13" fmla="*/ 1324039 h 1617595"/>
                <a:gd name="connsiteX14" fmla="*/ 2275205 w 2406142"/>
                <a:gd name="connsiteY14" fmla="*/ 1324165 h 1617595"/>
                <a:gd name="connsiteX15" fmla="*/ 2266442 w 2406142"/>
                <a:gd name="connsiteY15" fmla="*/ 1329436 h 1617595"/>
                <a:gd name="connsiteX16" fmla="*/ 1629410 w 2406142"/>
                <a:gd name="connsiteY16" fmla="*/ 1532001 h 1617595"/>
                <a:gd name="connsiteX17" fmla="*/ 0 w 2406142"/>
                <a:gd name="connsiteY17" fmla="*/ 945578 h 1617595"/>
                <a:gd name="connsiteX18" fmla="*/ 0 w 2406142"/>
                <a:gd name="connsiteY18" fmla="*/ 1091946 h 1617595"/>
                <a:gd name="connsiteX19" fmla="*/ 1290003 w 2406142"/>
                <a:gd name="connsiteY19" fmla="*/ 1602041 h 161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06142" h="1617595">
                  <a:moveTo>
                    <a:pt x="1290003" y="1602041"/>
                  </a:moveTo>
                  <a:cubicBezTo>
                    <a:pt x="1652270" y="1664462"/>
                    <a:pt x="2012823" y="1532890"/>
                    <a:pt x="2302637" y="1316926"/>
                  </a:cubicBezTo>
                  <a:cubicBezTo>
                    <a:pt x="2302637" y="1316863"/>
                    <a:pt x="2302828" y="1316800"/>
                    <a:pt x="2302891" y="1316800"/>
                  </a:cubicBezTo>
                  <a:cubicBezTo>
                    <a:pt x="2311845" y="1310259"/>
                    <a:pt x="2320735" y="1303909"/>
                    <a:pt x="2329498" y="1297178"/>
                  </a:cubicBezTo>
                  <a:cubicBezTo>
                    <a:pt x="2351659" y="1280858"/>
                    <a:pt x="2373630" y="1263714"/>
                    <a:pt x="2395347" y="1246569"/>
                  </a:cubicBezTo>
                  <a:cubicBezTo>
                    <a:pt x="2398903" y="1243711"/>
                    <a:pt x="2402523" y="1240790"/>
                    <a:pt x="2406142" y="1237933"/>
                  </a:cubicBezTo>
                  <a:cubicBezTo>
                    <a:pt x="1508506" y="1098550"/>
                    <a:pt x="711518" y="535622"/>
                    <a:pt x="0" y="0"/>
                  </a:cubicBezTo>
                  <a:lnTo>
                    <a:pt x="0" y="166751"/>
                  </a:lnTo>
                  <a:cubicBezTo>
                    <a:pt x="691452" y="663892"/>
                    <a:pt x="1482979" y="1218501"/>
                    <a:pt x="2354199" y="1274382"/>
                  </a:cubicBezTo>
                  <a:cubicBezTo>
                    <a:pt x="1657096" y="1451546"/>
                    <a:pt x="565912" y="729044"/>
                    <a:pt x="0" y="329946"/>
                  </a:cubicBezTo>
                  <a:lnTo>
                    <a:pt x="0" y="489267"/>
                  </a:lnTo>
                  <a:cubicBezTo>
                    <a:pt x="657479" y="921004"/>
                    <a:pt x="1469263" y="1462088"/>
                    <a:pt x="2282444" y="1319847"/>
                  </a:cubicBezTo>
                  <a:cubicBezTo>
                    <a:pt x="2280158" y="1321245"/>
                    <a:pt x="2277872" y="1322578"/>
                    <a:pt x="2275586" y="1323975"/>
                  </a:cubicBezTo>
                  <a:cubicBezTo>
                    <a:pt x="2275523" y="1323975"/>
                    <a:pt x="2275459" y="1324039"/>
                    <a:pt x="2275396" y="1324039"/>
                  </a:cubicBezTo>
                  <a:cubicBezTo>
                    <a:pt x="2275332" y="1324039"/>
                    <a:pt x="2275269" y="1324165"/>
                    <a:pt x="2275205" y="1324165"/>
                  </a:cubicBezTo>
                  <a:cubicBezTo>
                    <a:pt x="2272284" y="1326007"/>
                    <a:pt x="2269363" y="1327658"/>
                    <a:pt x="2266442" y="1329436"/>
                  </a:cubicBezTo>
                  <a:cubicBezTo>
                    <a:pt x="2073339" y="1444308"/>
                    <a:pt x="1855216" y="1522603"/>
                    <a:pt x="1629410" y="1532001"/>
                  </a:cubicBezTo>
                  <a:cubicBezTo>
                    <a:pt x="1044258" y="1528763"/>
                    <a:pt x="494411" y="1240536"/>
                    <a:pt x="0" y="945578"/>
                  </a:cubicBezTo>
                  <a:lnTo>
                    <a:pt x="0" y="1091946"/>
                  </a:lnTo>
                  <a:cubicBezTo>
                    <a:pt x="398590" y="1330389"/>
                    <a:pt x="833501" y="1526032"/>
                    <a:pt x="1290003" y="160204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3" name="Freeform 20">
              <a:extLst>
                <a:ext uri="{FF2B5EF4-FFF2-40B4-BE49-F238E27FC236}">
                  <a16:creationId xmlns:a16="http://schemas.microsoft.com/office/drawing/2014/main" id="{FEBEB53E-952E-C4D4-DFBA-06056FD8D499}"/>
                </a:ext>
              </a:extLst>
            </p:cNvPr>
            <p:cNvSpPr/>
            <p:nvPr/>
          </p:nvSpPr>
          <p:spPr>
            <a:xfrm>
              <a:off x="0" y="4576000"/>
              <a:ext cx="2257615" cy="811554"/>
            </a:xfrm>
            <a:custGeom>
              <a:avLst/>
              <a:gdLst>
                <a:gd name="connsiteX0" fmla="*/ 2257616 w 2257615"/>
                <a:gd name="connsiteY0" fmla="*/ 687578 h 811554"/>
                <a:gd name="connsiteX1" fmla="*/ 0 w 2257615"/>
                <a:gd name="connsiteY1" fmla="*/ 0 h 811554"/>
                <a:gd name="connsiteX2" fmla="*/ 0 w 2257615"/>
                <a:gd name="connsiteY2" fmla="*/ 151955 h 811554"/>
                <a:gd name="connsiteX3" fmla="*/ 2257616 w 2257615"/>
                <a:gd name="connsiteY3" fmla="*/ 687515 h 811554"/>
              </a:gdLst>
              <a:ahLst/>
              <a:cxnLst>
                <a:cxn ang="0">
                  <a:pos x="connsiteX0" y="connsiteY0"/>
                </a:cxn>
                <a:cxn ang="0">
                  <a:pos x="connsiteX1" y="connsiteY1"/>
                </a:cxn>
                <a:cxn ang="0">
                  <a:pos x="connsiteX2" y="connsiteY2"/>
                </a:cxn>
                <a:cxn ang="0">
                  <a:pos x="connsiteX3" y="connsiteY3"/>
                </a:cxn>
              </a:cxnLst>
              <a:rect l="l" t="t" r="r" b="b"/>
              <a:pathLst>
                <a:path w="2257615" h="811554">
                  <a:moveTo>
                    <a:pt x="2257616" y="687578"/>
                  </a:moveTo>
                  <a:cubicBezTo>
                    <a:pt x="1491044" y="937133"/>
                    <a:pt x="631254" y="400685"/>
                    <a:pt x="0" y="0"/>
                  </a:cubicBezTo>
                  <a:lnTo>
                    <a:pt x="0" y="151955"/>
                  </a:lnTo>
                  <a:cubicBezTo>
                    <a:pt x="645732" y="547179"/>
                    <a:pt x="1512189" y="1047877"/>
                    <a:pt x="2257616" y="687515"/>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4" name="Freeform 21">
              <a:extLst>
                <a:ext uri="{FF2B5EF4-FFF2-40B4-BE49-F238E27FC236}">
                  <a16:creationId xmlns:a16="http://schemas.microsoft.com/office/drawing/2014/main" id="{BF437790-F258-12C8-AB2B-CB46DCA87588}"/>
                </a:ext>
              </a:extLst>
            </p:cNvPr>
            <p:cNvSpPr/>
            <p:nvPr/>
          </p:nvSpPr>
          <p:spPr>
            <a:xfrm>
              <a:off x="9535159" y="1434714"/>
              <a:ext cx="2656840" cy="1932817"/>
            </a:xfrm>
            <a:custGeom>
              <a:avLst/>
              <a:gdLst>
                <a:gd name="connsiteX0" fmla="*/ 2045526 w 2656840"/>
                <a:gd name="connsiteY0" fmla="*/ 1145735 h 1932817"/>
                <a:gd name="connsiteX1" fmla="*/ 0 w 2656840"/>
                <a:gd name="connsiteY1" fmla="*/ 67 h 1932817"/>
                <a:gd name="connsiteX2" fmla="*/ 2656840 w 2656840"/>
                <a:gd name="connsiteY2" fmla="*/ 1932817 h 1932817"/>
                <a:gd name="connsiteX3" fmla="*/ 2656840 w 2656840"/>
                <a:gd name="connsiteY3" fmla="*/ 1748096 h 1932817"/>
                <a:gd name="connsiteX4" fmla="*/ 2045526 w 2656840"/>
                <a:gd name="connsiteY4" fmla="*/ 1145671 h 193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840" h="1932817">
                  <a:moveTo>
                    <a:pt x="2045526" y="1145735"/>
                  </a:moveTo>
                  <a:cubicBezTo>
                    <a:pt x="1470787" y="642243"/>
                    <a:pt x="808165" y="-7616"/>
                    <a:pt x="0" y="67"/>
                  </a:cubicBezTo>
                  <a:cubicBezTo>
                    <a:pt x="1059688" y="154182"/>
                    <a:pt x="1931480" y="1205361"/>
                    <a:pt x="2656840" y="1932817"/>
                  </a:cubicBezTo>
                  <a:lnTo>
                    <a:pt x="2656840" y="1748096"/>
                  </a:lnTo>
                  <a:cubicBezTo>
                    <a:pt x="2459101" y="1541149"/>
                    <a:pt x="2255647" y="1339791"/>
                    <a:pt x="2045526" y="114567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5" name="Freeform 22">
              <a:extLst>
                <a:ext uri="{FF2B5EF4-FFF2-40B4-BE49-F238E27FC236}">
                  <a16:creationId xmlns:a16="http://schemas.microsoft.com/office/drawing/2014/main" id="{94DBD920-0CCC-7B2B-81F8-C76F54874A39}"/>
                </a:ext>
              </a:extLst>
            </p:cNvPr>
            <p:cNvSpPr/>
            <p:nvPr/>
          </p:nvSpPr>
          <p:spPr>
            <a:xfrm>
              <a:off x="0" y="2915157"/>
              <a:ext cx="2789237" cy="1971420"/>
            </a:xfrm>
            <a:custGeom>
              <a:avLst/>
              <a:gdLst>
                <a:gd name="connsiteX0" fmla="*/ 2410524 w 2789237"/>
                <a:gd name="connsiteY0" fmla="*/ 1831594 h 1971420"/>
                <a:gd name="connsiteX1" fmla="*/ 2719007 w 2789237"/>
                <a:gd name="connsiteY1" fmla="*/ 1971421 h 1971420"/>
                <a:gd name="connsiteX2" fmla="*/ 2789238 w 2789237"/>
                <a:gd name="connsiteY2" fmla="*/ 1901698 h 1971420"/>
                <a:gd name="connsiteX3" fmla="*/ 0 w 2789237"/>
                <a:gd name="connsiteY3" fmla="*/ 0 h 1971420"/>
                <a:gd name="connsiteX4" fmla="*/ 0 w 2789237"/>
                <a:gd name="connsiteY4" fmla="*/ 153670 h 1971420"/>
                <a:gd name="connsiteX5" fmla="*/ 2410524 w 2789237"/>
                <a:gd name="connsiteY5" fmla="*/ 1831594 h 1971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9237" h="1971420">
                  <a:moveTo>
                    <a:pt x="2410524" y="1831594"/>
                  </a:moveTo>
                  <a:cubicBezTo>
                    <a:pt x="2510981" y="1881124"/>
                    <a:pt x="2613978" y="1928495"/>
                    <a:pt x="2719007" y="1971421"/>
                  </a:cubicBezTo>
                  <a:cubicBezTo>
                    <a:pt x="2742565" y="1948307"/>
                    <a:pt x="2765933" y="1925066"/>
                    <a:pt x="2789238" y="1901698"/>
                  </a:cubicBezTo>
                  <a:cubicBezTo>
                    <a:pt x="1773301" y="1429576"/>
                    <a:pt x="837057" y="773430"/>
                    <a:pt x="0" y="0"/>
                  </a:cubicBezTo>
                  <a:lnTo>
                    <a:pt x="0" y="153670"/>
                  </a:lnTo>
                  <a:cubicBezTo>
                    <a:pt x="731139" y="806260"/>
                    <a:pt x="1530477" y="1395413"/>
                    <a:pt x="2410524" y="1831594"/>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6" name="Freeform 23">
              <a:extLst>
                <a:ext uri="{FF2B5EF4-FFF2-40B4-BE49-F238E27FC236}">
                  <a16:creationId xmlns:a16="http://schemas.microsoft.com/office/drawing/2014/main" id="{F3E769E0-30F5-E9A3-06A2-A034EC68940D}"/>
                </a:ext>
              </a:extLst>
            </p:cNvPr>
            <p:cNvSpPr/>
            <p:nvPr/>
          </p:nvSpPr>
          <p:spPr>
            <a:xfrm>
              <a:off x="0" y="3241992"/>
              <a:ext cx="2650108" cy="1773872"/>
            </a:xfrm>
            <a:custGeom>
              <a:avLst/>
              <a:gdLst>
                <a:gd name="connsiteX0" fmla="*/ 2199450 w 2650108"/>
                <a:gd name="connsiteY0" fmla="*/ 1624965 h 1773872"/>
                <a:gd name="connsiteX1" fmla="*/ 2583434 w 2650108"/>
                <a:gd name="connsiteY1" fmla="*/ 1773873 h 1773872"/>
                <a:gd name="connsiteX2" fmla="*/ 2650109 w 2650108"/>
                <a:gd name="connsiteY2" fmla="*/ 1711325 h 1773872"/>
                <a:gd name="connsiteX3" fmla="*/ 0 w 2650108"/>
                <a:gd name="connsiteY3" fmla="*/ 0 h 1773872"/>
                <a:gd name="connsiteX4" fmla="*/ 0 w 2650108"/>
                <a:gd name="connsiteY4" fmla="*/ 173927 h 1773872"/>
                <a:gd name="connsiteX5" fmla="*/ 2199450 w 2650108"/>
                <a:gd name="connsiteY5" fmla="*/ 1624902 h 1773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0108" h="1773872">
                  <a:moveTo>
                    <a:pt x="2199450" y="1624965"/>
                  </a:moveTo>
                  <a:cubicBezTo>
                    <a:pt x="2325116" y="1681988"/>
                    <a:pt x="2453323" y="1732788"/>
                    <a:pt x="2583434" y="1773873"/>
                  </a:cubicBezTo>
                  <a:cubicBezTo>
                    <a:pt x="2605786" y="1753298"/>
                    <a:pt x="2628011" y="1732407"/>
                    <a:pt x="2650109" y="1711325"/>
                  </a:cubicBezTo>
                  <a:cubicBezTo>
                    <a:pt x="1666939" y="1321689"/>
                    <a:pt x="794893" y="688785"/>
                    <a:pt x="0" y="0"/>
                  </a:cubicBezTo>
                  <a:lnTo>
                    <a:pt x="0" y="173927"/>
                  </a:lnTo>
                  <a:cubicBezTo>
                    <a:pt x="667957" y="744665"/>
                    <a:pt x="1397445" y="1259904"/>
                    <a:pt x="2199450" y="1624902"/>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7" name="Freeform 24">
              <a:extLst>
                <a:ext uri="{FF2B5EF4-FFF2-40B4-BE49-F238E27FC236}">
                  <a16:creationId xmlns:a16="http://schemas.microsoft.com/office/drawing/2014/main" id="{87B79694-E40D-3DB1-81EC-B3CF0558B5A1}"/>
                </a:ext>
              </a:extLst>
            </p:cNvPr>
            <p:cNvSpPr/>
            <p:nvPr/>
          </p:nvSpPr>
          <p:spPr>
            <a:xfrm>
              <a:off x="0" y="3589337"/>
              <a:ext cx="2519235" cy="1535684"/>
            </a:xfrm>
            <a:custGeom>
              <a:avLst/>
              <a:gdLst>
                <a:gd name="connsiteX0" fmla="*/ 1983486 w 2519235"/>
                <a:gd name="connsiteY0" fmla="*/ 1393253 h 1535684"/>
                <a:gd name="connsiteX1" fmla="*/ 2459736 w 2519235"/>
                <a:gd name="connsiteY1" fmla="*/ 1535684 h 1535684"/>
                <a:gd name="connsiteX2" fmla="*/ 2519236 w 2519235"/>
                <a:gd name="connsiteY2" fmla="*/ 1484376 h 1535684"/>
                <a:gd name="connsiteX3" fmla="*/ 2519045 w 2519235"/>
                <a:gd name="connsiteY3" fmla="*/ 1484376 h 1535684"/>
                <a:gd name="connsiteX4" fmla="*/ 0 w 2519235"/>
                <a:gd name="connsiteY4" fmla="*/ 0 h 1535684"/>
                <a:gd name="connsiteX5" fmla="*/ 0 w 2519235"/>
                <a:gd name="connsiteY5" fmla="*/ 171958 h 1535684"/>
                <a:gd name="connsiteX6" fmla="*/ 1983486 w 2519235"/>
                <a:gd name="connsiteY6" fmla="*/ 1393190 h 153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9235" h="1535684">
                  <a:moveTo>
                    <a:pt x="1983486" y="1393253"/>
                  </a:moveTo>
                  <a:cubicBezTo>
                    <a:pt x="2141538" y="1457452"/>
                    <a:pt x="2300415" y="1506347"/>
                    <a:pt x="2459736" y="1535684"/>
                  </a:cubicBezTo>
                  <a:cubicBezTo>
                    <a:pt x="2479675" y="1518857"/>
                    <a:pt x="2499551" y="1501775"/>
                    <a:pt x="2519236" y="1484376"/>
                  </a:cubicBezTo>
                  <a:cubicBezTo>
                    <a:pt x="2519172" y="1484376"/>
                    <a:pt x="2519109" y="1484376"/>
                    <a:pt x="2519045" y="1484376"/>
                  </a:cubicBezTo>
                  <a:cubicBezTo>
                    <a:pt x="1578547" y="1201928"/>
                    <a:pt x="753491" y="614363"/>
                    <a:pt x="0" y="0"/>
                  </a:cubicBezTo>
                  <a:lnTo>
                    <a:pt x="0" y="171958"/>
                  </a:lnTo>
                  <a:cubicBezTo>
                    <a:pt x="603123" y="660209"/>
                    <a:pt x="1262190" y="1099566"/>
                    <a:pt x="1983486" y="1393190"/>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8" name="Freeform 25">
              <a:extLst>
                <a:ext uri="{FF2B5EF4-FFF2-40B4-BE49-F238E27FC236}">
                  <a16:creationId xmlns:a16="http://schemas.microsoft.com/office/drawing/2014/main" id="{708392D6-48CF-DBCE-EDD6-110D14999CAB}"/>
                </a:ext>
              </a:extLst>
            </p:cNvPr>
            <p:cNvSpPr/>
            <p:nvPr/>
          </p:nvSpPr>
          <p:spPr>
            <a:xfrm>
              <a:off x="9180576" y="1264850"/>
              <a:ext cx="3011423" cy="1498669"/>
            </a:xfrm>
            <a:custGeom>
              <a:avLst/>
              <a:gdLst>
                <a:gd name="connsiteX0" fmla="*/ 2685225 w 3011423"/>
                <a:gd name="connsiteY0" fmla="*/ 1099763 h 1498669"/>
                <a:gd name="connsiteX1" fmla="*/ 0 w 3011423"/>
                <a:gd name="connsiteY1" fmla="*/ 128085 h 1498669"/>
                <a:gd name="connsiteX2" fmla="*/ 147130 w 3011423"/>
                <a:gd name="connsiteY2" fmla="*/ 150183 h 1498669"/>
                <a:gd name="connsiteX3" fmla="*/ 3011424 w 3011423"/>
                <a:gd name="connsiteY3" fmla="*/ 1498670 h 1498669"/>
                <a:gd name="connsiteX4" fmla="*/ 3011424 w 3011423"/>
                <a:gd name="connsiteY4" fmla="*/ 1398720 h 1498669"/>
                <a:gd name="connsiteX5" fmla="*/ 2685225 w 3011423"/>
                <a:gd name="connsiteY5" fmla="*/ 1099763 h 149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1423" h="1498669">
                  <a:moveTo>
                    <a:pt x="2685225" y="1099763"/>
                  </a:moveTo>
                  <a:cubicBezTo>
                    <a:pt x="1961769" y="443680"/>
                    <a:pt x="1023176" y="-304350"/>
                    <a:pt x="0" y="128085"/>
                  </a:cubicBezTo>
                  <a:cubicBezTo>
                    <a:pt x="49593" y="132975"/>
                    <a:pt x="98616" y="140341"/>
                    <a:pt x="147130" y="150183"/>
                  </a:cubicBezTo>
                  <a:cubicBezTo>
                    <a:pt x="1292923" y="-202369"/>
                    <a:pt x="2234184" y="798899"/>
                    <a:pt x="3011424" y="1498670"/>
                  </a:cubicBezTo>
                  <a:lnTo>
                    <a:pt x="3011424" y="1398720"/>
                  </a:lnTo>
                  <a:cubicBezTo>
                    <a:pt x="2904236" y="1297374"/>
                    <a:pt x="2795588" y="1197616"/>
                    <a:pt x="2685225" y="109976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19" name="Freeform 26">
              <a:extLst>
                <a:ext uri="{FF2B5EF4-FFF2-40B4-BE49-F238E27FC236}">
                  <a16:creationId xmlns:a16="http://schemas.microsoft.com/office/drawing/2014/main" id="{FBA06BA0-616B-A449-A0BC-A6030E2FC453}"/>
                </a:ext>
              </a:extLst>
            </p:cNvPr>
            <p:cNvSpPr/>
            <p:nvPr/>
          </p:nvSpPr>
          <p:spPr>
            <a:xfrm>
              <a:off x="8974455" y="1358963"/>
              <a:ext cx="3217544" cy="3040316"/>
            </a:xfrm>
            <a:custGeom>
              <a:avLst/>
              <a:gdLst>
                <a:gd name="connsiteX0" fmla="*/ 1857121 w 3217544"/>
                <a:gd name="connsiteY0" fmla="*/ 1181989 h 3040316"/>
                <a:gd name="connsiteX1" fmla="*/ 390969 w 3217544"/>
                <a:gd name="connsiteY1" fmla="*/ 94425 h 3040316"/>
                <a:gd name="connsiteX2" fmla="*/ 390842 w 3217544"/>
                <a:gd name="connsiteY2" fmla="*/ 94425 h 3040316"/>
                <a:gd name="connsiteX3" fmla="*/ 313436 w 3217544"/>
                <a:gd name="connsiteY3" fmla="*/ 66865 h 3040316"/>
                <a:gd name="connsiteX4" fmla="*/ 202755 w 3217544"/>
                <a:gd name="connsiteY4" fmla="*/ 35115 h 3040316"/>
                <a:gd name="connsiteX5" fmla="*/ 0 w 3217544"/>
                <a:gd name="connsiteY5" fmla="*/ 0 h 3040316"/>
                <a:gd name="connsiteX6" fmla="*/ 3217545 w 3217544"/>
                <a:gd name="connsiteY6" fmla="*/ 3040317 h 3040316"/>
                <a:gd name="connsiteX7" fmla="*/ 3217545 w 3217544"/>
                <a:gd name="connsiteY7" fmla="*/ 2732215 h 3040316"/>
                <a:gd name="connsiteX8" fmla="*/ 1857121 w 3217544"/>
                <a:gd name="connsiteY8" fmla="*/ 1181989 h 3040316"/>
                <a:gd name="connsiteX9" fmla="*/ 276161 w 3217544"/>
                <a:gd name="connsiteY9" fmla="*/ 77597 h 3040316"/>
                <a:gd name="connsiteX10" fmla="*/ 276351 w 3217544"/>
                <a:gd name="connsiteY10" fmla="*/ 77534 h 3040316"/>
                <a:gd name="connsiteX11" fmla="*/ 276161 w 3217544"/>
                <a:gd name="connsiteY11" fmla="*/ 77597 h 304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17544" h="3040316">
                  <a:moveTo>
                    <a:pt x="1857121" y="1181989"/>
                  </a:moveTo>
                  <a:cubicBezTo>
                    <a:pt x="1420749" y="762635"/>
                    <a:pt x="955865" y="331470"/>
                    <a:pt x="390969" y="94425"/>
                  </a:cubicBezTo>
                  <a:cubicBezTo>
                    <a:pt x="390969" y="94425"/>
                    <a:pt x="390842" y="94425"/>
                    <a:pt x="390842" y="94425"/>
                  </a:cubicBezTo>
                  <a:cubicBezTo>
                    <a:pt x="365378" y="84519"/>
                    <a:pt x="339407" y="75438"/>
                    <a:pt x="313436" y="66865"/>
                  </a:cubicBezTo>
                  <a:cubicBezTo>
                    <a:pt x="276923" y="54991"/>
                    <a:pt x="240030" y="44323"/>
                    <a:pt x="202755" y="35115"/>
                  </a:cubicBezTo>
                  <a:cubicBezTo>
                    <a:pt x="136080" y="18733"/>
                    <a:pt x="68326" y="6858"/>
                    <a:pt x="0" y="0"/>
                  </a:cubicBezTo>
                  <a:cubicBezTo>
                    <a:pt x="1176782" y="370205"/>
                    <a:pt x="2493391" y="2051240"/>
                    <a:pt x="3217545" y="3040317"/>
                  </a:cubicBezTo>
                  <a:lnTo>
                    <a:pt x="3217545" y="2732215"/>
                  </a:lnTo>
                  <a:cubicBezTo>
                    <a:pt x="2799270" y="2186305"/>
                    <a:pt x="2348738" y="1663319"/>
                    <a:pt x="1857121" y="1181989"/>
                  </a:cubicBezTo>
                  <a:close/>
                  <a:moveTo>
                    <a:pt x="276161" y="77597"/>
                  </a:moveTo>
                  <a:cubicBezTo>
                    <a:pt x="276161" y="77597"/>
                    <a:pt x="276289" y="77597"/>
                    <a:pt x="276351" y="77534"/>
                  </a:cubicBezTo>
                  <a:cubicBezTo>
                    <a:pt x="276289" y="77597"/>
                    <a:pt x="276225" y="77597"/>
                    <a:pt x="276161" y="77597"/>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0" name="Freeform 27">
              <a:extLst>
                <a:ext uri="{FF2B5EF4-FFF2-40B4-BE49-F238E27FC236}">
                  <a16:creationId xmlns:a16="http://schemas.microsoft.com/office/drawing/2014/main" id="{94AF573C-0BDF-482B-6A2E-AB1A408656DB}"/>
                </a:ext>
              </a:extLst>
            </p:cNvPr>
            <p:cNvSpPr/>
            <p:nvPr/>
          </p:nvSpPr>
          <p:spPr>
            <a:xfrm>
              <a:off x="7620063" y="1143501"/>
              <a:ext cx="4504943" cy="5714498"/>
            </a:xfrm>
            <a:custGeom>
              <a:avLst/>
              <a:gdLst>
                <a:gd name="connsiteX0" fmla="*/ 2939161 w 4504943"/>
                <a:gd name="connsiteY0" fmla="*/ 2490603 h 5714498"/>
                <a:gd name="connsiteX1" fmla="*/ 1101471 w 4504943"/>
                <a:gd name="connsiteY1" fmla="*/ 466287 h 5714498"/>
                <a:gd name="connsiteX2" fmla="*/ 1101471 w 4504943"/>
                <a:gd name="connsiteY2" fmla="*/ 466287 h 5714498"/>
                <a:gd name="connsiteX3" fmla="*/ 0 w 4504943"/>
                <a:gd name="connsiteY3" fmla="*/ 6 h 5714498"/>
                <a:gd name="connsiteX4" fmla="*/ 121412 w 4504943"/>
                <a:gd name="connsiteY4" fmla="*/ 22739 h 5714498"/>
                <a:gd name="connsiteX5" fmla="*/ 361379 w 4504943"/>
                <a:gd name="connsiteY5" fmla="*/ 102940 h 5714498"/>
                <a:gd name="connsiteX6" fmla="*/ 944499 w 4504943"/>
                <a:gd name="connsiteY6" fmla="*/ 462350 h 5714498"/>
                <a:gd name="connsiteX7" fmla="*/ 944563 w 4504943"/>
                <a:gd name="connsiteY7" fmla="*/ 462350 h 5714498"/>
                <a:gd name="connsiteX8" fmla="*/ 1039305 w 4504943"/>
                <a:gd name="connsiteY8" fmla="*/ 535883 h 5714498"/>
                <a:gd name="connsiteX9" fmla="*/ 1079055 w 4504943"/>
                <a:gd name="connsiteY9" fmla="*/ 518103 h 5714498"/>
                <a:gd name="connsiteX10" fmla="*/ 1041527 w 4504943"/>
                <a:gd name="connsiteY10" fmla="*/ 537661 h 5714498"/>
                <a:gd name="connsiteX11" fmla="*/ 4291965 w 4504943"/>
                <a:gd name="connsiteY11" fmla="*/ 5714499 h 5714498"/>
                <a:gd name="connsiteX12" fmla="*/ 4504944 w 4504943"/>
                <a:gd name="connsiteY12" fmla="*/ 5714499 h 5714498"/>
                <a:gd name="connsiteX13" fmla="*/ 2939225 w 4504943"/>
                <a:gd name="connsiteY13" fmla="*/ 2490603 h 571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04943" h="5714498">
                  <a:moveTo>
                    <a:pt x="2939161" y="2490603"/>
                  </a:moveTo>
                  <a:cubicBezTo>
                    <a:pt x="2413635" y="1744987"/>
                    <a:pt x="1835023" y="1018038"/>
                    <a:pt x="1101471" y="466287"/>
                  </a:cubicBezTo>
                  <a:lnTo>
                    <a:pt x="1101471" y="466287"/>
                  </a:lnTo>
                  <a:cubicBezTo>
                    <a:pt x="781241" y="224860"/>
                    <a:pt x="414020" y="-1391"/>
                    <a:pt x="0" y="6"/>
                  </a:cubicBezTo>
                  <a:cubicBezTo>
                    <a:pt x="41021" y="5594"/>
                    <a:pt x="81534" y="13278"/>
                    <a:pt x="121412" y="22739"/>
                  </a:cubicBezTo>
                  <a:cubicBezTo>
                    <a:pt x="203835" y="42234"/>
                    <a:pt x="283528" y="69666"/>
                    <a:pt x="361379" y="102940"/>
                  </a:cubicBezTo>
                  <a:cubicBezTo>
                    <a:pt x="571881" y="193427"/>
                    <a:pt x="761873" y="325190"/>
                    <a:pt x="944499" y="462350"/>
                  </a:cubicBezTo>
                  <a:lnTo>
                    <a:pt x="944563" y="462350"/>
                  </a:lnTo>
                  <a:cubicBezTo>
                    <a:pt x="976503" y="486480"/>
                    <a:pt x="1007999" y="510864"/>
                    <a:pt x="1039305" y="535883"/>
                  </a:cubicBezTo>
                  <a:cubicBezTo>
                    <a:pt x="1052513" y="529850"/>
                    <a:pt x="1065784" y="523945"/>
                    <a:pt x="1079055" y="518103"/>
                  </a:cubicBezTo>
                  <a:cubicBezTo>
                    <a:pt x="1066482" y="524580"/>
                    <a:pt x="1053973" y="530994"/>
                    <a:pt x="1041527" y="537661"/>
                  </a:cubicBezTo>
                  <a:cubicBezTo>
                    <a:pt x="2556955" y="1898275"/>
                    <a:pt x="3806507" y="3725552"/>
                    <a:pt x="4291965" y="5714499"/>
                  </a:cubicBezTo>
                  <a:lnTo>
                    <a:pt x="4504944" y="5714499"/>
                  </a:lnTo>
                  <a:cubicBezTo>
                    <a:pt x="4282885" y="4540574"/>
                    <a:pt x="3614801" y="3454914"/>
                    <a:pt x="2939225" y="2490603"/>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1" name="Freeform 28">
              <a:extLst>
                <a:ext uri="{FF2B5EF4-FFF2-40B4-BE49-F238E27FC236}">
                  <a16:creationId xmlns:a16="http://schemas.microsoft.com/office/drawing/2014/main" id="{75168CD2-C92A-3998-C201-F55B7FDE445F}"/>
                </a:ext>
              </a:extLst>
            </p:cNvPr>
            <p:cNvSpPr/>
            <p:nvPr/>
          </p:nvSpPr>
          <p:spPr>
            <a:xfrm>
              <a:off x="9337865" y="1395581"/>
              <a:ext cx="2854134" cy="2423372"/>
            </a:xfrm>
            <a:custGeom>
              <a:avLst/>
              <a:gdLst>
                <a:gd name="connsiteX0" fmla="*/ 1157288 w 2854134"/>
                <a:gd name="connsiteY0" fmla="*/ 163725 h 2423372"/>
                <a:gd name="connsiteX1" fmla="*/ 237172 w 2854134"/>
                <a:gd name="connsiteY1" fmla="*/ 11896 h 2423372"/>
                <a:gd name="connsiteX2" fmla="*/ 99504 w 2854134"/>
                <a:gd name="connsiteY2" fmla="*/ 31962 h 2423372"/>
                <a:gd name="connsiteX3" fmla="*/ 0 w 2854134"/>
                <a:gd name="connsiteY3" fmla="*/ 21485 h 2423372"/>
                <a:gd name="connsiteX4" fmla="*/ 2854134 w 2854134"/>
                <a:gd name="connsiteY4" fmla="*/ 2423372 h 2423372"/>
                <a:gd name="connsiteX5" fmla="*/ 2854134 w 2854134"/>
                <a:gd name="connsiteY5" fmla="*/ 2182898 h 2423372"/>
                <a:gd name="connsiteX6" fmla="*/ 117539 w 2854134"/>
                <a:gd name="connsiteY6" fmla="*/ 34693 h 2423372"/>
                <a:gd name="connsiteX7" fmla="*/ 2854134 w 2854134"/>
                <a:gd name="connsiteY7" fmla="*/ 1626384 h 2423372"/>
                <a:gd name="connsiteX8" fmla="*/ 2854134 w 2854134"/>
                <a:gd name="connsiteY8" fmla="*/ 1487065 h 2423372"/>
                <a:gd name="connsiteX9" fmla="*/ 1157288 w 2854134"/>
                <a:gd name="connsiteY9" fmla="*/ 163788 h 242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4134" h="2423372">
                  <a:moveTo>
                    <a:pt x="1157288" y="163725"/>
                  </a:moveTo>
                  <a:cubicBezTo>
                    <a:pt x="859917" y="16214"/>
                    <a:pt x="552514" y="-22965"/>
                    <a:pt x="237172" y="11896"/>
                  </a:cubicBezTo>
                  <a:cubicBezTo>
                    <a:pt x="191071" y="17040"/>
                    <a:pt x="145224" y="23834"/>
                    <a:pt x="99504" y="31962"/>
                  </a:cubicBezTo>
                  <a:cubicBezTo>
                    <a:pt x="66421" y="27390"/>
                    <a:pt x="33274" y="23834"/>
                    <a:pt x="0" y="21485"/>
                  </a:cubicBezTo>
                  <a:cubicBezTo>
                    <a:pt x="1117282" y="343620"/>
                    <a:pt x="2105533" y="1565678"/>
                    <a:pt x="2854134" y="2423372"/>
                  </a:cubicBezTo>
                  <a:lnTo>
                    <a:pt x="2854134" y="2182898"/>
                  </a:lnTo>
                  <a:cubicBezTo>
                    <a:pt x="2182813" y="1447885"/>
                    <a:pt x="1115123" y="222462"/>
                    <a:pt x="117539" y="34693"/>
                  </a:cubicBezTo>
                  <a:cubicBezTo>
                    <a:pt x="1245679" y="-70717"/>
                    <a:pt x="2092960" y="927185"/>
                    <a:pt x="2854134" y="1626384"/>
                  </a:cubicBezTo>
                  <a:lnTo>
                    <a:pt x="2854134" y="1487065"/>
                  </a:lnTo>
                  <a:cubicBezTo>
                    <a:pt x="2337371" y="993860"/>
                    <a:pt x="1799971" y="489289"/>
                    <a:pt x="1157288" y="163788"/>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2" name="Freeform 29">
              <a:extLst>
                <a:ext uri="{FF2B5EF4-FFF2-40B4-BE49-F238E27FC236}">
                  <a16:creationId xmlns:a16="http://schemas.microsoft.com/office/drawing/2014/main" id="{08E3C901-25D6-E971-5917-56E349FA821C}"/>
                </a:ext>
              </a:extLst>
            </p:cNvPr>
            <p:cNvSpPr/>
            <p:nvPr/>
          </p:nvSpPr>
          <p:spPr>
            <a:xfrm>
              <a:off x="8082660" y="1198880"/>
              <a:ext cx="4109339" cy="5002403"/>
            </a:xfrm>
            <a:custGeom>
              <a:avLst/>
              <a:gdLst>
                <a:gd name="connsiteX0" fmla="*/ 2995486 w 4109339"/>
                <a:gd name="connsiteY0" fmla="*/ 2592261 h 5002403"/>
                <a:gd name="connsiteX1" fmla="*/ 865378 w 4109339"/>
                <a:gd name="connsiteY1" fmla="*/ 346519 h 5002403"/>
                <a:gd name="connsiteX2" fmla="*/ 865315 w 4109339"/>
                <a:gd name="connsiteY2" fmla="*/ 346519 h 5002403"/>
                <a:gd name="connsiteX3" fmla="*/ 0 w 4109339"/>
                <a:gd name="connsiteY3" fmla="*/ 0 h 5002403"/>
                <a:gd name="connsiteX4" fmla="*/ 233617 w 4109339"/>
                <a:gd name="connsiteY4" fmla="*/ 75565 h 5002403"/>
                <a:gd name="connsiteX5" fmla="*/ 778320 w 4109339"/>
                <a:gd name="connsiteY5" fmla="*/ 396494 h 5002403"/>
                <a:gd name="connsiteX6" fmla="*/ 778383 w 4109339"/>
                <a:gd name="connsiteY6" fmla="*/ 396494 h 5002403"/>
                <a:gd name="connsiteX7" fmla="*/ 4109339 w 4109339"/>
                <a:gd name="connsiteY7" fmla="*/ 5002403 h 5002403"/>
                <a:gd name="connsiteX8" fmla="*/ 4109339 w 4109339"/>
                <a:gd name="connsiteY8" fmla="*/ 4428808 h 5002403"/>
                <a:gd name="connsiteX9" fmla="*/ 2995486 w 4109339"/>
                <a:gd name="connsiteY9" fmla="*/ 2592261 h 5002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9339" h="5002403">
                  <a:moveTo>
                    <a:pt x="2995486" y="2592261"/>
                  </a:moveTo>
                  <a:cubicBezTo>
                    <a:pt x="2382393" y="1763459"/>
                    <a:pt x="1711008" y="947801"/>
                    <a:pt x="865378" y="346519"/>
                  </a:cubicBezTo>
                  <a:lnTo>
                    <a:pt x="865315" y="346519"/>
                  </a:lnTo>
                  <a:cubicBezTo>
                    <a:pt x="608013" y="168593"/>
                    <a:pt x="316611" y="22098"/>
                    <a:pt x="0" y="0"/>
                  </a:cubicBezTo>
                  <a:cubicBezTo>
                    <a:pt x="80010" y="18605"/>
                    <a:pt x="157670" y="44069"/>
                    <a:pt x="233617" y="75565"/>
                  </a:cubicBezTo>
                  <a:cubicBezTo>
                    <a:pt x="428816" y="156146"/>
                    <a:pt x="606806" y="274066"/>
                    <a:pt x="778320" y="396494"/>
                  </a:cubicBezTo>
                  <a:lnTo>
                    <a:pt x="778383" y="396494"/>
                  </a:lnTo>
                  <a:cubicBezTo>
                    <a:pt x="2259520" y="1589786"/>
                    <a:pt x="3406712" y="3235389"/>
                    <a:pt x="4109339" y="5002403"/>
                  </a:cubicBezTo>
                  <a:cubicBezTo>
                    <a:pt x="4109339" y="5002403"/>
                    <a:pt x="4109339" y="4428808"/>
                    <a:pt x="4109339" y="4428808"/>
                  </a:cubicBezTo>
                  <a:cubicBezTo>
                    <a:pt x="3797364" y="3783330"/>
                    <a:pt x="3415475" y="3172523"/>
                    <a:pt x="2995486" y="2592261"/>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3" name="Freeform 30">
              <a:extLst>
                <a:ext uri="{FF2B5EF4-FFF2-40B4-BE49-F238E27FC236}">
                  <a16:creationId xmlns:a16="http://schemas.microsoft.com/office/drawing/2014/main" id="{A46F8CAE-58C2-3C0A-4A0B-732BD0E08005}"/>
                </a:ext>
              </a:extLst>
            </p:cNvPr>
            <p:cNvSpPr/>
            <p:nvPr/>
          </p:nvSpPr>
          <p:spPr>
            <a:xfrm>
              <a:off x="8544432" y="1279588"/>
              <a:ext cx="3647630" cy="3873817"/>
            </a:xfrm>
            <a:custGeom>
              <a:avLst/>
              <a:gdLst>
                <a:gd name="connsiteX0" fmla="*/ 1828102 w 3647630"/>
                <a:gd name="connsiteY0" fmla="*/ 1188212 h 3873817"/>
                <a:gd name="connsiteX1" fmla="*/ 634429 w 3647630"/>
                <a:gd name="connsiteY1" fmla="*/ 214567 h 3873817"/>
                <a:gd name="connsiteX2" fmla="*/ 634429 w 3647630"/>
                <a:gd name="connsiteY2" fmla="*/ 214567 h 3873817"/>
                <a:gd name="connsiteX3" fmla="*/ 498031 w 3647630"/>
                <a:gd name="connsiteY3" fmla="*/ 143447 h 3873817"/>
                <a:gd name="connsiteX4" fmla="*/ 224473 w 3647630"/>
                <a:gd name="connsiteY4" fmla="*/ 41783 h 3873817"/>
                <a:gd name="connsiteX5" fmla="*/ 0 w 3647630"/>
                <a:gd name="connsiteY5" fmla="*/ 0 h 3873817"/>
                <a:gd name="connsiteX6" fmla="*/ 501206 w 3647630"/>
                <a:gd name="connsiteY6" fmla="*/ 226632 h 3873817"/>
                <a:gd name="connsiteX7" fmla="*/ 501333 w 3647630"/>
                <a:gd name="connsiteY7" fmla="*/ 226632 h 3873817"/>
                <a:gd name="connsiteX8" fmla="*/ 3647631 w 3647630"/>
                <a:gd name="connsiteY8" fmla="*/ 3873818 h 3873817"/>
                <a:gd name="connsiteX9" fmla="*/ 3647631 w 3647630"/>
                <a:gd name="connsiteY9" fmla="*/ 3469704 h 3873817"/>
                <a:gd name="connsiteX10" fmla="*/ 1828165 w 3647630"/>
                <a:gd name="connsiteY10" fmla="*/ 1188212 h 38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47630" h="3873817">
                  <a:moveTo>
                    <a:pt x="1828102" y="1188212"/>
                  </a:moveTo>
                  <a:cubicBezTo>
                    <a:pt x="1467676" y="825691"/>
                    <a:pt x="1079247" y="471551"/>
                    <a:pt x="634429" y="214567"/>
                  </a:cubicBezTo>
                  <a:cubicBezTo>
                    <a:pt x="634429" y="214567"/>
                    <a:pt x="634429" y="214567"/>
                    <a:pt x="634429" y="214567"/>
                  </a:cubicBezTo>
                  <a:cubicBezTo>
                    <a:pt x="589852" y="189294"/>
                    <a:pt x="544386" y="165291"/>
                    <a:pt x="498031" y="143447"/>
                  </a:cubicBezTo>
                  <a:cubicBezTo>
                    <a:pt x="410020" y="101790"/>
                    <a:pt x="318453" y="66993"/>
                    <a:pt x="224473" y="41783"/>
                  </a:cubicBezTo>
                  <a:cubicBezTo>
                    <a:pt x="150940" y="21908"/>
                    <a:pt x="75819" y="7811"/>
                    <a:pt x="0" y="0"/>
                  </a:cubicBezTo>
                  <a:cubicBezTo>
                    <a:pt x="177927" y="47435"/>
                    <a:pt x="345313" y="128969"/>
                    <a:pt x="501206" y="226632"/>
                  </a:cubicBezTo>
                  <a:lnTo>
                    <a:pt x="501333" y="226632"/>
                  </a:lnTo>
                  <a:cubicBezTo>
                    <a:pt x="1834579" y="1144524"/>
                    <a:pt x="2821940" y="2500503"/>
                    <a:pt x="3647631" y="3873818"/>
                  </a:cubicBezTo>
                  <a:lnTo>
                    <a:pt x="3647631" y="3469704"/>
                  </a:lnTo>
                  <a:cubicBezTo>
                    <a:pt x="3116644" y="2653094"/>
                    <a:pt x="2513076" y="1881442"/>
                    <a:pt x="1828165" y="1188212"/>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4" name="Freeform 31">
              <a:extLst>
                <a:ext uri="{FF2B5EF4-FFF2-40B4-BE49-F238E27FC236}">
                  <a16:creationId xmlns:a16="http://schemas.microsoft.com/office/drawing/2014/main" id="{E25DAFE1-B367-3007-9333-E4D06866D11C}"/>
                </a:ext>
              </a:extLst>
            </p:cNvPr>
            <p:cNvSpPr/>
            <p:nvPr/>
          </p:nvSpPr>
          <p:spPr>
            <a:xfrm>
              <a:off x="0" y="1258188"/>
              <a:ext cx="6654355" cy="3807332"/>
            </a:xfrm>
            <a:custGeom>
              <a:avLst/>
              <a:gdLst>
                <a:gd name="connsiteX0" fmla="*/ 2858643 w 6654355"/>
                <a:gd name="connsiteY0" fmla="*/ 3486468 h 3807332"/>
                <a:gd name="connsiteX1" fmla="*/ 2859723 w 6654355"/>
                <a:gd name="connsiteY1" fmla="*/ 3486976 h 3807332"/>
                <a:gd name="connsiteX2" fmla="*/ 2826830 w 6654355"/>
                <a:gd name="connsiteY2" fmla="*/ 3520504 h 3807332"/>
                <a:gd name="connsiteX3" fmla="*/ 2545652 w 6654355"/>
                <a:gd name="connsiteY3" fmla="*/ 3807333 h 3807332"/>
                <a:gd name="connsiteX4" fmla="*/ 2886393 w 6654355"/>
                <a:gd name="connsiteY4" fmla="*/ 3499422 h 3807332"/>
                <a:gd name="connsiteX5" fmla="*/ 2886012 w 6654355"/>
                <a:gd name="connsiteY5" fmla="*/ 3499295 h 3807332"/>
                <a:gd name="connsiteX6" fmla="*/ 3098991 w 6654355"/>
                <a:gd name="connsiteY6" fmla="*/ 3284283 h 3807332"/>
                <a:gd name="connsiteX7" fmla="*/ 3099435 w 6654355"/>
                <a:gd name="connsiteY7" fmla="*/ 3284538 h 3807332"/>
                <a:gd name="connsiteX8" fmla="*/ 6654356 w 6654355"/>
                <a:gd name="connsiteY8" fmla="*/ 0 h 3807332"/>
                <a:gd name="connsiteX9" fmla="*/ 6644386 w 6654355"/>
                <a:gd name="connsiteY9" fmla="*/ 2794 h 3807332"/>
                <a:gd name="connsiteX10" fmla="*/ 3060002 w 6654355"/>
                <a:gd name="connsiteY10" fmla="*/ 3263646 h 3807332"/>
                <a:gd name="connsiteX11" fmla="*/ 0 w 6654355"/>
                <a:gd name="connsiteY11" fmla="*/ 1011809 h 3807332"/>
                <a:gd name="connsiteX12" fmla="*/ 0 w 6654355"/>
                <a:gd name="connsiteY12" fmla="*/ 1164146 h 3807332"/>
                <a:gd name="connsiteX13" fmla="*/ 2993962 w 6654355"/>
                <a:gd name="connsiteY13" fmla="*/ 3337814 h 3807332"/>
                <a:gd name="connsiteX14" fmla="*/ 2926652 w 6654355"/>
                <a:gd name="connsiteY14" fmla="*/ 3412363 h 3807332"/>
                <a:gd name="connsiteX15" fmla="*/ 0 w 6654355"/>
                <a:gd name="connsiteY15" fmla="*/ 1323403 h 3807332"/>
                <a:gd name="connsiteX16" fmla="*/ 0 w 6654355"/>
                <a:gd name="connsiteY16" fmla="*/ 1487996 h 3807332"/>
                <a:gd name="connsiteX17" fmla="*/ 2858643 w 6654355"/>
                <a:gd name="connsiteY17" fmla="*/ 3486468 h 3807332"/>
                <a:gd name="connsiteX18" fmla="*/ 4230688 w 6654355"/>
                <a:gd name="connsiteY18" fmla="*/ 1884236 h 3807332"/>
                <a:gd name="connsiteX19" fmla="*/ 5131626 w 6654355"/>
                <a:gd name="connsiteY19" fmla="*/ 938466 h 3807332"/>
                <a:gd name="connsiteX20" fmla="*/ 3493580 w 6654355"/>
                <a:gd name="connsiteY20" fmla="*/ 2778824 h 3807332"/>
                <a:gd name="connsiteX21" fmla="*/ 4230688 w 6654355"/>
                <a:gd name="connsiteY21" fmla="*/ 1884236 h 3807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654355" h="3807332">
                  <a:moveTo>
                    <a:pt x="2858643" y="3486468"/>
                  </a:moveTo>
                  <a:cubicBezTo>
                    <a:pt x="2859024" y="3486595"/>
                    <a:pt x="2859342" y="3486785"/>
                    <a:pt x="2859723" y="3486976"/>
                  </a:cubicBezTo>
                  <a:cubicBezTo>
                    <a:pt x="2848801" y="3498215"/>
                    <a:pt x="2837879" y="3509391"/>
                    <a:pt x="2826830" y="3520504"/>
                  </a:cubicBezTo>
                  <a:cubicBezTo>
                    <a:pt x="2735326" y="3618103"/>
                    <a:pt x="2641981" y="3714369"/>
                    <a:pt x="2545652" y="3807333"/>
                  </a:cubicBezTo>
                  <a:cubicBezTo>
                    <a:pt x="2663698" y="3711956"/>
                    <a:pt x="2777300" y="3605784"/>
                    <a:pt x="2886393" y="3499422"/>
                  </a:cubicBezTo>
                  <a:cubicBezTo>
                    <a:pt x="2886266" y="3499358"/>
                    <a:pt x="2886139" y="3499295"/>
                    <a:pt x="2886012" y="3499295"/>
                  </a:cubicBezTo>
                  <a:cubicBezTo>
                    <a:pt x="2958275" y="3428937"/>
                    <a:pt x="3029204" y="3357182"/>
                    <a:pt x="3098991" y="3284283"/>
                  </a:cubicBezTo>
                  <a:cubicBezTo>
                    <a:pt x="3099118" y="3284347"/>
                    <a:pt x="3099308" y="3284411"/>
                    <a:pt x="3099435" y="3284538"/>
                  </a:cubicBezTo>
                  <a:cubicBezTo>
                    <a:pt x="4216845" y="2137791"/>
                    <a:pt x="5095875" y="597662"/>
                    <a:pt x="6654356" y="0"/>
                  </a:cubicBezTo>
                  <a:cubicBezTo>
                    <a:pt x="6651054" y="952"/>
                    <a:pt x="6647561" y="1651"/>
                    <a:pt x="6644386" y="2794"/>
                  </a:cubicBezTo>
                  <a:cubicBezTo>
                    <a:pt x="5128197" y="445072"/>
                    <a:pt x="4073271" y="2131377"/>
                    <a:pt x="3060002" y="3263646"/>
                  </a:cubicBezTo>
                  <a:cubicBezTo>
                    <a:pt x="1949387" y="2660650"/>
                    <a:pt x="917766" y="1905825"/>
                    <a:pt x="0" y="1011809"/>
                  </a:cubicBezTo>
                  <a:lnTo>
                    <a:pt x="0" y="1164146"/>
                  </a:lnTo>
                  <a:cubicBezTo>
                    <a:pt x="897446" y="2030794"/>
                    <a:pt x="1906842" y="2764345"/>
                    <a:pt x="2993962" y="3337814"/>
                  </a:cubicBezTo>
                  <a:cubicBezTo>
                    <a:pt x="2971673" y="3362706"/>
                    <a:pt x="2949321" y="3387662"/>
                    <a:pt x="2926652" y="3412363"/>
                  </a:cubicBezTo>
                  <a:cubicBezTo>
                    <a:pt x="1864170" y="2870899"/>
                    <a:pt x="876554" y="2160270"/>
                    <a:pt x="0" y="1323403"/>
                  </a:cubicBezTo>
                  <a:lnTo>
                    <a:pt x="0" y="1487996"/>
                  </a:lnTo>
                  <a:cubicBezTo>
                    <a:pt x="856933" y="2294382"/>
                    <a:pt x="1819021" y="2978023"/>
                    <a:pt x="2858643" y="3486468"/>
                  </a:cubicBezTo>
                  <a:close/>
                  <a:moveTo>
                    <a:pt x="4230688" y="1884236"/>
                  </a:moveTo>
                  <a:cubicBezTo>
                    <a:pt x="4510024" y="1560830"/>
                    <a:pt x="4806252" y="1231646"/>
                    <a:pt x="5131626" y="938466"/>
                  </a:cubicBezTo>
                  <a:cubicBezTo>
                    <a:pt x="4527677" y="1507808"/>
                    <a:pt x="4025265" y="2148777"/>
                    <a:pt x="3493580" y="2778824"/>
                  </a:cubicBezTo>
                  <a:cubicBezTo>
                    <a:pt x="3737356" y="2478723"/>
                    <a:pt x="3978402" y="2176336"/>
                    <a:pt x="4230688" y="1884236"/>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sp>
          <p:nvSpPr>
            <p:cNvPr id="25" name="Freeform 32">
              <a:extLst>
                <a:ext uri="{FF2B5EF4-FFF2-40B4-BE49-F238E27FC236}">
                  <a16:creationId xmlns:a16="http://schemas.microsoft.com/office/drawing/2014/main" id="{F01B8F91-D428-96F2-FF19-8948FA893D29}"/>
                </a:ext>
              </a:extLst>
            </p:cNvPr>
            <p:cNvSpPr/>
            <p:nvPr/>
          </p:nvSpPr>
          <p:spPr>
            <a:xfrm>
              <a:off x="63" y="1192149"/>
              <a:ext cx="11477815" cy="5665914"/>
            </a:xfrm>
            <a:custGeom>
              <a:avLst/>
              <a:gdLst>
                <a:gd name="connsiteX0" fmla="*/ 9963404 w 11477815"/>
                <a:gd name="connsiteY0" fmla="*/ 2440115 h 5665914"/>
                <a:gd name="connsiteX1" fmla="*/ 8133715 w 11477815"/>
                <a:gd name="connsiteY1" fmla="*/ 395097 h 5665914"/>
                <a:gd name="connsiteX2" fmla="*/ 8133652 w 11477815"/>
                <a:gd name="connsiteY2" fmla="*/ 395097 h 5665914"/>
                <a:gd name="connsiteX3" fmla="*/ 7947343 w 11477815"/>
                <a:gd name="connsiteY3" fmla="*/ 267208 h 5665914"/>
                <a:gd name="connsiteX4" fmla="*/ 7947280 w 11477815"/>
                <a:gd name="connsiteY4" fmla="*/ 267208 h 5665914"/>
                <a:gd name="connsiteX5" fmla="*/ 7918768 w 11477815"/>
                <a:gd name="connsiteY5" fmla="*/ 249301 h 5665914"/>
                <a:gd name="connsiteX6" fmla="*/ 7918705 w 11477815"/>
                <a:gd name="connsiteY6" fmla="*/ 249301 h 5665914"/>
                <a:gd name="connsiteX7" fmla="*/ 7669593 w 11477815"/>
                <a:gd name="connsiteY7" fmla="*/ 116268 h 5665914"/>
                <a:gd name="connsiteX8" fmla="*/ 7531989 w 11477815"/>
                <a:gd name="connsiteY8" fmla="*/ 62801 h 5665914"/>
                <a:gd name="connsiteX9" fmla="*/ 7205536 w 11477815"/>
                <a:gd name="connsiteY9" fmla="*/ 0 h 5665914"/>
                <a:gd name="connsiteX10" fmla="*/ 7205536 w 11477815"/>
                <a:gd name="connsiteY10" fmla="*/ 0 h 5665914"/>
                <a:gd name="connsiteX11" fmla="*/ 2393696 w 11477815"/>
                <a:gd name="connsiteY11" fmla="*/ 4013264 h 5665914"/>
                <a:gd name="connsiteX12" fmla="*/ 2393633 w 11477815"/>
                <a:gd name="connsiteY12" fmla="*/ 4013264 h 5665914"/>
                <a:gd name="connsiteX13" fmla="*/ 2362772 w 11477815"/>
                <a:gd name="connsiteY13" fmla="*/ 4039870 h 5665914"/>
                <a:gd name="connsiteX14" fmla="*/ 2362708 w 11477815"/>
                <a:gd name="connsiteY14" fmla="*/ 4039870 h 5665914"/>
                <a:gd name="connsiteX15" fmla="*/ 1593596 w 11477815"/>
                <a:gd name="connsiteY15" fmla="*/ 4438142 h 5665914"/>
                <a:gd name="connsiteX16" fmla="*/ 0 w 11477815"/>
                <a:gd name="connsiteY16" fmla="*/ 3975862 h 5665914"/>
                <a:gd name="connsiteX17" fmla="*/ 0 w 11477815"/>
                <a:gd name="connsiteY17" fmla="*/ 4120261 h 5665914"/>
                <a:gd name="connsiteX18" fmla="*/ 2453069 w 11477815"/>
                <a:gd name="connsiteY18" fmla="*/ 4020693 h 5665914"/>
                <a:gd name="connsiteX19" fmla="*/ 2596960 w 11477815"/>
                <a:gd name="connsiteY19" fmla="*/ 3985768 h 5665914"/>
                <a:gd name="connsiteX20" fmla="*/ 2757932 w 11477815"/>
                <a:gd name="connsiteY20" fmla="*/ 3928872 h 5665914"/>
                <a:gd name="connsiteX21" fmla="*/ 3341624 w 11477815"/>
                <a:gd name="connsiteY21" fmla="*/ 3569272 h 5665914"/>
                <a:gd name="connsiteX22" fmla="*/ 3341688 w 11477815"/>
                <a:gd name="connsiteY22" fmla="*/ 3569272 h 5665914"/>
                <a:gd name="connsiteX23" fmla="*/ 7412356 w 11477815"/>
                <a:gd name="connsiteY23" fmla="*/ 94805 h 5665914"/>
                <a:gd name="connsiteX24" fmla="*/ 7567231 w 11477815"/>
                <a:gd name="connsiteY24" fmla="*/ 145923 h 5665914"/>
                <a:gd name="connsiteX25" fmla="*/ 2675001 w 11477815"/>
                <a:gd name="connsiteY25" fmla="*/ 3983101 h 5665914"/>
                <a:gd name="connsiteX26" fmla="*/ 3216212 w 11477815"/>
                <a:gd name="connsiteY26" fmla="*/ 3853371 h 5665914"/>
                <a:gd name="connsiteX27" fmla="*/ 3655758 w 11477815"/>
                <a:gd name="connsiteY27" fmla="*/ 3604197 h 5665914"/>
                <a:gd name="connsiteX28" fmla="*/ 3655758 w 11477815"/>
                <a:gd name="connsiteY28" fmla="*/ 3604133 h 5665914"/>
                <a:gd name="connsiteX29" fmla="*/ 3906838 w 11477815"/>
                <a:gd name="connsiteY29" fmla="*/ 3419475 h 5665914"/>
                <a:gd name="connsiteX30" fmla="*/ 3906901 w 11477815"/>
                <a:gd name="connsiteY30" fmla="*/ 3419475 h 5665914"/>
                <a:gd name="connsiteX31" fmla="*/ 7355078 w 11477815"/>
                <a:gd name="connsiteY31" fmla="*/ 352869 h 5665914"/>
                <a:gd name="connsiteX32" fmla="*/ 7685215 w 11477815"/>
                <a:gd name="connsiteY32" fmla="*/ 216599 h 5665914"/>
                <a:gd name="connsiteX33" fmla="*/ 7707503 w 11477815"/>
                <a:gd name="connsiteY33" fmla="*/ 208978 h 5665914"/>
                <a:gd name="connsiteX34" fmla="*/ 7835519 w 11477815"/>
                <a:gd name="connsiteY34" fmla="*/ 278828 h 5665914"/>
                <a:gd name="connsiteX35" fmla="*/ 3696399 w 11477815"/>
                <a:gd name="connsiteY35" fmla="*/ 3701542 h 5665914"/>
                <a:gd name="connsiteX36" fmla="*/ 3035110 w 11477815"/>
                <a:gd name="connsiteY36" fmla="*/ 3946842 h 5665914"/>
                <a:gd name="connsiteX37" fmla="*/ 3339783 w 11477815"/>
                <a:gd name="connsiteY37" fmla="*/ 3914839 h 5665914"/>
                <a:gd name="connsiteX38" fmla="*/ 3440684 w 11477815"/>
                <a:gd name="connsiteY38" fmla="*/ 3891090 h 5665914"/>
                <a:gd name="connsiteX39" fmla="*/ 3636074 w 11477815"/>
                <a:gd name="connsiteY39" fmla="*/ 3824732 h 5665914"/>
                <a:gd name="connsiteX40" fmla="*/ 4535043 w 11477815"/>
                <a:gd name="connsiteY40" fmla="*/ 3248723 h 5665914"/>
                <a:gd name="connsiteX41" fmla="*/ 7954010 w 11477815"/>
                <a:gd name="connsiteY41" fmla="*/ 352806 h 5665914"/>
                <a:gd name="connsiteX42" fmla="*/ 8060690 w 11477815"/>
                <a:gd name="connsiteY42" fmla="*/ 426021 h 5665914"/>
                <a:gd name="connsiteX43" fmla="*/ 3451352 w 11477815"/>
                <a:gd name="connsiteY43" fmla="*/ 3918141 h 5665914"/>
                <a:gd name="connsiteX44" fmla="*/ 4892231 w 11477815"/>
                <a:gd name="connsiteY44" fmla="*/ 3288665 h 5665914"/>
                <a:gd name="connsiteX45" fmla="*/ 8156575 w 11477815"/>
                <a:gd name="connsiteY45" fmla="*/ 496316 h 5665914"/>
                <a:gd name="connsiteX46" fmla="*/ 8237538 w 11477815"/>
                <a:gd name="connsiteY46" fmla="*/ 558483 h 5665914"/>
                <a:gd name="connsiteX47" fmla="*/ 5621211 w 11477815"/>
                <a:gd name="connsiteY47" fmla="*/ 2772029 h 5665914"/>
                <a:gd name="connsiteX48" fmla="*/ 4114864 w 11477815"/>
                <a:gd name="connsiteY48" fmla="*/ 3840290 h 5665914"/>
                <a:gd name="connsiteX49" fmla="*/ 3897948 w 11477815"/>
                <a:gd name="connsiteY49" fmla="*/ 3886517 h 5665914"/>
                <a:gd name="connsiteX50" fmla="*/ 4238689 w 11477815"/>
                <a:gd name="connsiteY50" fmla="*/ 3842385 h 5665914"/>
                <a:gd name="connsiteX51" fmla="*/ 4507294 w 11477815"/>
                <a:gd name="connsiteY51" fmla="*/ 3793998 h 5665914"/>
                <a:gd name="connsiteX52" fmla="*/ 6075998 w 11477815"/>
                <a:gd name="connsiteY52" fmla="*/ 2670111 h 5665914"/>
                <a:gd name="connsiteX53" fmla="*/ 8363712 w 11477815"/>
                <a:gd name="connsiteY53" fmla="*/ 660654 h 5665914"/>
                <a:gd name="connsiteX54" fmla="*/ 11416220 w 11477815"/>
                <a:gd name="connsiteY54" fmla="*/ 5665915 h 5665914"/>
                <a:gd name="connsiteX55" fmla="*/ 11477816 w 11477815"/>
                <a:gd name="connsiteY55" fmla="*/ 5665915 h 5665914"/>
                <a:gd name="connsiteX56" fmla="*/ 9963404 w 11477815"/>
                <a:gd name="connsiteY56" fmla="*/ 2440178 h 5665914"/>
                <a:gd name="connsiteX57" fmla="*/ 6569583 w 11477815"/>
                <a:gd name="connsiteY57" fmla="*/ 347027 h 5665914"/>
                <a:gd name="connsiteX58" fmla="*/ 3003423 w 11477815"/>
                <a:gd name="connsiteY58" fmla="*/ 3713035 h 5665914"/>
                <a:gd name="connsiteX59" fmla="*/ 3003423 w 11477815"/>
                <a:gd name="connsiteY59" fmla="*/ 3713035 h 5665914"/>
                <a:gd name="connsiteX60" fmla="*/ 2465959 w 11477815"/>
                <a:gd name="connsiteY60" fmla="*/ 4008247 h 5665914"/>
                <a:gd name="connsiteX61" fmla="*/ 2691384 w 11477815"/>
                <a:gd name="connsiteY61" fmla="*/ 3855403 h 5665914"/>
                <a:gd name="connsiteX62" fmla="*/ 2691448 w 11477815"/>
                <a:gd name="connsiteY62" fmla="*/ 3855403 h 5665914"/>
                <a:gd name="connsiteX63" fmla="*/ 3227197 w 11477815"/>
                <a:gd name="connsiteY63" fmla="*/ 3415983 h 5665914"/>
                <a:gd name="connsiteX64" fmla="*/ 3227261 w 11477815"/>
                <a:gd name="connsiteY64" fmla="*/ 3415983 h 5665914"/>
                <a:gd name="connsiteX65" fmla="*/ 6990588 w 11477815"/>
                <a:gd name="connsiteY65" fmla="*/ 58610 h 5665914"/>
                <a:gd name="connsiteX66" fmla="*/ 6990715 w 11477815"/>
                <a:gd name="connsiteY66" fmla="*/ 58610 h 5665914"/>
                <a:gd name="connsiteX67" fmla="*/ 7228840 w 11477815"/>
                <a:gd name="connsiteY67" fmla="*/ 61341 h 5665914"/>
                <a:gd name="connsiteX68" fmla="*/ 6569647 w 11477815"/>
                <a:gd name="connsiteY68" fmla="*/ 347027 h 5665914"/>
                <a:gd name="connsiteX69" fmla="*/ 8003730 w 11477815"/>
                <a:gd name="connsiteY69" fmla="*/ 860488 h 5665914"/>
                <a:gd name="connsiteX70" fmla="*/ 4697222 w 11477815"/>
                <a:gd name="connsiteY70" fmla="*/ 3719259 h 5665914"/>
                <a:gd name="connsiteX71" fmla="*/ 4486148 w 11477815"/>
                <a:gd name="connsiteY71" fmla="*/ 3761549 h 5665914"/>
                <a:gd name="connsiteX72" fmla="*/ 8302118 w 11477815"/>
                <a:gd name="connsiteY72" fmla="*/ 609918 h 5665914"/>
                <a:gd name="connsiteX73" fmla="*/ 8328533 w 11477815"/>
                <a:gd name="connsiteY73" fmla="*/ 631381 h 5665914"/>
                <a:gd name="connsiteX74" fmla="*/ 8003730 w 11477815"/>
                <a:gd name="connsiteY74" fmla="*/ 860488 h 5665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477815" h="5665914">
                  <a:moveTo>
                    <a:pt x="9963404" y="2440115"/>
                  </a:moveTo>
                  <a:cubicBezTo>
                    <a:pt x="9454642" y="1678242"/>
                    <a:pt x="8877364" y="941197"/>
                    <a:pt x="8133715" y="395097"/>
                  </a:cubicBezTo>
                  <a:lnTo>
                    <a:pt x="8133652" y="395097"/>
                  </a:lnTo>
                  <a:cubicBezTo>
                    <a:pt x="8072882" y="350520"/>
                    <a:pt x="8010969" y="307657"/>
                    <a:pt x="7947343" y="267208"/>
                  </a:cubicBezTo>
                  <a:lnTo>
                    <a:pt x="7947280" y="267208"/>
                  </a:lnTo>
                  <a:cubicBezTo>
                    <a:pt x="7937818" y="261112"/>
                    <a:pt x="7928356" y="255206"/>
                    <a:pt x="7918768" y="249301"/>
                  </a:cubicBezTo>
                  <a:lnTo>
                    <a:pt x="7918705" y="249301"/>
                  </a:lnTo>
                  <a:cubicBezTo>
                    <a:pt x="7838694" y="199644"/>
                    <a:pt x="7755700" y="154559"/>
                    <a:pt x="7669593" y="116268"/>
                  </a:cubicBezTo>
                  <a:cubicBezTo>
                    <a:pt x="7624572" y="96456"/>
                    <a:pt x="7578662" y="78232"/>
                    <a:pt x="7531989" y="62801"/>
                  </a:cubicBezTo>
                  <a:cubicBezTo>
                    <a:pt x="7426643" y="27305"/>
                    <a:pt x="7316597" y="5588"/>
                    <a:pt x="7205536" y="0"/>
                  </a:cubicBezTo>
                  <a:lnTo>
                    <a:pt x="7205536" y="0"/>
                  </a:lnTo>
                  <a:cubicBezTo>
                    <a:pt x="5218621" y="204406"/>
                    <a:pt x="3984879" y="2985707"/>
                    <a:pt x="2393696" y="4013264"/>
                  </a:cubicBezTo>
                  <a:lnTo>
                    <a:pt x="2393633" y="4013264"/>
                  </a:lnTo>
                  <a:cubicBezTo>
                    <a:pt x="2383346" y="4022280"/>
                    <a:pt x="2373122" y="4030980"/>
                    <a:pt x="2362772" y="4039870"/>
                  </a:cubicBezTo>
                  <a:lnTo>
                    <a:pt x="2362708" y="4039870"/>
                  </a:lnTo>
                  <a:cubicBezTo>
                    <a:pt x="2141538" y="4228275"/>
                    <a:pt x="1884616" y="4390771"/>
                    <a:pt x="1593596" y="4438142"/>
                  </a:cubicBezTo>
                  <a:cubicBezTo>
                    <a:pt x="1031685" y="4504690"/>
                    <a:pt x="484188" y="4241419"/>
                    <a:pt x="0" y="3975862"/>
                  </a:cubicBezTo>
                  <a:lnTo>
                    <a:pt x="0" y="4120261"/>
                  </a:lnTo>
                  <a:cubicBezTo>
                    <a:pt x="819277" y="4599750"/>
                    <a:pt x="1756537" y="4815459"/>
                    <a:pt x="2453069" y="4020693"/>
                  </a:cubicBezTo>
                  <a:cubicBezTo>
                    <a:pt x="2501583" y="4011295"/>
                    <a:pt x="2549525" y="3999738"/>
                    <a:pt x="2596960" y="3985768"/>
                  </a:cubicBezTo>
                  <a:cubicBezTo>
                    <a:pt x="2651506" y="3969703"/>
                    <a:pt x="2705354" y="3950589"/>
                    <a:pt x="2757932" y="3928872"/>
                  </a:cubicBezTo>
                  <a:cubicBezTo>
                    <a:pt x="2970657" y="3842067"/>
                    <a:pt x="3160205" y="3708464"/>
                    <a:pt x="3341624" y="3569272"/>
                  </a:cubicBezTo>
                  <a:lnTo>
                    <a:pt x="3341688" y="3569272"/>
                  </a:lnTo>
                  <a:cubicBezTo>
                    <a:pt x="4734941" y="2467928"/>
                    <a:pt x="5644198" y="670750"/>
                    <a:pt x="7412356" y="94805"/>
                  </a:cubicBezTo>
                  <a:cubicBezTo>
                    <a:pt x="7464806" y="108649"/>
                    <a:pt x="7516431" y="125921"/>
                    <a:pt x="7567231" y="145923"/>
                  </a:cubicBezTo>
                  <a:cubicBezTo>
                    <a:pt x="5551170" y="760476"/>
                    <a:pt x="4360609" y="3546539"/>
                    <a:pt x="2675001" y="3983101"/>
                  </a:cubicBezTo>
                  <a:cubicBezTo>
                    <a:pt x="2861247" y="3972306"/>
                    <a:pt x="3045143" y="3927475"/>
                    <a:pt x="3216212" y="3853371"/>
                  </a:cubicBezTo>
                  <a:cubicBezTo>
                    <a:pt x="3370771" y="3785934"/>
                    <a:pt x="3515868" y="3697923"/>
                    <a:pt x="3655758" y="3604197"/>
                  </a:cubicBezTo>
                  <a:cubicBezTo>
                    <a:pt x="3655758" y="3604197"/>
                    <a:pt x="3655822" y="3604197"/>
                    <a:pt x="3655758" y="3604133"/>
                  </a:cubicBezTo>
                  <a:cubicBezTo>
                    <a:pt x="3741801" y="3545904"/>
                    <a:pt x="3825494" y="3484118"/>
                    <a:pt x="3906838" y="3419475"/>
                  </a:cubicBezTo>
                  <a:cubicBezTo>
                    <a:pt x="3906901" y="3419475"/>
                    <a:pt x="3906901" y="3419475"/>
                    <a:pt x="3906901" y="3419475"/>
                  </a:cubicBezTo>
                  <a:cubicBezTo>
                    <a:pt x="5090033" y="2441385"/>
                    <a:pt x="5944299" y="1043622"/>
                    <a:pt x="7355078" y="352869"/>
                  </a:cubicBezTo>
                  <a:cubicBezTo>
                    <a:pt x="7462520" y="301435"/>
                    <a:pt x="7572630" y="255524"/>
                    <a:pt x="7685215" y="216599"/>
                  </a:cubicBezTo>
                  <a:cubicBezTo>
                    <a:pt x="7692580" y="213995"/>
                    <a:pt x="7700010" y="211391"/>
                    <a:pt x="7707503" y="208978"/>
                  </a:cubicBezTo>
                  <a:cubicBezTo>
                    <a:pt x="7750937" y="230696"/>
                    <a:pt x="7793609" y="254127"/>
                    <a:pt x="7835519" y="278828"/>
                  </a:cubicBezTo>
                  <a:cubicBezTo>
                    <a:pt x="6100953" y="934085"/>
                    <a:pt x="5217732" y="2745930"/>
                    <a:pt x="3696399" y="3701542"/>
                  </a:cubicBezTo>
                  <a:cubicBezTo>
                    <a:pt x="3491738" y="3819271"/>
                    <a:pt x="3269996" y="3914077"/>
                    <a:pt x="3035110" y="3946842"/>
                  </a:cubicBezTo>
                  <a:cubicBezTo>
                    <a:pt x="3137345" y="3945699"/>
                    <a:pt x="3239580" y="3935095"/>
                    <a:pt x="3339783" y="3914839"/>
                  </a:cubicBezTo>
                  <a:cubicBezTo>
                    <a:pt x="3373628" y="3908044"/>
                    <a:pt x="3407283" y="3899979"/>
                    <a:pt x="3440684" y="3891090"/>
                  </a:cubicBezTo>
                  <a:cubicBezTo>
                    <a:pt x="3507105" y="3873055"/>
                    <a:pt x="3572193" y="3850767"/>
                    <a:pt x="3636074" y="3824732"/>
                  </a:cubicBezTo>
                  <a:cubicBezTo>
                    <a:pt x="3968306" y="3690366"/>
                    <a:pt x="4265105" y="3482277"/>
                    <a:pt x="4535043" y="3248723"/>
                  </a:cubicBezTo>
                  <a:cubicBezTo>
                    <a:pt x="5647182" y="2261616"/>
                    <a:pt x="6543485" y="944372"/>
                    <a:pt x="7954010" y="352806"/>
                  </a:cubicBezTo>
                  <a:cubicBezTo>
                    <a:pt x="7990268" y="376682"/>
                    <a:pt x="8025829" y="401193"/>
                    <a:pt x="8060690" y="426021"/>
                  </a:cubicBezTo>
                  <a:cubicBezTo>
                    <a:pt x="6274562" y="1143825"/>
                    <a:pt x="5051489" y="3656711"/>
                    <a:pt x="3451352" y="3918141"/>
                  </a:cubicBezTo>
                  <a:cubicBezTo>
                    <a:pt x="3995483" y="3921442"/>
                    <a:pt x="4489196" y="3632200"/>
                    <a:pt x="4892231" y="3288665"/>
                  </a:cubicBezTo>
                  <a:cubicBezTo>
                    <a:pt x="5968492" y="2350072"/>
                    <a:pt x="6843649" y="1129157"/>
                    <a:pt x="8156575" y="496316"/>
                  </a:cubicBezTo>
                  <a:cubicBezTo>
                    <a:pt x="8183753" y="516699"/>
                    <a:pt x="8210741" y="537400"/>
                    <a:pt x="8237538" y="558483"/>
                  </a:cubicBezTo>
                  <a:cubicBezTo>
                    <a:pt x="7208711" y="1086231"/>
                    <a:pt x="6436106" y="1975168"/>
                    <a:pt x="5621211" y="2772029"/>
                  </a:cubicBezTo>
                  <a:cubicBezTo>
                    <a:pt x="5188014" y="3196590"/>
                    <a:pt x="4715891" y="3670617"/>
                    <a:pt x="4114864" y="3840290"/>
                  </a:cubicBezTo>
                  <a:cubicBezTo>
                    <a:pt x="4043934" y="3860229"/>
                    <a:pt x="3971036" y="3876040"/>
                    <a:pt x="3897948" y="3886517"/>
                  </a:cubicBezTo>
                  <a:cubicBezTo>
                    <a:pt x="4012121" y="3883851"/>
                    <a:pt x="4127690" y="3869499"/>
                    <a:pt x="4238689" y="3842385"/>
                  </a:cubicBezTo>
                  <a:cubicBezTo>
                    <a:pt x="4326636" y="3812477"/>
                    <a:pt x="4415981" y="3805809"/>
                    <a:pt x="4507294" y="3793998"/>
                  </a:cubicBezTo>
                  <a:cubicBezTo>
                    <a:pt x="5115433" y="3680523"/>
                    <a:pt x="5639499" y="3079686"/>
                    <a:pt x="6075998" y="2670111"/>
                  </a:cubicBezTo>
                  <a:cubicBezTo>
                    <a:pt x="6796215" y="1954212"/>
                    <a:pt x="7494588" y="1200531"/>
                    <a:pt x="8363712" y="660654"/>
                  </a:cubicBezTo>
                  <a:cubicBezTo>
                    <a:pt x="9820593" y="1986471"/>
                    <a:pt x="10861294" y="3785553"/>
                    <a:pt x="11416220" y="5665915"/>
                  </a:cubicBezTo>
                  <a:lnTo>
                    <a:pt x="11477816" y="5665915"/>
                  </a:lnTo>
                  <a:cubicBezTo>
                    <a:pt x="11195368" y="4507675"/>
                    <a:pt x="10620502" y="3425380"/>
                    <a:pt x="9963404" y="2440178"/>
                  </a:cubicBezTo>
                  <a:close/>
                  <a:moveTo>
                    <a:pt x="6569583" y="347027"/>
                  </a:moveTo>
                  <a:cubicBezTo>
                    <a:pt x="5128133" y="1175703"/>
                    <a:pt x="4306570" y="2718562"/>
                    <a:pt x="3003423" y="3713035"/>
                  </a:cubicBezTo>
                  <a:lnTo>
                    <a:pt x="3003423" y="3713035"/>
                  </a:lnTo>
                  <a:cubicBezTo>
                    <a:pt x="2839212" y="3836226"/>
                    <a:pt x="2660142" y="3941382"/>
                    <a:pt x="2465959" y="4008247"/>
                  </a:cubicBezTo>
                  <a:cubicBezTo>
                    <a:pt x="2527427" y="3939540"/>
                    <a:pt x="2618169" y="3910076"/>
                    <a:pt x="2691384" y="3855403"/>
                  </a:cubicBezTo>
                  <a:lnTo>
                    <a:pt x="2691448" y="3855403"/>
                  </a:lnTo>
                  <a:cubicBezTo>
                    <a:pt x="2883281" y="3726180"/>
                    <a:pt x="3057335" y="3572383"/>
                    <a:pt x="3227197" y="3415983"/>
                  </a:cubicBezTo>
                  <a:lnTo>
                    <a:pt x="3227261" y="3415983"/>
                  </a:lnTo>
                  <a:cubicBezTo>
                    <a:pt x="4451287" y="2281301"/>
                    <a:pt x="5347589" y="643890"/>
                    <a:pt x="6990588" y="58610"/>
                  </a:cubicBezTo>
                  <a:cubicBezTo>
                    <a:pt x="6990652" y="58674"/>
                    <a:pt x="6990715" y="58610"/>
                    <a:pt x="6990715" y="58610"/>
                  </a:cubicBezTo>
                  <a:cubicBezTo>
                    <a:pt x="7070789" y="52959"/>
                    <a:pt x="7150481" y="53403"/>
                    <a:pt x="7228840" y="61341"/>
                  </a:cubicBezTo>
                  <a:cubicBezTo>
                    <a:pt x="6997955" y="128588"/>
                    <a:pt x="6775577" y="229299"/>
                    <a:pt x="6569647" y="347027"/>
                  </a:cubicBezTo>
                  <a:close/>
                  <a:moveTo>
                    <a:pt x="8003730" y="860488"/>
                  </a:moveTo>
                  <a:cubicBezTo>
                    <a:pt x="6768275" y="1654365"/>
                    <a:pt x="5974271" y="2991803"/>
                    <a:pt x="4697222" y="3719259"/>
                  </a:cubicBezTo>
                  <a:cubicBezTo>
                    <a:pt x="4628388" y="3739579"/>
                    <a:pt x="4557967" y="3753993"/>
                    <a:pt x="4486148" y="3761549"/>
                  </a:cubicBezTo>
                  <a:cubicBezTo>
                    <a:pt x="5956745" y="2985770"/>
                    <a:pt x="6805359" y="1370584"/>
                    <a:pt x="8302118" y="609918"/>
                  </a:cubicBezTo>
                  <a:cubicBezTo>
                    <a:pt x="8310943" y="617030"/>
                    <a:pt x="8319770" y="624205"/>
                    <a:pt x="8328533" y="631381"/>
                  </a:cubicBezTo>
                  <a:cubicBezTo>
                    <a:pt x="8214805" y="705803"/>
                    <a:pt x="8106093" y="783209"/>
                    <a:pt x="8003730" y="860488"/>
                  </a:cubicBezTo>
                  <a:close/>
                </a:path>
              </a:pathLst>
            </a:custGeom>
            <a:grp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B1F69"/>
                </a:solidFill>
                <a:effectLst/>
                <a:uLnTx/>
                <a:uFillTx/>
              </a:endParaRPr>
            </a:p>
          </p:txBody>
        </p:sp>
      </p:grpSp>
      <p:graphicFrame>
        <p:nvGraphicFramePr>
          <p:cNvPr id="3" name="Object 2" hidden="1">
            <a:extLst>
              <a:ext uri="{FF2B5EF4-FFF2-40B4-BE49-F238E27FC236}">
                <a16:creationId xmlns:a16="http://schemas.microsoft.com/office/drawing/2014/main" id="{F98064E9-3153-4628-A7D5-81F8DEADB0D6}"/>
              </a:ext>
            </a:extLst>
          </p:cNvPr>
          <p:cNvGraphicFramePr>
            <a:graphicFrameLocks noChangeAspect="1"/>
          </p:cNvGraphicFramePr>
          <p:nvPr userDrawn="1">
            <p:custDataLst>
              <p:tags r:id="rId1"/>
            </p:custDataLst>
            <p:extLst>
              <p:ext uri="{D42A27DB-BD31-4B8C-83A1-F6EECF244321}">
                <p14:modId xmlns:p14="http://schemas.microsoft.com/office/powerpoint/2010/main" val="27787221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98064E9-3153-4628-A7D5-81F8DEADB0D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4FCABF2-1291-4CAB-A39C-0FDD2FD8A1F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bwMode="blackGray">
          <a:xfrm>
            <a:off x="554735" y="1976968"/>
            <a:ext cx="7585964" cy="677108"/>
          </a:xfrm>
        </p:spPr>
        <p:txBody>
          <a:bodyPr vert="horz" anchor="b">
            <a:noAutofit/>
          </a:bodyPr>
          <a:lstStyle>
            <a:lvl1pPr rtl="0">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9" name="1. On-page tracker">
            <a:extLst>
              <a:ext uri="{FF2B5EF4-FFF2-40B4-BE49-F238E27FC236}">
                <a16:creationId xmlns:a16="http://schemas.microsoft.com/office/drawing/2014/main" id="{8F89071A-FCD4-4931-B959-81108D770B1E}"/>
              </a:ext>
            </a:extLst>
          </p:cNvPr>
          <p:cNvSpPr>
            <a:spLocks noGrp="1"/>
          </p:cNvSpPr>
          <p:nvPr>
            <p:ph type="body" sz="quarter" idx="10" hasCustomPrompt="1"/>
            <p:custDataLst>
              <p:tags r:id="rId6"/>
            </p:custDataLst>
          </p:nvPr>
        </p:nvSpPr>
        <p:spPr bwMode="black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1780010B-34E3-1BBE-C262-B2795A9855B4}"/>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
        <p:nvSpPr>
          <p:cNvPr id="26" name="3. Subtitle">
            <a:extLst>
              <a:ext uri="{FF2B5EF4-FFF2-40B4-BE49-F238E27FC236}">
                <a16:creationId xmlns:a16="http://schemas.microsoft.com/office/drawing/2014/main" id="{CCBC308A-686A-17FE-9CC5-33946BF0A19A}"/>
              </a:ext>
            </a:extLst>
          </p:cNvPr>
          <p:cNvSpPr>
            <a:spLocks noGrp="1"/>
          </p:cNvSpPr>
          <p:nvPr>
            <p:ph type="subTitle" idx="1"/>
            <p:custDataLst>
              <p:tags r:id="rId7"/>
            </p:custDataLst>
          </p:nvPr>
        </p:nvSpPr>
        <p:spPr bwMode="gray">
          <a:xfrm>
            <a:off x="554735" y="2796871"/>
            <a:ext cx="7585964"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a:defRPr lang="en-US" b="0" baseline="0" dirty="0">
                <a:solidFill>
                  <a:schemeClr val="accent1"/>
                </a:solidFill>
              </a:defRPr>
            </a:lvl1pPr>
          </a:lstStyle>
          <a:p>
            <a:pPr lvl="0"/>
            <a:r>
              <a:rPr lang="en-US"/>
              <a:t>Click to edit Master subtitle style</a:t>
            </a:r>
          </a:p>
        </p:txBody>
      </p:sp>
    </p:spTree>
    <p:extLst>
      <p:ext uri="{BB962C8B-B14F-4D97-AF65-F5344CB8AC3E}">
        <p14:creationId xmlns:p14="http://schemas.microsoft.com/office/powerpoint/2010/main" val="3775015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52273FB-3270-4181-86FF-C1D92782D49D}"/>
              </a:ext>
            </a:extLst>
          </p:cNvPr>
          <p:cNvGraphicFramePr>
            <a:graphicFrameLocks noChangeAspect="1"/>
          </p:cNvGraphicFramePr>
          <p:nvPr userDrawn="1">
            <p:custDataLst>
              <p:tags r:id="rId1"/>
            </p:custDataLst>
            <p:extLst>
              <p:ext uri="{D42A27DB-BD31-4B8C-83A1-F6EECF244321}">
                <p14:modId xmlns:p14="http://schemas.microsoft.com/office/powerpoint/2010/main" val="319135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F52273FB-3270-4181-86FF-C1D92782D49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DE3D51E-EFF4-4CED-8D1C-0D351D7D3278}"/>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bwMode="blackGray">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bwMode="blackGray">
          <a:xfrm>
            <a:off x="1505712" y="4160237"/>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0" name="1. On-page tracker">
            <a:extLst>
              <a:ext uri="{FF2B5EF4-FFF2-40B4-BE49-F238E27FC236}">
                <a16:creationId xmlns:a16="http://schemas.microsoft.com/office/drawing/2014/main" id="{878CBA30-A797-424E-A56B-F43F015ECE96}"/>
              </a:ext>
            </a:extLst>
          </p:cNvPr>
          <p:cNvSpPr>
            <a:spLocks noGrp="1"/>
          </p:cNvSpPr>
          <p:nvPr>
            <p:ph type="body" sz="quarter" idx="10" hasCustomPrompt="1"/>
            <p:custDataLst>
              <p:tags r:id="rId7"/>
            </p:custDataLst>
          </p:nvPr>
        </p:nvSpPr>
        <p:spPr bwMode="black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5" name="Freeform 3">
            <a:extLst>
              <a:ext uri="{FF2B5EF4-FFF2-40B4-BE49-F238E27FC236}">
                <a16:creationId xmlns:a16="http://schemas.microsoft.com/office/drawing/2014/main" id="{A0B61D39-422A-E6C3-53AD-0E7D4EE6AF19}"/>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3126788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501908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2BA1E0C-CA9F-489D-B144-727B655BD19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5"/>
            </p:custDataLst>
          </p:nvPr>
        </p:nvSpPr>
        <p:spPr bwMode="gray">
          <a:xfrm>
            <a:off x="554736" y="2744369"/>
            <a:ext cx="2514600" cy="769441"/>
          </a:xfrm>
        </p:spPr>
        <p:txBody>
          <a:bodyPr vert="horz" anchor="b">
            <a:noAutofit/>
          </a:bodyPr>
          <a:lstStyle>
            <a:lvl1pPr rtl="0">
              <a:defRPr>
                <a:solidFill>
                  <a:schemeClr val="bg1"/>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6"/>
            </p:custDataLst>
          </p:nvPr>
        </p:nvSpPr>
        <p:spPr bwMode="gray">
          <a:xfrm>
            <a:off x="554736" y="3594598"/>
            <a:ext cx="2514600" cy="492443"/>
          </a:xfrm>
          <a:prstGeom prst="rect">
            <a:avLst/>
          </a:prstGeom>
        </p:spPr>
        <p:txBody>
          <a:bodyPr wrap="square">
            <a:spAutoFit/>
          </a:bodyPr>
          <a:lstStyle>
            <a:lvl1pPr marL="0" indent="0" algn="l" rtl="0">
              <a:buNone/>
              <a:defRPr sz="1600" b="0" baseline="0">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0" name="1. On-page tracker">
            <a:extLst>
              <a:ext uri="{FF2B5EF4-FFF2-40B4-BE49-F238E27FC236}">
                <a16:creationId xmlns:a16="http://schemas.microsoft.com/office/drawing/2014/main" id="{7E97B40B-AFF2-4819-823D-9831ADC756CA}"/>
              </a:ext>
            </a:extLst>
          </p:cNvPr>
          <p:cNvSpPr>
            <a:spLocks noGrp="1"/>
          </p:cNvSpPr>
          <p:nvPr>
            <p:ph type="body" sz="quarter" idx="10" hasCustomPrompt="1"/>
            <p:custDataLst>
              <p:tags r:id="rId7"/>
            </p:custDataLst>
          </p:nvPr>
        </p:nvSpPr>
        <p:spPr bwMode="gray">
          <a:xfrm>
            <a:off x="554735" y="32072"/>
            <a:ext cx="2514601" cy="123111"/>
          </a:xfrm>
          <a:prstGeom prst="rect">
            <a:avLst/>
          </a:prstGeom>
          <a:ln w="6350">
            <a:noFill/>
            <a:miter lim="800000"/>
          </a:ln>
        </p:spPr>
        <p:txBody>
          <a:bodyPr vert="horz" wrap="square" lIns="0" tIns="0" rIns="0" bIns="0" rtlCol="0">
            <a:spAutoFit/>
          </a:bodyPr>
          <a:lstStyle>
            <a:lvl1pPr rtl="0">
              <a:defRPr lang="en-US" sz="800" b="0" dirty="0">
                <a:solidFill>
                  <a:schemeClr val="tx2"/>
                </a:solidFill>
                <a:cs typeface="+mn-cs"/>
              </a:defRPr>
            </a:lvl1pPr>
          </a:lstStyle>
          <a:p>
            <a:pPr lvl="0">
              <a:buNone/>
            </a:pPr>
            <a:r>
              <a:rPr lang="en-US"/>
              <a:t>Add tracker</a:t>
            </a:r>
          </a:p>
        </p:txBody>
      </p:sp>
      <p:sp>
        <p:nvSpPr>
          <p:cNvPr id="5" name="5. Source" hidden="1">
            <a:extLst>
              <a:ext uri="{FF2B5EF4-FFF2-40B4-BE49-F238E27FC236}">
                <a16:creationId xmlns:a16="http://schemas.microsoft.com/office/drawing/2014/main" id="{E7C1601A-C8FF-32F6-A245-3D3A7F405F05}"/>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2"/>
                </a:solidFill>
              </a:rPr>
              <a:t>Source: …</a:t>
            </a:r>
          </a:p>
        </p:txBody>
      </p:sp>
      <p:sp>
        <p:nvSpPr>
          <p:cNvPr id="7" name="Freeform 3">
            <a:extLst>
              <a:ext uri="{FF2B5EF4-FFF2-40B4-BE49-F238E27FC236}">
                <a16:creationId xmlns:a16="http://schemas.microsoft.com/office/drawing/2014/main" id="{640141D4-7C41-FA58-8A29-CFC38A731054}"/>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4199818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2"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1614430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4" name="Object 2" hidden="1">
                        <a:extLst>
                          <a:ext uri="{FF2B5EF4-FFF2-40B4-BE49-F238E27FC236}">
                            <a16:creationId xmlns:a16="http://schemas.microsoft.com/office/drawing/2014/main" id="{D6AD2A36-39D2-411F-97A0-A924098965A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6FA1A46-CC63-4D80-904D-B75922926F0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chemeClr val="bg2"/>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5"/>
            </p:custDataLst>
          </p:nvPr>
        </p:nvSpPr>
        <p:spPr bwMode="gray">
          <a:xfrm>
            <a:off x="554736" y="2744369"/>
            <a:ext cx="3465576" cy="769441"/>
          </a:xfrm>
          <a:prstGeom prst="rect">
            <a:avLst/>
          </a:prstGeom>
        </p:spPr>
        <p:txBody>
          <a:bodyPr vert="horz" wrap="square" anchor="b">
            <a:noAutofit/>
          </a:bodyPr>
          <a:lstStyle>
            <a:lvl1pPr algn="l" rtl="0">
              <a:defRPr>
                <a:solidFill>
                  <a:schemeClr val="bg1"/>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6"/>
            </p:custDataLst>
          </p:nvPr>
        </p:nvSpPr>
        <p:spPr bwMode="gray">
          <a:xfrm>
            <a:off x="554735" y="3594598"/>
            <a:ext cx="3465575" cy="246221"/>
          </a:xfrm>
          <a:prstGeom prst="rect">
            <a:avLst/>
          </a:prstGeom>
        </p:spPr>
        <p:txBody>
          <a:bodyPr wrap="square">
            <a:spAutoFit/>
          </a:bodyPr>
          <a:lstStyle>
            <a:lvl1pPr marL="0" indent="0" algn="l" rtl="0">
              <a:buNone/>
              <a:defRPr sz="1600" b="0" baseline="0">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2"/>
                </a:solidFill>
              </a:rPr>
              <a:t>Source: …</a:t>
            </a:r>
          </a:p>
        </p:txBody>
      </p:sp>
      <p:sp>
        <p:nvSpPr>
          <p:cNvPr id="10" name="1. On-page tracker">
            <a:extLst>
              <a:ext uri="{FF2B5EF4-FFF2-40B4-BE49-F238E27FC236}">
                <a16:creationId xmlns:a16="http://schemas.microsoft.com/office/drawing/2014/main" id="{2635D98B-97DC-4A80-82A3-A8B3C701B736}"/>
              </a:ext>
            </a:extLst>
          </p:cNvPr>
          <p:cNvSpPr>
            <a:spLocks noGrp="1"/>
          </p:cNvSpPr>
          <p:nvPr>
            <p:ph type="body" sz="quarter" idx="10" hasCustomPrompt="1"/>
            <p:custDataLst>
              <p:tags r:id="rId8"/>
            </p:custDataLst>
          </p:nvPr>
        </p:nvSpPr>
        <p:spPr bwMode="gray">
          <a:xfrm>
            <a:off x="554735" y="32072"/>
            <a:ext cx="3465575" cy="123111"/>
          </a:xfrm>
          <a:prstGeom prst="rect">
            <a:avLst/>
          </a:prstGeom>
          <a:ln w="6350">
            <a:noFill/>
            <a:miter lim="800000"/>
          </a:ln>
        </p:spPr>
        <p:txBody>
          <a:bodyPr vert="horz" wrap="square" lIns="0" tIns="0" rIns="0" bIns="0" rtlCol="0">
            <a:spAutoFit/>
          </a:bodyPr>
          <a:lstStyle>
            <a:lvl1pPr rtl="0">
              <a:defRPr lang="en-US" sz="800" b="0" dirty="0">
                <a:solidFill>
                  <a:schemeClr val="tx2"/>
                </a:solidFill>
                <a:cs typeface="+mn-cs"/>
              </a:defRPr>
            </a:lvl1pPr>
          </a:lstStyle>
          <a:p>
            <a:pPr lvl="0">
              <a:buNone/>
            </a:pPr>
            <a:r>
              <a:rPr lang="en-US"/>
              <a:t>Add tracker</a:t>
            </a:r>
          </a:p>
        </p:txBody>
      </p:sp>
      <p:sp>
        <p:nvSpPr>
          <p:cNvPr id="5" name="Freeform 3">
            <a:extLst>
              <a:ext uri="{FF2B5EF4-FFF2-40B4-BE49-F238E27FC236}">
                <a16:creationId xmlns:a16="http://schemas.microsoft.com/office/drawing/2014/main" id="{2613071C-B552-1143-ADDE-233D7920D335}"/>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4286952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3351142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bwMode="gray">
          <a:xfrm>
            <a:off x="554736" y="168642"/>
            <a:ext cx="5065776" cy="769441"/>
          </a:xfrm>
        </p:spPr>
        <p:txBody>
          <a:bodyPr vert="horz">
            <a:noAutofit/>
          </a:bodyPr>
          <a:lstStyle>
            <a:lvl1pPr rtl="0">
              <a:defRPr>
                <a:solidFill>
                  <a:schemeClr val="bg1"/>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bwMode="gray">
          <a:xfrm>
            <a:off x="554736" y="1018871"/>
            <a:ext cx="5065776" cy="246221"/>
          </a:xfrm>
          <a:prstGeom prst="rect">
            <a:avLst/>
          </a:prstGeom>
        </p:spPr>
        <p:txBody>
          <a:bodyPr wrap="square">
            <a:spAutoFit/>
          </a:bodyPr>
          <a:lstStyle>
            <a:lvl1pPr marL="0" indent="0" algn="l" rtl="0">
              <a:buNone/>
              <a:defRPr sz="1600" b="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2"/>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8"/>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2"/>
                </a:solidFill>
                <a:cs typeface="+mn-cs"/>
              </a:defRPr>
            </a:lvl1pPr>
          </a:lstStyle>
          <a:p>
            <a:pPr lvl="0">
              <a:buNone/>
            </a:pPr>
            <a:r>
              <a:rPr lang="en-US"/>
              <a:t>Add tracker</a:t>
            </a:r>
          </a:p>
        </p:txBody>
      </p:sp>
      <p:sp>
        <p:nvSpPr>
          <p:cNvPr id="5" name="Freeform 3">
            <a:extLst>
              <a:ext uri="{FF2B5EF4-FFF2-40B4-BE49-F238E27FC236}">
                <a16:creationId xmlns:a16="http://schemas.microsoft.com/office/drawing/2014/main" id="{EF2C2FD3-FDF5-AD4F-CCEC-B2D0A9876AF4}"/>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6877398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2904869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2. Slide Title">
            <a:extLst>
              <a:ext uri="{FF2B5EF4-FFF2-40B4-BE49-F238E27FC236}">
                <a16:creationId xmlns:a16="http://schemas.microsoft.com/office/drawing/2014/main" id="{E1D61C74-F3E2-42EF-998D-BEC7B3EBD0BC}"/>
              </a:ext>
            </a:extLst>
          </p:cNvPr>
          <p:cNvSpPr>
            <a:spLocks noGrp="1"/>
          </p:cNvSpPr>
          <p:nvPr>
            <p:ph type="title"/>
            <p:custDataLst>
              <p:tags r:id="rId3"/>
            </p:custDataLst>
          </p:nvPr>
        </p:nvSpPr>
        <p:spPr bwMode="gray">
          <a:xfrm>
            <a:off x="554736" y="168642"/>
            <a:ext cx="6967728" cy="769441"/>
          </a:xfrm>
        </p:spPr>
        <p:txBody>
          <a:bodyPr vert="horz">
            <a:noAutofit/>
          </a:bodyPr>
          <a:lstStyle>
            <a:lvl1pPr rtl="0">
              <a:defRPr>
                <a:solidFill>
                  <a:schemeClr val="bg1"/>
                </a:solidFill>
              </a:defRPr>
            </a:lvl1pPr>
          </a:lstStyle>
          <a:p>
            <a:r>
              <a:rPr lang="en-US"/>
              <a:t>Click to edit Master title style</a:t>
            </a: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3. Subtitle">
            <a:extLst>
              <a:ext uri="{FF2B5EF4-FFF2-40B4-BE49-F238E27FC236}">
                <a16:creationId xmlns:a16="http://schemas.microsoft.com/office/drawing/2014/main" id="{48CA3F7F-79C3-4776-BD80-2B6BECA0AF60}"/>
              </a:ext>
            </a:extLst>
          </p:cNvPr>
          <p:cNvSpPr>
            <a:spLocks noGrp="1"/>
          </p:cNvSpPr>
          <p:nvPr>
            <p:ph type="subTitle" idx="1"/>
            <p:custDataLst>
              <p:tags r:id="rId6"/>
            </p:custDataLst>
          </p:nvPr>
        </p:nvSpPr>
        <p:spPr bwMode="gray">
          <a:xfrm>
            <a:off x="554736" y="1018871"/>
            <a:ext cx="6967728" cy="246221"/>
          </a:xfrm>
          <a:prstGeom prst="rect">
            <a:avLst/>
          </a:prstGeom>
        </p:spPr>
        <p:txBody>
          <a:bodyPr wrap="square">
            <a:spAutoFit/>
          </a:bodyPr>
          <a:lstStyle>
            <a:lvl1pPr marL="0" indent="0" algn="l" rtl="0">
              <a:buNone/>
              <a:defRPr sz="1600" b="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2"/>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8"/>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2"/>
                </a:solidFill>
                <a:cs typeface="+mn-cs"/>
              </a:defRPr>
            </a:lvl1pPr>
          </a:lstStyle>
          <a:p>
            <a:pPr lvl="0">
              <a:buNone/>
            </a:pPr>
            <a:r>
              <a:rPr lang="en-US"/>
              <a:t>Add tracker</a:t>
            </a:r>
          </a:p>
        </p:txBody>
      </p:sp>
      <p:sp>
        <p:nvSpPr>
          <p:cNvPr id="5" name="Freeform 3">
            <a:extLst>
              <a:ext uri="{FF2B5EF4-FFF2-40B4-BE49-F238E27FC236}">
                <a16:creationId xmlns:a16="http://schemas.microsoft.com/office/drawing/2014/main" id="{6CC07C4A-FE3A-091E-822C-FE11AD5A2369}"/>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4234228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3777862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3" progId="TCLayout.ActiveDocument.1">
                  <p:embed/>
                </p:oleObj>
              </mc:Choice>
              <mc:Fallback>
                <p:oleObj name="think-cell Slide" r:id="rId10"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5"/>
            </p:custDataLst>
          </p:nvPr>
        </p:nvSpPr>
        <p:spPr bwMode="gray">
          <a:xfrm>
            <a:off x="554736" y="168642"/>
            <a:ext cx="7918704" cy="769441"/>
          </a:xfrm>
        </p:spPr>
        <p:txBody>
          <a:bodyPr vert="horz">
            <a:noAutofit/>
          </a:bodyPr>
          <a:lstStyle>
            <a:lvl1pPr rtl="0">
              <a:defRPr>
                <a:solidFill>
                  <a:schemeClr val="bg1"/>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6"/>
            </p:custDataLst>
          </p:nvPr>
        </p:nvSpPr>
        <p:spPr bwMode="gray">
          <a:xfrm>
            <a:off x="554736" y="1018871"/>
            <a:ext cx="7918704" cy="246221"/>
          </a:xfrm>
          <a:prstGeom prst="rect">
            <a:avLst/>
          </a:prstGeom>
        </p:spPr>
        <p:txBody>
          <a:bodyPr wrap="square">
            <a:spAutoFit/>
          </a:bodyPr>
          <a:lstStyle>
            <a:lvl1pPr marL="0" indent="0" algn="l" rtl="0">
              <a:buNone/>
              <a:defRPr sz="1600" b="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2"/>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8"/>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2"/>
                </a:solidFill>
                <a:cs typeface="+mn-cs"/>
              </a:defRPr>
            </a:lvl1pPr>
          </a:lstStyle>
          <a:p>
            <a:pPr lvl="0">
              <a:buNone/>
            </a:pPr>
            <a:r>
              <a:rPr lang="en-US"/>
              <a:t>Add tracker</a:t>
            </a:r>
          </a:p>
        </p:txBody>
      </p:sp>
      <p:sp>
        <p:nvSpPr>
          <p:cNvPr id="5" name="Freeform 3">
            <a:extLst>
              <a:ext uri="{FF2B5EF4-FFF2-40B4-BE49-F238E27FC236}">
                <a16:creationId xmlns:a16="http://schemas.microsoft.com/office/drawing/2014/main" id="{33CD2897-CFDF-42E2-6F94-A21410AC75A1}"/>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791182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1"/>
            </p:custDataLst>
            <p:extLst>
              <p:ext uri="{D42A27DB-BD31-4B8C-83A1-F6EECF244321}">
                <p14:modId xmlns:p14="http://schemas.microsoft.com/office/powerpoint/2010/main" val="1012771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565A5C"/>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rgbClr val="565A5C"/>
              </a:solidFill>
              <a:latin typeface="+mn-lt"/>
              <a:ea typeface="+mn-ea"/>
              <a:cs typeface="Arial" panose="020B0604020202020204" pitchFamily="34" charset="0"/>
            </a:endParaRP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5"/>
            </p:custDataLst>
          </p:nvPr>
        </p:nvSpPr>
        <p:spPr bwMode="gray">
          <a:xfrm>
            <a:off x="554736" y="1018871"/>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7"/>
            </p:custDataLst>
          </p:nvPr>
        </p:nvSpPr>
        <p:spPr bwMode="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BE46E1C7-E21D-9E73-AA4F-6F1DBC9AF54D}"/>
              </a:ext>
            </a:extLst>
          </p:cNvPr>
          <p:cNvSpPr>
            <a:spLocks noGrp="1"/>
          </p:cNvSpPr>
          <p:nvPr>
            <p:ph type="title"/>
          </p:nvPr>
        </p:nvSpPr>
        <p:spPr bwMode="gray">
          <a:xfrm>
            <a:off x="554736" y="168642"/>
            <a:ext cx="5065776" cy="769441"/>
          </a:xfrm>
        </p:spPr>
        <p:txBody>
          <a:bodyPr vert="horz">
            <a:noAutofit/>
          </a:bodyPr>
          <a:lstStyle/>
          <a:p>
            <a:r>
              <a:rPr lang="en-US"/>
              <a:t>Click to edit Master title style</a:t>
            </a:r>
          </a:p>
        </p:txBody>
      </p:sp>
      <p:sp>
        <p:nvSpPr>
          <p:cNvPr id="5" name="Freeform 3">
            <a:extLst>
              <a:ext uri="{FF2B5EF4-FFF2-40B4-BE49-F238E27FC236}">
                <a16:creationId xmlns:a16="http://schemas.microsoft.com/office/drawing/2014/main" id="{5EEB1AD3-AA8F-DA0F-8EDA-DF1B2A75C21F}"/>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6178739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21933179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7B8DBD3-5ABF-4E0A-9F2E-53C58888D156}"/>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rgbClr val="565A5C"/>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rgbClr val="565A5C"/>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5"/>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solidFill>
                  <a:schemeClr val="tx1"/>
                </a:solidFill>
              </a:rPr>
              <a:t>Source: …</a:t>
            </a:r>
          </a:p>
        </p:txBody>
      </p:sp>
      <p:sp>
        <p:nvSpPr>
          <p:cNvPr id="10" name="1. On-page tracker">
            <a:extLst>
              <a:ext uri="{FF2B5EF4-FFF2-40B4-BE49-F238E27FC236}">
                <a16:creationId xmlns:a16="http://schemas.microsoft.com/office/drawing/2014/main" id="{6F53EF37-F1B6-47E2-A119-A2386F59B295}"/>
              </a:ext>
            </a:extLst>
          </p:cNvPr>
          <p:cNvSpPr>
            <a:spLocks noGrp="1"/>
          </p:cNvSpPr>
          <p:nvPr>
            <p:ph type="body" sz="quarter" idx="10" hasCustomPrompt="1"/>
            <p:custDataLst>
              <p:tags r:id="rId6"/>
            </p:custDataLst>
          </p:nvPr>
        </p:nvSpPr>
        <p:spPr bwMode="gray">
          <a:xfrm>
            <a:off x="554735" y="32072"/>
            <a:ext cx="3465576"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2" name="3. Subtitle">
            <a:extLst>
              <a:ext uri="{FF2B5EF4-FFF2-40B4-BE49-F238E27FC236}">
                <a16:creationId xmlns:a16="http://schemas.microsoft.com/office/drawing/2014/main" id="{63DE0353-99BC-4322-9D9F-E3C1556B87A4}"/>
              </a:ext>
            </a:extLst>
          </p:cNvPr>
          <p:cNvSpPr>
            <a:spLocks noGrp="1"/>
          </p:cNvSpPr>
          <p:nvPr>
            <p:ph type="subTitle" idx="1"/>
            <p:custDataLst>
              <p:tags r:id="rId7"/>
            </p:custDataLst>
          </p:nvPr>
        </p:nvSpPr>
        <p:spPr bwMode="gray">
          <a:xfrm>
            <a:off x="554734" y="3594598"/>
            <a:ext cx="3465576"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6" name="2. Slide Title">
            <a:extLst>
              <a:ext uri="{FF2B5EF4-FFF2-40B4-BE49-F238E27FC236}">
                <a16:creationId xmlns:a16="http://schemas.microsoft.com/office/drawing/2014/main" id="{991CBB13-3B21-7938-6A0D-80B8785D7149}"/>
              </a:ext>
            </a:extLst>
          </p:cNvPr>
          <p:cNvSpPr>
            <a:spLocks noGrp="1"/>
          </p:cNvSpPr>
          <p:nvPr>
            <p:ph type="title"/>
          </p:nvPr>
        </p:nvSpPr>
        <p:spPr bwMode="gray">
          <a:xfrm>
            <a:off x="554736" y="2744369"/>
            <a:ext cx="3465576" cy="769441"/>
          </a:xfrm>
        </p:spPr>
        <p:txBody>
          <a:bodyPr vert="horz">
            <a:noAutofit/>
          </a:bodyPr>
          <a:lstStyle/>
          <a:p>
            <a:r>
              <a:rPr lang="en-US"/>
              <a:t>Click to edit Master title style</a:t>
            </a:r>
          </a:p>
        </p:txBody>
      </p:sp>
      <p:sp>
        <p:nvSpPr>
          <p:cNvPr id="5" name="Freeform 3">
            <a:extLst>
              <a:ext uri="{FF2B5EF4-FFF2-40B4-BE49-F238E27FC236}">
                <a16:creationId xmlns:a16="http://schemas.microsoft.com/office/drawing/2014/main" id="{545BEDC2-4A35-A3A8-F267-72C09B1FC95A}"/>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42719942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2996037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565A5C"/>
                </a:solidFill>
                <a:effectLst/>
                <a:uLnTx/>
                <a:uFillTx/>
                <a:latin typeface="+mn-lt"/>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565A5C"/>
              </a:solidFill>
              <a:effectLst/>
              <a:uLnTx/>
              <a:uFillTx/>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6"/>
            </p:custDataLst>
          </p:nvPr>
        </p:nvSpPr>
        <p:spPr bwMode="gray">
          <a:xfrm>
            <a:off x="554735" y="32072"/>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7"/>
            </p:custDataLst>
          </p:nvPr>
        </p:nvSpPr>
        <p:spPr bwMode="gray">
          <a:xfrm>
            <a:off x="554736" y="3594598"/>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7" name="2. Slide Title">
            <a:extLst>
              <a:ext uri="{FF2B5EF4-FFF2-40B4-BE49-F238E27FC236}">
                <a16:creationId xmlns:a16="http://schemas.microsoft.com/office/drawing/2014/main" id="{9EC1F5AF-2169-384D-5B0D-C0C137FC20B5}"/>
              </a:ext>
            </a:extLst>
          </p:cNvPr>
          <p:cNvSpPr>
            <a:spLocks noGrp="1"/>
          </p:cNvSpPr>
          <p:nvPr>
            <p:ph type="title"/>
          </p:nvPr>
        </p:nvSpPr>
        <p:spPr bwMode="gray">
          <a:xfrm>
            <a:off x="554736" y="2744369"/>
            <a:ext cx="2514600" cy="769441"/>
          </a:xfrm>
        </p:spPr>
        <p:txBody>
          <a:bodyPr vert="horz">
            <a:noAutofit/>
          </a:bodyPr>
          <a:lstStyle/>
          <a:p>
            <a:r>
              <a:rPr lang="en-US"/>
              <a:t>Click to edit Master title style</a:t>
            </a:r>
          </a:p>
        </p:txBody>
      </p:sp>
      <p:sp>
        <p:nvSpPr>
          <p:cNvPr id="5" name="Freeform 3">
            <a:extLst>
              <a:ext uri="{FF2B5EF4-FFF2-40B4-BE49-F238E27FC236}">
                <a16:creationId xmlns:a16="http://schemas.microsoft.com/office/drawing/2014/main" id="{D4464606-6B96-ED8A-4908-1D1E058EB8AA}"/>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6"/>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4080587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37BF69-DBBB-44FA-AA65-8999BD8B4E5F}"/>
              </a:ext>
            </a:extLst>
          </p:cNvPr>
          <p:cNvGraphicFramePr>
            <a:graphicFrameLocks noChangeAspect="1"/>
          </p:cNvGraphicFramePr>
          <p:nvPr userDrawn="1">
            <p:custDataLst>
              <p:tags r:id="rId1"/>
            </p:custDataLst>
            <p:extLst>
              <p:ext uri="{D42A27DB-BD31-4B8C-83A1-F6EECF244321}">
                <p14:modId xmlns:p14="http://schemas.microsoft.com/office/powerpoint/2010/main" val="8053729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D937BF69-DBBB-44FA-AA65-8999BD8B4E5F}"/>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440E0BC-D285-4CB0-BC8F-8E2C57BF2A20}"/>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8" name="1. On-page tracker">
            <a:extLst>
              <a:ext uri="{FF2B5EF4-FFF2-40B4-BE49-F238E27FC236}">
                <a16:creationId xmlns:a16="http://schemas.microsoft.com/office/drawing/2014/main" id="{B5C5F547-1B1B-411D-99AF-7DE767A71F19}"/>
              </a:ext>
            </a:extLst>
          </p:cNvPr>
          <p:cNvSpPr>
            <a:spLocks noGrp="1"/>
          </p:cNvSpPr>
          <p:nvPr>
            <p:ph type="body" sz="quarter" idx="10" hasCustomPrompt="1"/>
            <p:custDataLst>
              <p:tags r:id="rId5"/>
            </p:custDataLst>
          </p:nvPr>
        </p:nvSpPr>
        <p:spPr bwMode="black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7" name="2. Slide Title">
            <a:extLst>
              <a:ext uri="{FF2B5EF4-FFF2-40B4-BE49-F238E27FC236}">
                <a16:creationId xmlns:a16="http://schemas.microsoft.com/office/drawing/2014/main" id="{6A222431-52CE-303E-CA7C-5CE513372120}"/>
              </a:ext>
            </a:extLst>
          </p:cNvPr>
          <p:cNvSpPr>
            <a:spLocks noGrp="1"/>
          </p:cNvSpPr>
          <p:nvPr>
            <p:ph type="title"/>
          </p:nvPr>
        </p:nvSpPr>
        <p:spPr bwMode="blackGray">
          <a:xfrm>
            <a:off x="554736" y="168642"/>
            <a:ext cx="11082528" cy="1154162"/>
          </a:xfrm>
        </p:spPr>
        <p:txBody>
          <a:bodyPr vert="horz">
            <a:noAutofit/>
          </a:bodyPr>
          <a:lstStyle/>
          <a:p>
            <a:r>
              <a:rPr lang="en-US"/>
              <a:t>Click to edit Master title style</a:t>
            </a:r>
          </a:p>
        </p:txBody>
      </p:sp>
      <p:sp>
        <p:nvSpPr>
          <p:cNvPr id="5" name="Freeform 3">
            <a:extLst>
              <a:ext uri="{FF2B5EF4-FFF2-40B4-BE49-F238E27FC236}">
                <a16:creationId xmlns:a16="http://schemas.microsoft.com/office/drawing/2014/main" id="{FD12283C-3254-D1AA-98C0-BAD3D0A0BB1C}"/>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7321634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CD2BF5E-92A7-41C4-93AE-C72274D09CB7}"/>
              </a:ext>
            </a:extLst>
          </p:cNvPr>
          <p:cNvGraphicFramePr>
            <a:graphicFrameLocks noChangeAspect="1"/>
          </p:cNvGraphicFramePr>
          <p:nvPr userDrawn="1">
            <p:custDataLst>
              <p:tags r:id="rId1"/>
            </p:custDataLst>
            <p:extLst>
              <p:ext uri="{D42A27DB-BD31-4B8C-83A1-F6EECF244321}">
                <p14:modId xmlns:p14="http://schemas.microsoft.com/office/powerpoint/2010/main" val="18600859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7CD2BF5E-92A7-41C4-93AE-C72274D09CB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Gray">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7" name="1. On-page tracker">
            <a:extLst>
              <a:ext uri="{FF2B5EF4-FFF2-40B4-BE49-F238E27FC236}">
                <a16:creationId xmlns:a16="http://schemas.microsoft.com/office/drawing/2014/main" id="{E9E206AB-587F-4AC2-9EF7-AA339899F4BB}"/>
              </a:ext>
            </a:extLst>
          </p:cNvPr>
          <p:cNvSpPr>
            <a:spLocks noGrp="1"/>
          </p:cNvSpPr>
          <p:nvPr>
            <p:ph type="body" sz="quarter" idx="10" hasCustomPrompt="1"/>
            <p:custDataLst>
              <p:tags r:id="rId4"/>
            </p:custDataLst>
          </p:nvPr>
        </p:nvSpPr>
        <p:spPr bwMode="blackGray">
          <a:xfrm>
            <a:off x="554735" y="32072"/>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3" name="Freeform 3">
            <a:extLst>
              <a:ext uri="{FF2B5EF4-FFF2-40B4-BE49-F238E27FC236}">
                <a16:creationId xmlns:a16="http://schemas.microsoft.com/office/drawing/2014/main" id="{F9002FCF-9E09-2E26-767A-8E0210169D87}"/>
              </a:ext>
            </a:extLst>
          </p:cNvPr>
          <p:cNvSpPr>
            <a:spLocks noChangeAspect="1"/>
          </p:cNvSpPr>
          <p:nvPr userDrawn="1"/>
        </p:nvSpPr>
        <p:spPr>
          <a:xfrm>
            <a:off x="10807776" y="6487363"/>
            <a:ext cx="460753" cy="157025"/>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196490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A9CF6F9-3F22-4C1D-8F1F-9500FF412228}"/>
              </a:ext>
            </a:extLst>
          </p:cNvPr>
          <p:cNvGraphicFramePr>
            <a:graphicFrameLocks noChangeAspect="1"/>
          </p:cNvGraphicFramePr>
          <p:nvPr userDrawn="1">
            <p:custDataLst>
              <p:tags r:id="rId1"/>
            </p:custDataLst>
            <p:extLst>
              <p:ext uri="{D42A27DB-BD31-4B8C-83A1-F6EECF244321}">
                <p14:modId xmlns:p14="http://schemas.microsoft.com/office/powerpoint/2010/main" val="7785827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DA9CF6F9-3F22-4C1D-8F1F-9500FF4122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5. Source" hidden="1">
            <a:extLst>
              <a:ext uri="{FF2B5EF4-FFF2-40B4-BE49-F238E27FC236}">
                <a16:creationId xmlns:a16="http://schemas.microsoft.com/office/drawing/2014/main" id="{EED9D83D-9CC3-45F3-876D-CC42BC0B70E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3" name="Freeform 3">
            <a:extLst>
              <a:ext uri="{FF2B5EF4-FFF2-40B4-BE49-F238E27FC236}">
                <a16:creationId xmlns:a16="http://schemas.microsoft.com/office/drawing/2014/main" id="{1D452E69-73F1-F803-A665-6BB2BDAB38A3}"/>
              </a:ext>
            </a:extLst>
          </p:cNvPr>
          <p:cNvSpPr>
            <a:spLocks noChangeAspect="1"/>
          </p:cNvSpPr>
          <p:nvPr userDrawn="1"/>
        </p:nvSpPr>
        <p:spPr>
          <a:xfrm>
            <a:off x="4905830" y="3023393"/>
            <a:ext cx="2380323" cy="811216"/>
          </a:xfrm>
          <a:custGeom>
            <a:avLst/>
            <a:gdLst>
              <a:gd name="connsiteX0" fmla="*/ 466154 w 524130"/>
              <a:gd name="connsiteY0" fmla="*/ 78422 h 178626"/>
              <a:gd name="connsiteX1" fmla="*/ 434150 w 524130"/>
              <a:gd name="connsiteY1" fmla="*/ 104712 h 178626"/>
              <a:gd name="connsiteX2" fmla="*/ 494221 w 524130"/>
              <a:gd name="connsiteY2" fmla="*/ 104712 h 178626"/>
              <a:gd name="connsiteX3" fmla="*/ 494284 w 524130"/>
              <a:gd name="connsiteY3" fmla="*/ 104712 h 178626"/>
              <a:gd name="connsiteX4" fmla="*/ 494284 w 524130"/>
              <a:gd name="connsiteY4" fmla="*/ 104585 h 178626"/>
              <a:gd name="connsiteX5" fmla="*/ 466154 w 524130"/>
              <a:gd name="connsiteY5" fmla="*/ 78422 h 178626"/>
              <a:gd name="connsiteX6" fmla="*/ 354775 w 524130"/>
              <a:gd name="connsiteY6" fmla="*/ 56007 h 178626"/>
              <a:gd name="connsiteX7" fmla="*/ 388366 w 524130"/>
              <a:gd name="connsiteY7" fmla="*/ 56007 h 178626"/>
              <a:gd name="connsiteX8" fmla="*/ 388366 w 524130"/>
              <a:gd name="connsiteY8" fmla="*/ 175895 h 178626"/>
              <a:gd name="connsiteX9" fmla="*/ 354775 w 524130"/>
              <a:gd name="connsiteY9" fmla="*/ 175895 h 178626"/>
              <a:gd name="connsiteX10" fmla="*/ 212345 w 524130"/>
              <a:gd name="connsiteY10" fmla="*/ 56007 h 178626"/>
              <a:gd name="connsiteX11" fmla="*/ 245936 w 524130"/>
              <a:gd name="connsiteY11" fmla="*/ 56007 h 178626"/>
              <a:gd name="connsiteX12" fmla="*/ 245936 w 524130"/>
              <a:gd name="connsiteY12" fmla="*/ 175895 h 178626"/>
              <a:gd name="connsiteX13" fmla="*/ 212345 w 524130"/>
              <a:gd name="connsiteY13" fmla="*/ 175895 h 178626"/>
              <a:gd name="connsiteX14" fmla="*/ 466408 w 524130"/>
              <a:gd name="connsiteY14" fmla="*/ 52832 h 178626"/>
              <a:gd name="connsiteX15" fmla="*/ 524130 w 524130"/>
              <a:gd name="connsiteY15" fmla="*/ 106426 h 178626"/>
              <a:gd name="connsiteX16" fmla="*/ 524130 w 524130"/>
              <a:gd name="connsiteY16" fmla="*/ 106490 h 178626"/>
              <a:gd name="connsiteX17" fmla="*/ 521653 w 524130"/>
              <a:gd name="connsiteY17" fmla="*/ 124333 h 178626"/>
              <a:gd name="connsiteX18" fmla="*/ 433959 w 524130"/>
              <a:gd name="connsiteY18" fmla="*/ 124333 h 178626"/>
              <a:gd name="connsiteX19" fmla="*/ 469964 w 524130"/>
              <a:gd name="connsiteY19" fmla="*/ 153353 h 178626"/>
              <a:gd name="connsiteX20" fmla="*/ 508064 w 524130"/>
              <a:gd name="connsiteY20" fmla="*/ 142748 h 178626"/>
              <a:gd name="connsiteX21" fmla="*/ 515620 w 524130"/>
              <a:gd name="connsiteY21" fmla="*/ 163068 h 178626"/>
              <a:gd name="connsiteX22" fmla="*/ 466980 w 524130"/>
              <a:gd name="connsiteY22" fmla="*/ 178626 h 178626"/>
              <a:gd name="connsiteX23" fmla="*/ 401638 w 524130"/>
              <a:gd name="connsiteY23" fmla="*/ 115951 h 178626"/>
              <a:gd name="connsiteX24" fmla="*/ 466408 w 524130"/>
              <a:gd name="connsiteY24" fmla="*/ 52832 h 178626"/>
              <a:gd name="connsiteX25" fmla="*/ 66929 w 524130"/>
              <a:gd name="connsiteY25" fmla="*/ 52133 h 178626"/>
              <a:gd name="connsiteX26" fmla="*/ 103315 w 524130"/>
              <a:gd name="connsiteY26" fmla="*/ 73215 h 178626"/>
              <a:gd name="connsiteX27" fmla="*/ 140081 w 524130"/>
              <a:gd name="connsiteY27" fmla="*/ 52260 h 178626"/>
              <a:gd name="connsiteX28" fmla="*/ 181229 w 524130"/>
              <a:gd name="connsiteY28" fmla="*/ 98171 h 178626"/>
              <a:gd name="connsiteX29" fmla="*/ 181229 w 524130"/>
              <a:gd name="connsiteY29" fmla="*/ 142748 h 178626"/>
              <a:gd name="connsiteX30" fmla="*/ 187579 w 524130"/>
              <a:gd name="connsiteY30" fmla="*/ 150431 h 178626"/>
              <a:gd name="connsiteX31" fmla="*/ 187516 w 524130"/>
              <a:gd name="connsiteY31" fmla="*/ 150304 h 178626"/>
              <a:gd name="connsiteX32" fmla="*/ 195517 w 524130"/>
              <a:gd name="connsiteY32" fmla="*/ 148780 h 178626"/>
              <a:gd name="connsiteX33" fmla="*/ 203009 w 524130"/>
              <a:gd name="connsiteY33" fmla="*/ 168846 h 178626"/>
              <a:gd name="connsiteX34" fmla="*/ 176022 w 524130"/>
              <a:gd name="connsiteY34" fmla="*/ 177101 h 178626"/>
              <a:gd name="connsiteX35" fmla="*/ 149098 w 524130"/>
              <a:gd name="connsiteY35" fmla="*/ 147129 h 178626"/>
              <a:gd name="connsiteX36" fmla="*/ 149098 w 524130"/>
              <a:gd name="connsiteY36" fmla="*/ 107696 h 178626"/>
              <a:gd name="connsiteX37" fmla="*/ 130048 w 524130"/>
              <a:gd name="connsiteY37" fmla="*/ 82296 h 178626"/>
              <a:gd name="connsiteX38" fmla="*/ 108014 w 524130"/>
              <a:gd name="connsiteY38" fmla="*/ 93281 h 178626"/>
              <a:gd name="connsiteX39" fmla="*/ 108141 w 524130"/>
              <a:gd name="connsiteY39" fmla="*/ 98933 h 178626"/>
              <a:gd name="connsiteX40" fmla="*/ 108141 w 524130"/>
              <a:gd name="connsiteY40" fmla="*/ 175196 h 178626"/>
              <a:gd name="connsiteX41" fmla="*/ 75946 w 524130"/>
              <a:gd name="connsiteY41" fmla="*/ 175196 h 178626"/>
              <a:gd name="connsiteX42" fmla="*/ 75946 w 524130"/>
              <a:gd name="connsiteY42" fmla="*/ 107632 h 178626"/>
              <a:gd name="connsiteX43" fmla="*/ 56706 w 524130"/>
              <a:gd name="connsiteY43" fmla="*/ 82232 h 178626"/>
              <a:gd name="connsiteX44" fmla="*/ 33528 w 524130"/>
              <a:gd name="connsiteY44" fmla="*/ 94043 h 178626"/>
              <a:gd name="connsiteX45" fmla="*/ 33528 w 524130"/>
              <a:gd name="connsiteY45" fmla="*/ 175323 h 178626"/>
              <a:gd name="connsiteX46" fmla="*/ 1460 w 524130"/>
              <a:gd name="connsiteY46" fmla="*/ 175323 h 178626"/>
              <a:gd name="connsiteX47" fmla="*/ 0 w 524130"/>
              <a:gd name="connsiteY47" fmla="*/ 175323 h 178626"/>
              <a:gd name="connsiteX48" fmla="*/ 0 w 524130"/>
              <a:gd name="connsiteY48" fmla="*/ 68897 h 178626"/>
              <a:gd name="connsiteX49" fmla="*/ 33528 w 524130"/>
              <a:gd name="connsiteY49" fmla="*/ 54864 h 178626"/>
              <a:gd name="connsiteX50" fmla="*/ 33528 w 524130"/>
              <a:gd name="connsiteY50" fmla="*/ 68834 h 178626"/>
              <a:gd name="connsiteX51" fmla="*/ 66929 w 524130"/>
              <a:gd name="connsiteY51" fmla="*/ 52133 h 178626"/>
              <a:gd name="connsiteX52" fmla="*/ 295910 w 524130"/>
              <a:gd name="connsiteY52" fmla="*/ 19749 h 178626"/>
              <a:gd name="connsiteX53" fmla="*/ 295910 w 524130"/>
              <a:gd name="connsiteY53" fmla="*/ 55880 h 178626"/>
              <a:gd name="connsiteX54" fmla="*/ 338646 w 524130"/>
              <a:gd name="connsiteY54" fmla="*/ 55880 h 178626"/>
              <a:gd name="connsiteX55" fmla="*/ 338646 w 524130"/>
              <a:gd name="connsiteY55" fmla="*/ 84837 h 178626"/>
              <a:gd name="connsiteX56" fmla="*/ 295783 w 524130"/>
              <a:gd name="connsiteY56" fmla="*/ 84773 h 178626"/>
              <a:gd name="connsiteX57" fmla="*/ 295783 w 524130"/>
              <a:gd name="connsiteY57" fmla="*/ 130874 h 178626"/>
              <a:gd name="connsiteX58" fmla="*/ 300466 w 524130"/>
              <a:gd name="connsiteY58" fmla="*/ 146384 h 178626"/>
              <a:gd name="connsiteX59" fmla="*/ 314746 w 524130"/>
              <a:gd name="connsiteY59" fmla="*/ 152073 h 178626"/>
              <a:gd name="connsiteX60" fmla="*/ 314706 w 524130"/>
              <a:gd name="connsiteY60" fmla="*/ 152083 h 178626"/>
              <a:gd name="connsiteX61" fmla="*/ 314770 w 524130"/>
              <a:gd name="connsiteY61" fmla="*/ 152083 h 178626"/>
              <a:gd name="connsiteX62" fmla="*/ 314746 w 524130"/>
              <a:gd name="connsiteY62" fmla="*/ 152073 h 178626"/>
              <a:gd name="connsiteX63" fmla="*/ 336550 w 524130"/>
              <a:gd name="connsiteY63" fmla="*/ 146812 h 178626"/>
              <a:gd name="connsiteX64" fmla="*/ 344361 w 524130"/>
              <a:gd name="connsiteY64" fmla="*/ 167768 h 178626"/>
              <a:gd name="connsiteX65" fmla="*/ 306642 w 524130"/>
              <a:gd name="connsiteY65" fmla="*/ 177229 h 178626"/>
              <a:gd name="connsiteX66" fmla="*/ 262001 w 524130"/>
              <a:gd name="connsiteY66" fmla="*/ 135637 h 178626"/>
              <a:gd name="connsiteX67" fmla="*/ 262001 w 524130"/>
              <a:gd name="connsiteY67" fmla="*/ 33909 h 178626"/>
              <a:gd name="connsiteX68" fmla="*/ 371603 w 524130"/>
              <a:gd name="connsiteY68" fmla="*/ 0 h 178626"/>
              <a:gd name="connsiteX69" fmla="*/ 393002 w 524130"/>
              <a:gd name="connsiteY69" fmla="*/ 21400 h 178626"/>
              <a:gd name="connsiteX70" fmla="*/ 371603 w 524130"/>
              <a:gd name="connsiteY70" fmla="*/ 42799 h 178626"/>
              <a:gd name="connsiteX71" fmla="*/ 350203 w 524130"/>
              <a:gd name="connsiteY71" fmla="*/ 21400 h 178626"/>
              <a:gd name="connsiteX72" fmla="*/ 371603 w 524130"/>
              <a:gd name="connsiteY72" fmla="*/ 0 h 178626"/>
              <a:gd name="connsiteX73" fmla="*/ 229172 w 524130"/>
              <a:gd name="connsiteY73" fmla="*/ 0 h 178626"/>
              <a:gd name="connsiteX74" fmla="*/ 250571 w 524130"/>
              <a:gd name="connsiteY74" fmla="*/ 21400 h 178626"/>
              <a:gd name="connsiteX75" fmla="*/ 229172 w 524130"/>
              <a:gd name="connsiteY75" fmla="*/ 42799 h 178626"/>
              <a:gd name="connsiteX76" fmla="*/ 207772 w 524130"/>
              <a:gd name="connsiteY76" fmla="*/ 21400 h 178626"/>
              <a:gd name="connsiteX77" fmla="*/ 229172 w 524130"/>
              <a:gd name="connsiteY77" fmla="*/ 0 h 17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24130" h="178626">
                <a:moveTo>
                  <a:pt x="466154" y="78422"/>
                </a:moveTo>
                <a:cubicBezTo>
                  <a:pt x="447358" y="78422"/>
                  <a:pt x="436880" y="88329"/>
                  <a:pt x="434150" y="104712"/>
                </a:cubicBezTo>
                <a:lnTo>
                  <a:pt x="494221" y="104712"/>
                </a:lnTo>
                <a:lnTo>
                  <a:pt x="494284" y="104712"/>
                </a:lnTo>
                <a:lnTo>
                  <a:pt x="494284" y="104585"/>
                </a:lnTo>
                <a:cubicBezTo>
                  <a:pt x="493776" y="89217"/>
                  <a:pt x="484887" y="78422"/>
                  <a:pt x="466154" y="78422"/>
                </a:cubicBezTo>
                <a:close/>
                <a:moveTo>
                  <a:pt x="354775" y="56007"/>
                </a:moveTo>
                <a:lnTo>
                  <a:pt x="388366" y="56007"/>
                </a:lnTo>
                <a:lnTo>
                  <a:pt x="388366" y="175895"/>
                </a:lnTo>
                <a:lnTo>
                  <a:pt x="354775" y="175895"/>
                </a:lnTo>
                <a:close/>
                <a:moveTo>
                  <a:pt x="212345" y="56007"/>
                </a:moveTo>
                <a:lnTo>
                  <a:pt x="245936" y="56007"/>
                </a:lnTo>
                <a:lnTo>
                  <a:pt x="245936" y="175895"/>
                </a:lnTo>
                <a:lnTo>
                  <a:pt x="212345" y="175895"/>
                </a:lnTo>
                <a:close/>
                <a:moveTo>
                  <a:pt x="466408" y="52832"/>
                </a:moveTo>
                <a:cubicBezTo>
                  <a:pt x="509144" y="52896"/>
                  <a:pt x="524130" y="85662"/>
                  <a:pt x="524130" y="106426"/>
                </a:cubicBezTo>
                <a:lnTo>
                  <a:pt x="524130" y="106490"/>
                </a:lnTo>
                <a:cubicBezTo>
                  <a:pt x="524130" y="117475"/>
                  <a:pt x="521653" y="124333"/>
                  <a:pt x="521653" y="124333"/>
                </a:cubicBezTo>
                <a:lnTo>
                  <a:pt x="433959" y="124333"/>
                </a:lnTo>
                <a:cubicBezTo>
                  <a:pt x="436690" y="140970"/>
                  <a:pt x="448247" y="153353"/>
                  <a:pt x="469964" y="153353"/>
                </a:cubicBezTo>
                <a:cubicBezTo>
                  <a:pt x="491173" y="153353"/>
                  <a:pt x="504508" y="145161"/>
                  <a:pt x="508064" y="142748"/>
                </a:cubicBezTo>
                <a:lnTo>
                  <a:pt x="515620" y="163068"/>
                </a:lnTo>
                <a:cubicBezTo>
                  <a:pt x="509588" y="167449"/>
                  <a:pt x="491808" y="178626"/>
                  <a:pt x="466980" y="178626"/>
                </a:cubicBezTo>
                <a:cubicBezTo>
                  <a:pt x="422276" y="178562"/>
                  <a:pt x="401638" y="150495"/>
                  <a:pt x="401638" y="115951"/>
                </a:cubicBezTo>
                <a:cubicBezTo>
                  <a:pt x="401638" y="81661"/>
                  <a:pt x="422466" y="52832"/>
                  <a:pt x="466408" y="52832"/>
                </a:cubicBezTo>
                <a:close/>
                <a:moveTo>
                  <a:pt x="66929" y="52133"/>
                </a:moveTo>
                <a:cubicBezTo>
                  <a:pt x="85217" y="52197"/>
                  <a:pt x="97219" y="59626"/>
                  <a:pt x="103315" y="73215"/>
                </a:cubicBezTo>
                <a:cubicBezTo>
                  <a:pt x="105728" y="69596"/>
                  <a:pt x="115253" y="52260"/>
                  <a:pt x="140081" y="52260"/>
                </a:cubicBezTo>
                <a:cubicBezTo>
                  <a:pt x="167640" y="52324"/>
                  <a:pt x="181356" y="68961"/>
                  <a:pt x="181229" y="98171"/>
                </a:cubicBezTo>
                <a:lnTo>
                  <a:pt x="181229" y="142748"/>
                </a:lnTo>
                <a:cubicBezTo>
                  <a:pt x="181229" y="148399"/>
                  <a:pt x="182944" y="150431"/>
                  <a:pt x="187579" y="150431"/>
                </a:cubicBezTo>
                <a:lnTo>
                  <a:pt x="187516" y="150304"/>
                </a:lnTo>
                <a:cubicBezTo>
                  <a:pt x="189929" y="150304"/>
                  <a:pt x="193040" y="149542"/>
                  <a:pt x="195517" y="148780"/>
                </a:cubicBezTo>
                <a:lnTo>
                  <a:pt x="203009" y="168846"/>
                </a:lnTo>
                <a:cubicBezTo>
                  <a:pt x="200597" y="170497"/>
                  <a:pt x="190246" y="177101"/>
                  <a:pt x="176022" y="177101"/>
                </a:cubicBezTo>
                <a:cubicBezTo>
                  <a:pt x="155575" y="177101"/>
                  <a:pt x="149035" y="166814"/>
                  <a:pt x="149098" y="147129"/>
                </a:cubicBezTo>
                <a:lnTo>
                  <a:pt x="149098" y="107696"/>
                </a:lnTo>
                <a:cubicBezTo>
                  <a:pt x="149098" y="88963"/>
                  <a:pt x="143955" y="82296"/>
                  <a:pt x="130048" y="82296"/>
                </a:cubicBezTo>
                <a:cubicBezTo>
                  <a:pt x="117856" y="82296"/>
                  <a:pt x="113602" y="88646"/>
                  <a:pt x="108014" y="93281"/>
                </a:cubicBezTo>
                <a:cubicBezTo>
                  <a:pt x="108204" y="95123"/>
                  <a:pt x="108141" y="96901"/>
                  <a:pt x="108141" y="98933"/>
                </a:cubicBezTo>
                <a:lnTo>
                  <a:pt x="108141" y="175196"/>
                </a:lnTo>
                <a:cubicBezTo>
                  <a:pt x="108141" y="175196"/>
                  <a:pt x="75946" y="175196"/>
                  <a:pt x="75946" y="175196"/>
                </a:cubicBezTo>
                <a:lnTo>
                  <a:pt x="75946" y="107632"/>
                </a:lnTo>
                <a:cubicBezTo>
                  <a:pt x="76010" y="88900"/>
                  <a:pt x="70612" y="82232"/>
                  <a:pt x="56706" y="82232"/>
                </a:cubicBezTo>
                <a:cubicBezTo>
                  <a:pt x="43815" y="82232"/>
                  <a:pt x="37973" y="89408"/>
                  <a:pt x="33528" y="94043"/>
                </a:cubicBezTo>
                <a:lnTo>
                  <a:pt x="33528" y="175323"/>
                </a:lnTo>
                <a:lnTo>
                  <a:pt x="1460" y="175323"/>
                </a:lnTo>
                <a:cubicBezTo>
                  <a:pt x="1460" y="175323"/>
                  <a:pt x="0" y="175323"/>
                  <a:pt x="0" y="175323"/>
                </a:cubicBezTo>
                <a:lnTo>
                  <a:pt x="0" y="68897"/>
                </a:lnTo>
                <a:lnTo>
                  <a:pt x="33528" y="54864"/>
                </a:lnTo>
                <a:lnTo>
                  <a:pt x="33528" y="68834"/>
                </a:lnTo>
                <a:cubicBezTo>
                  <a:pt x="38100" y="63246"/>
                  <a:pt x="46990" y="52133"/>
                  <a:pt x="66929" y="52133"/>
                </a:cubicBezTo>
                <a:close/>
                <a:moveTo>
                  <a:pt x="295910" y="19749"/>
                </a:moveTo>
                <a:lnTo>
                  <a:pt x="295910" y="55880"/>
                </a:lnTo>
                <a:lnTo>
                  <a:pt x="338646" y="55880"/>
                </a:lnTo>
                <a:lnTo>
                  <a:pt x="338646" y="84837"/>
                </a:lnTo>
                <a:cubicBezTo>
                  <a:pt x="338646" y="84837"/>
                  <a:pt x="295783" y="84773"/>
                  <a:pt x="295783" y="84773"/>
                </a:cubicBezTo>
                <a:lnTo>
                  <a:pt x="295783" y="130874"/>
                </a:lnTo>
                <a:cubicBezTo>
                  <a:pt x="295783" y="137415"/>
                  <a:pt x="297323" y="142717"/>
                  <a:pt x="300466" y="146384"/>
                </a:cubicBezTo>
                <a:lnTo>
                  <a:pt x="314746" y="152073"/>
                </a:lnTo>
                <a:lnTo>
                  <a:pt x="314706" y="152083"/>
                </a:lnTo>
                <a:lnTo>
                  <a:pt x="314770" y="152083"/>
                </a:lnTo>
                <a:lnTo>
                  <a:pt x="314746" y="152073"/>
                </a:lnTo>
                <a:lnTo>
                  <a:pt x="336550" y="146812"/>
                </a:lnTo>
                <a:lnTo>
                  <a:pt x="344361" y="167768"/>
                </a:lnTo>
                <a:cubicBezTo>
                  <a:pt x="340424" y="170117"/>
                  <a:pt x="326581" y="177229"/>
                  <a:pt x="306642" y="177229"/>
                </a:cubicBezTo>
                <a:cubicBezTo>
                  <a:pt x="278511" y="177166"/>
                  <a:pt x="262001" y="167133"/>
                  <a:pt x="262001" y="135637"/>
                </a:cubicBezTo>
                <a:lnTo>
                  <a:pt x="262001" y="33909"/>
                </a:lnTo>
                <a:close/>
                <a:moveTo>
                  <a:pt x="371603" y="0"/>
                </a:moveTo>
                <a:cubicBezTo>
                  <a:pt x="383414" y="0"/>
                  <a:pt x="393002" y="9589"/>
                  <a:pt x="393002" y="21400"/>
                </a:cubicBezTo>
                <a:cubicBezTo>
                  <a:pt x="393002" y="33210"/>
                  <a:pt x="383414" y="42799"/>
                  <a:pt x="371603" y="42799"/>
                </a:cubicBezTo>
                <a:cubicBezTo>
                  <a:pt x="359792" y="42799"/>
                  <a:pt x="350203" y="33210"/>
                  <a:pt x="350203" y="21400"/>
                </a:cubicBezTo>
                <a:cubicBezTo>
                  <a:pt x="350203" y="9589"/>
                  <a:pt x="359792" y="0"/>
                  <a:pt x="371603" y="0"/>
                </a:cubicBezTo>
                <a:close/>
                <a:moveTo>
                  <a:pt x="229172" y="0"/>
                </a:moveTo>
                <a:cubicBezTo>
                  <a:pt x="240983" y="0"/>
                  <a:pt x="250571" y="9589"/>
                  <a:pt x="250571" y="21400"/>
                </a:cubicBezTo>
                <a:cubicBezTo>
                  <a:pt x="250571" y="33210"/>
                  <a:pt x="240983" y="42799"/>
                  <a:pt x="229172" y="42799"/>
                </a:cubicBezTo>
                <a:cubicBezTo>
                  <a:pt x="217361" y="42799"/>
                  <a:pt x="207772" y="33210"/>
                  <a:pt x="207772" y="21400"/>
                </a:cubicBezTo>
                <a:cubicBezTo>
                  <a:pt x="207772" y="9589"/>
                  <a:pt x="217361" y="0"/>
                  <a:pt x="229172" y="0"/>
                </a:cubicBezTo>
                <a:close/>
              </a:path>
            </a:pathLst>
          </a:custGeom>
          <a:solidFill>
            <a:schemeClr val="accent1"/>
          </a:solidFill>
          <a:ln w="6350" cap="flat">
            <a:noFill/>
            <a:prstDash val="solid"/>
            <a:miter/>
          </a:ln>
        </p:spPr>
        <p:txBody>
          <a:bodyPr rtlCol="0" anchor="ctr">
            <a:noAutofit/>
          </a:bodyPr>
          <a:lstStyle/>
          <a:p>
            <a:endParaRPr lang="en-US"/>
          </a:p>
        </p:txBody>
      </p:sp>
    </p:spTree>
    <p:extLst>
      <p:ext uri="{BB962C8B-B14F-4D97-AF65-F5344CB8AC3E}">
        <p14:creationId xmlns:p14="http://schemas.microsoft.com/office/powerpoint/2010/main" val="3677900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3.xml"/><Relationship Id="rId26" Type="http://schemas.openxmlformats.org/officeDocument/2006/relationships/tags" Target="../tags/tag11.xml"/><Relationship Id="rId39" Type="http://schemas.openxmlformats.org/officeDocument/2006/relationships/oleObject" Target="../embeddings/oleObject1.bin"/><Relationship Id="rId21" Type="http://schemas.openxmlformats.org/officeDocument/2006/relationships/tags" Target="../tags/tag6.xml"/><Relationship Id="rId34" Type="http://schemas.openxmlformats.org/officeDocument/2006/relationships/tags" Target="../tags/tag19.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5" Type="http://schemas.openxmlformats.org/officeDocument/2006/relationships/tags" Target="../tags/tag10.xml"/><Relationship Id="rId33" Type="http://schemas.openxmlformats.org/officeDocument/2006/relationships/tags" Target="../tags/tag18.xml"/><Relationship Id="rId38" Type="http://schemas.openxmlformats.org/officeDocument/2006/relationships/tags" Target="../tags/tag23.x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tags" Target="../tags/tag5.xml"/><Relationship Id="rId29" Type="http://schemas.openxmlformats.org/officeDocument/2006/relationships/tags" Target="../tags/tag1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9.xml"/><Relationship Id="rId32" Type="http://schemas.openxmlformats.org/officeDocument/2006/relationships/tags" Target="../tags/tag17.xml"/><Relationship Id="rId37" Type="http://schemas.openxmlformats.org/officeDocument/2006/relationships/tags" Target="../tags/tag22.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8.xml"/><Relationship Id="rId28" Type="http://schemas.openxmlformats.org/officeDocument/2006/relationships/tags" Target="../tags/tag13.xml"/><Relationship Id="rId36" Type="http://schemas.openxmlformats.org/officeDocument/2006/relationships/tags" Target="../tags/tag21.xml"/><Relationship Id="rId10" Type="http://schemas.openxmlformats.org/officeDocument/2006/relationships/slideLayout" Target="../slideLayouts/slideLayout10.xml"/><Relationship Id="rId19" Type="http://schemas.openxmlformats.org/officeDocument/2006/relationships/tags" Target="../tags/tag4.xml"/><Relationship Id="rId31" Type="http://schemas.openxmlformats.org/officeDocument/2006/relationships/tags" Target="../tags/tag1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7.xml"/><Relationship Id="rId27" Type="http://schemas.openxmlformats.org/officeDocument/2006/relationships/tags" Target="../tags/tag12.xml"/><Relationship Id="rId30" Type="http://schemas.openxmlformats.org/officeDocument/2006/relationships/tags" Target="../tags/tag15.xml"/><Relationship Id="rId35" Type="http://schemas.openxmlformats.org/officeDocument/2006/relationships/tags" Target="../tags/tag20.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theme" Target="../theme/theme2.xml"/><Relationship Id="rId26" Type="http://schemas.openxmlformats.org/officeDocument/2006/relationships/tags" Target="../tags/tag127.xml"/><Relationship Id="rId39" Type="http://schemas.openxmlformats.org/officeDocument/2006/relationships/tags" Target="../tags/tag140.xml"/><Relationship Id="rId21" Type="http://schemas.openxmlformats.org/officeDocument/2006/relationships/tags" Target="../tags/tag122.xml"/><Relationship Id="rId34" Type="http://schemas.openxmlformats.org/officeDocument/2006/relationships/tags" Target="../tags/tag135.xml"/><Relationship Id="rId42" Type="http://schemas.openxmlformats.org/officeDocument/2006/relationships/tags" Target="../tags/tag143.xml"/><Relationship Id="rId47" Type="http://schemas.openxmlformats.org/officeDocument/2006/relationships/tags" Target="../tags/tag148.xml"/><Relationship Id="rId50" Type="http://schemas.openxmlformats.org/officeDocument/2006/relationships/oleObject" Target="../embeddings/oleObject14.bin"/><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tags" Target="../tags/tag130.xml"/><Relationship Id="rId11" Type="http://schemas.openxmlformats.org/officeDocument/2006/relationships/slideLayout" Target="../slideLayouts/slideLayout26.xml"/><Relationship Id="rId24" Type="http://schemas.openxmlformats.org/officeDocument/2006/relationships/tags" Target="../tags/tag125.xml"/><Relationship Id="rId32" Type="http://schemas.openxmlformats.org/officeDocument/2006/relationships/tags" Target="../tags/tag133.xml"/><Relationship Id="rId37" Type="http://schemas.openxmlformats.org/officeDocument/2006/relationships/tags" Target="../tags/tag138.xml"/><Relationship Id="rId40" Type="http://schemas.openxmlformats.org/officeDocument/2006/relationships/tags" Target="../tags/tag141.xml"/><Relationship Id="rId45" Type="http://schemas.openxmlformats.org/officeDocument/2006/relationships/tags" Target="../tags/tag14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tags" Target="../tags/tag124.xml"/><Relationship Id="rId28" Type="http://schemas.openxmlformats.org/officeDocument/2006/relationships/tags" Target="../tags/tag129.xml"/><Relationship Id="rId36" Type="http://schemas.openxmlformats.org/officeDocument/2006/relationships/tags" Target="../tags/tag137.xml"/><Relationship Id="rId49" Type="http://schemas.openxmlformats.org/officeDocument/2006/relationships/tags" Target="../tags/tag150.xml"/><Relationship Id="rId10" Type="http://schemas.openxmlformats.org/officeDocument/2006/relationships/slideLayout" Target="../slideLayouts/slideLayout25.xml"/><Relationship Id="rId19" Type="http://schemas.openxmlformats.org/officeDocument/2006/relationships/tags" Target="../tags/tag120.xml"/><Relationship Id="rId31" Type="http://schemas.openxmlformats.org/officeDocument/2006/relationships/tags" Target="../tags/tag132.xml"/><Relationship Id="rId44" Type="http://schemas.openxmlformats.org/officeDocument/2006/relationships/tags" Target="../tags/tag14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tags" Target="../tags/tag123.xml"/><Relationship Id="rId27" Type="http://schemas.openxmlformats.org/officeDocument/2006/relationships/tags" Target="../tags/tag128.xml"/><Relationship Id="rId30" Type="http://schemas.openxmlformats.org/officeDocument/2006/relationships/tags" Target="../tags/tag131.xml"/><Relationship Id="rId35" Type="http://schemas.openxmlformats.org/officeDocument/2006/relationships/tags" Target="../tags/tag136.xml"/><Relationship Id="rId43" Type="http://schemas.openxmlformats.org/officeDocument/2006/relationships/tags" Target="../tags/tag144.xml"/><Relationship Id="rId48" Type="http://schemas.openxmlformats.org/officeDocument/2006/relationships/tags" Target="../tags/tag149.xml"/><Relationship Id="rId8" Type="http://schemas.openxmlformats.org/officeDocument/2006/relationships/slideLayout" Target="../slideLayouts/slideLayout23.xml"/><Relationship Id="rId51" Type="http://schemas.openxmlformats.org/officeDocument/2006/relationships/image" Target="../media/image3.emf"/><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tags" Target="../tags/tag126.xml"/><Relationship Id="rId33" Type="http://schemas.openxmlformats.org/officeDocument/2006/relationships/tags" Target="../tags/tag134.xml"/><Relationship Id="rId38" Type="http://schemas.openxmlformats.org/officeDocument/2006/relationships/tags" Target="../tags/tag139.xml"/><Relationship Id="rId46" Type="http://schemas.openxmlformats.org/officeDocument/2006/relationships/tags" Target="../tags/tag147.xml"/><Relationship Id="rId20" Type="http://schemas.openxmlformats.org/officeDocument/2006/relationships/tags" Target="../tags/tag121.xml"/><Relationship Id="rId41" Type="http://schemas.openxmlformats.org/officeDocument/2006/relationships/tags" Target="../tags/tag142.xml"/><Relationship Id="rId1" Type="http://schemas.openxmlformats.org/officeDocument/2006/relationships/slideLayout" Target="../slideLayouts/slideLayout16.xml"/><Relationship Id="rId6"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grpSp>
        <p:nvGrpSpPr>
          <p:cNvPr id="17" name="Grid" hidden="1">
            <a:extLst>
              <a:ext uri="{FF2B5EF4-FFF2-40B4-BE49-F238E27FC236}">
                <a16:creationId xmlns:a16="http://schemas.microsoft.com/office/drawing/2014/main" id="{2B64B38B-9F82-E04F-8B53-4B4B522AF5C0}"/>
              </a:ext>
            </a:extLst>
          </p:cNvPr>
          <p:cNvGrpSpPr/>
          <p:nvPr userDrawn="1">
            <p:custDataLst>
              <p:tags r:id="rId18"/>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gray">
            <a:xfrm>
              <a:off x="554736" y="1711453"/>
              <a:ext cx="11082528" cy="0"/>
            </a:xfrm>
            <a:prstGeom prst="line">
              <a:avLst/>
            </a:prstGeom>
            <a:noFill/>
            <a:ln w="12700">
              <a:solidFill>
                <a:srgbClr val="19D3C5">
                  <a:alpha val="50000"/>
                </a:srgbClr>
              </a:solidFill>
            </a:ln>
          </p:spPr>
        </p:cxnSp>
        <p:sp>
          <p:nvSpPr>
            <p:cNvPr id="6" name="White_Master_Name">
              <a:extLst>
                <a:ext uri="{FF2B5EF4-FFF2-40B4-BE49-F238E27FC236}">
                  <a16:creationId xmlns:a16="http://schemas.microsoft.com/office/drawing/2014/main" id="{4CABECCE-2F94-7538-138E-6E7E732744BF}"/>
                </a:ext>
              </a:extLst>
            </p:cNvPr>
            <p:cNvSpPr txBox="1"/>
            <p:nvPr userDrawn="1"/>
          </p:nvSpPr>
          <p:spPr>
            <a:xfrm rot="5400000">
              <a:off x="10579970" y="1594994"/>
              <a:ext cx="2750753" cy="215444"/>
            </a:xfrm>
            <a:prstGeom prst="rect">
              <a:avLst/>
            </a:prstGeom>
            <a:ln w="6350">
              <a:noFill/>
              <a:miter lim="800000"/>
            </a:ln>
          </p:spPr>
          <p:txBody>
            <a:bodyPr vert="horz" wrap="none" lIns="0" tIns="0" rIns="0" bIns="0" rtlCol="0" anchor="ctr">
              <a:spAutoFit/>
            </a:bodyPr>
            <a:lstStyle/>
            <a:p>
              <a:pPr algn="l" rtl="0">
                <a:spcBef>
                  <a:spcPts val="300"/>
                </a:spcBef>
                <a:spcAft>
                  <a:spcPts val="300"/>
                </a:spcAft>
                <a:buNone/>
              </a:pPr>
              <a:r>
                <a:rPr lang="en-US" sz="1400">
                  <a:solidFill>
                    <a:srgbClr val="B4B4B4"/>
                  </a:solidFill>
                </a:rPr>
                <a:t>5153LL01_OF_16x9_ENG_SANJ_V1</a:t>
              </a:r>
            </a:p>
          </p:txBody>
        </p:sp>
      </p:grpSp>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9"/>
            </p:custDataLst>
            <p:extLst>
              <p:ext uri="{D42A27DB-BD31-4B8C-83A1-F6EECF244321}">
                <p14:modId xmlns:p14="http://schemas.microsoft.com/office/powerpoint/2010/main" val="38176189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13" imgH="416" progId="TCLayout.ActiveDocument.1">
                  <p:embed/>
                </p:oleObj>
              </mc:Choice>
              <mc:Fallback>
                <p:oleObj name="think-cell Slide" r:id="rId39"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0"/>
            </p:custDataLst>
          </p:nvPr>
        </p:nvSpPr>
        <p:spPr bwMode="gray">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1"/>
            </p:custDataLst>
          </p:nvPr>
        </p:nvSpPr>
        <p:spPr bwMode="gray">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Footnotes</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2"/>
            </p:custDataLst>
          </p:nvPr>
        </p:nvSpPr>
        <p:spPr bwMode="gray">
          <a:xfrm>
            <a:off x="5987738" y="2170800"/>
            <a:ext cx="3049253" cy="461665"/>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Above Chart Exhibit Title</a:t>
            </a:r>
            <a:br>
              <a:rPr lang="en-US"/>
            </a:br>
            <a:r>
              <a:rPr lang="en-US" sz="1400" b="0"/>
              <a:t>Unit of Measure</a:t>
            </a:r>
            <a:endParaRPr lang="en-US" b="0"/>
          </a:p>
        </p:txBody>
      </p:sp>
      <p:sp>
        <p:nvSpPr>
          <p:cNvPr id="5" name="Text Placeholder 4">
            <a:extLst>
              <a:ext uri="{FF2B5EF4-FFF2-40B4-BE49-F238E27FC236}">
                <a16:creationId xmlns:a16="http://schemas.microsoft.com/office/drawing/2014/main" id="{4C1F3293-4EFE-461D-940D-7EE66BAE31C5}"/>
              </a:ext>
            </a:extLst>
          </p:cNvPr>
          <p:cNvSpPr>
            <a:spLocks noGrp="1"/>
          </p:cNvSpPr>
          <p:nvPr userDrawn="1">
            <p:ph type="body" idx="1"/>
          </p:nvPr>
        </p:nvSpPr>
        <p:spPr bwMode="gray">
          <a:xfrm>
            <a:off x="554736" y="2170800"/>
            <a:ext cx="346894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ticker" hidden="1">
            <a:extLst>
              <a:ext uri="{FF2B5EF4-FFF2-40B4-BE49-F238E27FC236}">
                <a16:creationId xmlns:a16="http://schemas.microsoft.com/office/drawing/2014/main" id="{F9BB011A-568C-4B05-AE57-EB000B2FD8BB}"/>
              </a:ext>
            </a:extLst>
          </p:cNvPr>
          <p:cNvSpPr txBox="1"/>
          <p:nvPr userDrawn="1"/>
        </p:nvSpPr>
        <p:spPr bwMode="gray">
          <a:xfrm>
            <a:off x="554736" y="1336263"/>
            <a:ext cx="450444" cy="123111"/>
          </a:xfrm>
          <a:prstGeom prst="rect">
            <a:avLst/>
          </a:prstGeom>
          <a:noFill/>
          <a:ln w="6350">
            <a:noFill/>
            <a:miter lim="800000"/>
          </a:ln>
        </p:spPr>
        <p:txBody>
          <a:bodyPr vert="horz" wrap="none" lIns="0" tIns="0" rIns="0" bIns="0" rtlCol="0">
            <a:spAutoFit/>
          </a:bodyPr>
          <a:lstStyle>
            <a:defPPr>
              <a:defRPr lang="en-US"/>
            </a:defPPr>
            <a:lvl1pPr lvl="0">
              <a:spcBef>
                <a:spcPts val="300"/>
              </a:spcBef>
              <a:spcAft>
                <a:spcPts val="300"/>
              </a:spcAft>
              <a:buNone/>
              <a:defRPr sz="800" b="1" cap="all" baseline="0"/>
            </a:lvl1pPr>
          </a:lstStyle>
          <a:p>
            <a:pPr lvl="0"/>
            <a:r>
              <a:rPr lang="en-US"/>
              <a:t>STICKER</a:t>
            </a:r>
          </a:p>
        </p:txBody>
      </p:sp>
      <p:sp>
        <p:nvSpPr>
          <p:cNvPr id="57" name="2. Slide Title">
            <a:extLst>
              <a:ext uri="{FF2B5EF4-FFF2-40B4-BE49-F238E27FC236}">
                <a16:creationId xmlns:a16="http://schemas.microsoft.com/office/drawing/2014/main" id="{98FF70AE-7EF6-4E5B-9FFE-B44C852C9FBA}"/>
              </a:ext>
            </a:extLst>
          </p:cNvPr>
          <p:cNvSpPr>
            <a:spLocks noGrp="1"/>
          </p:cNvSpPr>
          <p:nvPr userDrawn="1">
            <p:ph type="title"/>
            <p:custDataLst>
              <p:tags r:id="rId23"/>
            </p:custDataLst>
          </p:nvPr>
        </p:nvSpPr>
        <p:spPr bwMode="gray">
          <a:xfrm>
            <a:off x="554737" y="553362"/>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p>
            <a:pPr lvl="0"/>
            <a:r>
              <a:rPr lang="en-US"/>
              <a:t>Click to edit Master title style</a:t>
            </a:r>
          </a:p>
        </p:txBody>
      </p:sp>
      <p:grpSp>
        <p:nvGrpSpPr>
          <p:cNvPr id="8" name="LegendBoxes" hidden="1">
            <a:extLst>
              <a:ext uri="{FF2B5EF4-FFF2-40B4-BE49-F238E27FC236}">
                <a16:creationId xmlns:a16="http://schemas.microsoft.com/office/drawing/2014/main" id="{ADDD5DEF-1E07-370D-7D39-A8E24FC643F5}"/>
              </a:ext>
            </a:extLst>
          </p:cNvPr>
          <p:cNvGrpSpPr/>
          <p:nvPr userDrawn="1"/>
        </p:nvGrpSpPr>
        <p:grpSpPr>
          <a:xfrm>
            <a:off x="10744607" y="4381500"/>
            <a:ext cx="892658" cy="1717282"/>
            <a:chOff x="10744606" y="4520490"/>
            <a:chExt cx="892658" cy="1717282"/>
          </a:xfrm>
        </p:grpSpPr>
        <p:sp>
          <p:nvSpPr>
            <p:cNvPr id="9" name="RectangleLegend1">
              <a:extLst>
                <a:ext uri="{FF2B5EF4-FFF2-40B4-BE49-F238E27FC236}">
                  <a16:creationId xmlns:a16="http://schemas.microsoft.com/office/drawing/2014/main" id="{0DE33638-BA44-80E2-EB87-931FE7FB0AA5}"/>
                </a:ext>
              </a:extLst>
            </p:cNvPr>
            <p:cNvSpPr/>
            <p:nvPr/>
          </p:nvSpPr>
          <p:spPr bwMode="gray">
            <a:xfrm>
              <a:off x="10744606" y="4541848"/>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0" name="RectangleLegend2">
              <a:extLst>
                <a:ext uri="{FF2B5EF4-FFF2-40B4-BE49-F238E27FC236}">
                  <a16:creationId xmlns:a16="http://schemas.microsoft.com/office/drawing/2014/main" id="{C24DFF8C-5C70-206B-2E8D-86A8305D6812}"/>
                </a:ext>
              </a:extLst>
            </p:cNvPr>
            <p:cNvSpPr/>
            <p:nvPr/>
          </p:nvSpPr>
          <p:spPr bwMode="gray">
            <a:xfrm>
              <a:off x="10744606" y="4917308"/>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1" name="RectangleLegend3">
              <a:extLst>
                <a:ext uri="{FF2B5EF4-FFF2-40B4-BE49-F238E27FC236}">
                  <a16:creationId xmlns:a16="http://schemas.microsoft.com/office/drawing/2014/main" id="{1FAC66BE-CA10-3DFD-0A94-05681B964E8C}"/>
                </a:ext>
              </a:extLst>
            </p:cNvPr>
            <p:cNvSpPr/>
            <p:nvPr/>
          </p:nvSpPr>
          <p:spPr bwMode="gray">
            <a:xfrm>
              <a:off x="10744606" y="529276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2" name="RectangleLegend4">
              <a:extLst>
                <a:ext uri="{FF2B5EF4-FFF2-40B4-BE49-F238E27FC236}">
                  <a16:creationId xmlns:a16="http://schemas.microsoft.com/office/drawing/2014/main" id="{05F27716-555C-C6D1-45F7-07C4479AF1E0}"/>
                </a:ext>
              </a:extLst>
            </p:cNvPr>
            <p:cNvSpPr/>
            <p:nvPr/>
          </p:nvSpPr>
          <p:spPr bwMode="gray">
            <a:xfrm>
              <a:off x="10744606" y="5668228"/>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3" name="RectangleLegend5">
              <a:extLst>
                <a:ext uri="{FF2B5EF4-FFF2-40B4-BE49-F238E27FC236}">
                  <a16:creationId xmlns:a16="http://schemas.microsoft.com/office/drawing/2014/main" id="{6780E159-EBA8-8F1F-EB5C-A1D65818B5BD}"/>
                </a:ext>
              </a:extLst>
            </p:cNvPr>
            <p:cNvSpPr/>
            <p:nvPr/>
          </p:nvSpPr>
          <p:spPr bwMode="gray">
            <a:xfrm>
              <a:off x="10744606" y="6043686"/>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4" name="Legend1">
              <a:extLst>
                <a:ext uri="{FF2B5EF4-FFF2-40B4-BE49-F238E27FC236}">
                  <a16:creationId xmlns:a16="http://schemas.microsoft.com/office/drawing/2014/main" id="{08FA4F2D-3E14-1F1B-0C2E-62D7FBC46A10}"/>
                </a:ext>
              </a:extLst>
            </p:cNvPr>
            <p:cNvSpPr txBox="1"/>
            <p:nvPr/>
          </p:nvSpPr>
          <p:spPr bwMode="gray">
            <a:xfrm>
              <a:off x="11040947" y="452049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5" name="Legend2">
              <a:extLst>
                <a:ext uri="{FF2B5EF4-FFF2-40B4-BE49-F238E27FC236}">
                  <a16:creationId xmlns:a16="http://schemas.microsoft.com/office/drawing/2014/main" id="{2954A600-84EB-6835-C6E2-BB761F6DFB8E}"/>
                </a:ext>
              </a:extLst>
            </p:cNvPr>
            <p:cNvSpPr txBox="1"/>
            <p:nvPr/>
          </p:nvSpPr>
          <p:spPr bwMode="gray">
            <a:xfrm>
              <a:off x="11040947" y="489594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8" name="Legend3">
              <a:extLst>
                <a:ext uri="{FF2B5EF4-FFF2-40B4-BE49-F238E27FC236}">
                  <a16:creationId xmlns:a16="http://schemas.microsoft.com/office/drawing/2014/main" id="{A2FF0A78-A673-2926-4C00-349DC71160D5}"/>
                </a:ext>
              </a:extLst>
            </p:cNvPr>
            <p:cNvSpPr txBox="1"/>
            <p:nvPr/>
          </p:nvSpPr>
          <p:spPr bwMode="gray">
            <a:xfrm>
              <a:off x="11040947" y="527140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9" name="Legend4">
              <a:extLst>
                <a:ext uri="{FF2B5EF4-FFF2-40B4-BE49-F238E27FC236}">
                  <a16:creationId xmlns:a16="http://schemas.microsoft.com/office/drawing/2014/main" id="{B2CA93D0-2BEA-CFFC-6D95-2E51DC6C20C2}"/>
                </a:ext>
              </a:extLst>
            </p:cNvPr>
            <p:cNvSpPr txBox="1"/>
            <p:nvPr/>
          </p:nvSpPr>
          <p:spPr bwMode="gray">
            <a:xfrm>
              <a:off x="11040947" y="5646867"/>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0" name="Legend5">
              <a:extLst>
                <a:ext uri="{FF2B5EF4-FFF2-40B4-BE49-F238E27FC236}">
                  <a16:creationId xmlns:a16="http://schemas.microsoft.com/office/drawing/2014/main" id="{06D44832-888B-CFE9-94CE-5FFA1CA4BC25}"/>
                </a:ext>
              </a:extLst>
            </p:cNvPr>
            <p:cNvSpPr txBox="1"/>
            <p:nvPr/>
          </p:nvSpPr>
          <p:spPr bwMode="gray">
            <a:xfrm>
              <a:off x="11040946" y="602232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21" name="LegendLines" hidden="1">
            <a:extLst>
              <a:ext uri="{FF2B5EF4-FFF2-40B4-BE49-F238E27FC236}">
                <a16:creationId xmlns:a16="http://schemas.microsoft.com/office/drawing/2014/main" id="{6A424C4D-2AB1-5AF9-3A78-E1107B8DBF24}"/>
              </a:ext>
            </a:extLst>
          </p:cNvPr>
          <p:cNvGrpSpPr/>
          <p:nvPr userDrawn="1"/>
        </p:nvGrpSpPr>
        <p:grpSpPr>
          <a:xfrm>
            <a:off x="10459773" y="3244957"/>
            <a:ext cx="1177492" cy="958286"/>
            <a:chOff x="10459772" y="3355023"/>
            <a:chExt cx="1177492" cy="958286"/>
          </a:xfrm>
        </p:grpSpPr>
        <p:sp>
          <p:nvSpPr>
            <p:cNvPr id="22" name="Legend1">
              <a:extLst>
                <a:ext uri="{FF2B5EF4-FFF2-40B4-BE49-F238E27FC236}">
                  <a16:creationId xmlns:a16="http://schemas.microsoft.com/office/drawing/2014/main" id="{9D64C49B-66F1-85B5-4A0C-59A335BCAA24}"/>
                </a:ext>
              </a:extLst>
            </p:cNvPr>
            <p:cNvSpPr txBox="1"/>
            <p:nvPr/>
          </p:nvSpPr>
          <p:spPr bwMode="gray">
            <a:xfrm>
              <a:off x="11040947" y="335502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3" name="Legend2">
              <a:extLst>
                <a:ext uri="{FF2B5EF4-FFF2-40B4-BE49-F238E27FC236}">
                  <a16:creationId xmlns:a16="http://schemas.microsoft.com/office/drawing/2014/main" id="{1BEB9A07-C5F9-5332-B2E0-2F99158A4AA1}"/>
                </a:ext>
              </a:extLst>
            </p:cNvPr>
            <p:cNvSpPr txBox="1"/>
            <p:nvPr/>
          </p:nvSpPr>
          <p:spPr bwMode="gray">
            <a:xfrm>
              <a:off x="11040947" y="372644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4" name="Legend3">
              <a:extLst>
                <a:ext uri="{FF2B5EF4-FFF2-40B4-BE49-F238E27FC236}">
                  <a16:creationId xmlns:a16="http://schemas.microsoft.com/office/drawing/2014/main" id="{F4CFCB64-6D8B-9701-1DF8-58ACC62610A8}"/>
                </a:ext>
              </a:extLst>
            </p:cNvPr>
            <p:cNvSpPr txBox="1"/>
            <p:nvPr/>
          </p:nvSpPr>
          <p:spPr bwMode="gray">
            <a:xfrm>
              <a:off x="11040947" y="4097865"/>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5" name="LineLegend3">
              <a:extLst>
                <a:ext uri="{FF2B5EF4-FFF2-40B4-BE49-F238E27FC236}">
                  <a16:creationId xmlns:a16="http://schemas.microsoft.com/office/drawing/2014/main" id="{15153E9E-F4DA-03C6-EC75-EA442780DA4E}"/>
                </a:ext>
              </a:extLst>
            </p:cNvPr>
            <p:cNvSpPr>
              <a:spLocks noChangeShapeType="1"/>
            </p:cNvSpPr>
            <p:nvPr/>
          </p:nvSpPr>
          <p:spPr bwMode="gray">
            <a:xfrm>
              <a:off x="10459772" y="4205587"/>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ea typeface="+mn-ea"/>
              </a:endParaRPr>
            </a:p>
          </p:txBody>
        </p:sp>
        <p:sp>
          <p:nvSpPr>
            <p:cNvPr id="26" name="LineLegend2">
              <a:extLst>
                <a:ext uri="{FF2B5EF4-FFF2-40B4-BE49-F238E27FC236}">
                  <a16:creationId xmlns:a16="http://schemas.microsoft.com/office/drawing/2014/main" id="{66149580-5A51-EF6B-6FF8-379AB4FA3972}"/>
                </a:ext>
              </a:extLst>
            </p:cNvPr>
            <p:cNvSpPr>
              <a:spLocks noChangeShapeType="1"/>
            </p:cNvSpPr>
            <p:nvPr/>
          </p:nvSpPr>
          <p:spPr bwMode="gray">
            <a:xfrm>
              <a:off x="10459772" y="3834166"/>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ea typeface="+mn-ea"/>
              </a:endParaRPr>
            </a:p>
          </p:txBody>
        </p:sp>
        <p:sp>
          <p:nvSpPr>
            <p:cNvPr id="27" name="LineLegend1">
              <a:extLst>
                <a:ext uri="{FF2B5EF4-FFF2-40B4-BE49-F238E27FC236}">
                  <a16:creationId xmlns:a16="http://schemas.microsoft.com/office/drawing/2014/main" id="{CF229956-7BDC-2ADA-CF2D-C2696176178D}"/>
                </a:ext>
              </a:extLst>
            </p:cNvPr>
            <p:cNvSpPr>
              <a:spLocks noChangeShapeType="1"/>
            </p:cNvSpPr>
            <p:nvPr/>
          </p:nvSpPr>
          <p:spPr bwMode="gray">
            <a:xfrm>
              <a:off x="10459772" y="3462745"/>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ea typeface="+mn-ea"/>
              </a:endParaRPr>
            </a:p>
          </p:txBody>
        </p:sp>
      </p:grpSp>
      <p:grpSp>
        <p:nvGrpSpPr>
          <p:cNvPr id="28" name="LegendMoons" hidden="1">
            <a:extLst>
              <a:ext uri="{FF2B5EF4-FFF2-40B4-BE49-F238E27FC236}">
                <a16:creationId xmlns:a16="http://schemas.microsoft.com/office/drawing/2014/main" id="{159B0DCE-8B06-EEED-3C0A-DEE2B7379B35}"/>
              </a:ext>
            </a:extLst>
          </p:cNvPr>
          <p:cNvGrpSpPr/>
          <p:nvPr userDrawn="1"/>
        </p:nvGrpSpPr>
        <p:grpSpPr>
          <a:xfrm>
            <a:off x="10688316" y="1336263"/>
            <a:ext cx="948949" cy="1730438"/>
            <a:chOff x="10688315" y="1416764"/>
            <a:chExt cx="948949" cy="1730438"/>
          </a:xfrm>
        </p:grpSpPr>
        <p:sp>
          <p:nvSpPr>
            <p:cNvPr id="29" name="Legend1">
              <a:extLst>
                <a:ext uri="{FF2B5EF4-FFF2-40B4-BE49-F238E27FC236}">
                  <a16:creationId xmlns:a16="http://schemas.microsoft.com/office/drawing/2014/main" id="{132720A2-5E81-01C8-FE46-7C055BE32BD5}"/>
                </a:ext>
              </a:extLst>
            </p:cNvPr>
            <p:cNvSpPr txBox="1"/>
            <p:nvPr/>
          </p:nvSpPr>
          <p:spPr bwMode="gray">
            <a:xfrm>
              <a:off x="11040947" y="142334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0" name="Legend2">
              <a:extLst>
                <a:ext uri="{FF2B5EF4-FFF2-40B4-BE49-F238E27FC236}">
                  <a16:creationId xmlns:a16="http://schemas.microsoft.com/office/drawing/2014/main" id="{B133D0E7-6E4F-D805-962D-4ADD1743463D}"/>
                </a:ext>
              </a:extLst>
            </p:cNvPr>
            <p:cNvSpPr txBox="1"/>
            <p:nvPr/>
          </p:nvSpPr>
          <p:spPr bwMode="gray">
            <a:xfrm>
              <a:off x="11040947" y="179880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1" name="Legend3">
              <a:extLst>
                <a:ext uri="{FF2B5EF4-FFF2-40B4-BE49-F238E27FC236}">
                  <a16:creationId xmlns:a16="http://schemas.microsoft.com/office/drawing/2014/main" id="{E30D486D-F2E9-9BC7-F8E3-50BE2DCC56DA}"/>
                </a:ext>
              </a:extLst>
            </p:cNvPr>
            <p:cNvSpPr txBox="1"/>
            <p:nvPr/>
          </p:nvSpPr>
          <p:spPr bwMode="gray">
            <a:xfrm>
              <a:off x="11040947" y="21742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2" name="Legend4">
              <a:extLst>
                <a:ext uri="{FF2B5EF4-FFF2-40B4-BE49-F238E27FC236}">
                  <a16:creationId xmlns:a16="http://schemas.microsoft.com/office/drawing/2014/main" id="{8A6B0710-5ED7-E168-C423-AC8C369315CA}"/>
                </a:ext>
              </a:extLst>
            </p:cNvPr>
            <p:cNvSpPr txBox="1"/>
            <p:nvPr/>
          </p:nvSpPr>
          <p:spPr bwMode="gray">
            <a:xfrm>
              <a:off x="11040947" y="25497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3" name="Legend5">
              <a:extLst>
                <a:ext uri="{FF2B5EF4-FFF2-40B4-BE49-F238E27FC236}">
                  <a16:creationId xmlns:a16="http://schemas.microsoft.com/office/drawing/2014/main" id="{89C70EBA-1788-BA59-9188-A595F869AA05}"/>
                </a:ext>
              </a:extLst>
            </p:cNvPr>
            <p:cNvSpPr txBox="1"/>
            <p:nvPr/>
          </p:nvSpPr>
          <p:spPr bwMode="gray">
            <a:xfrm>
              <a:off x="11040947" y="292518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34" name="MoonLegend1">
              <a:extLst>
                <a:ext uri="{FF2B5EF4-FFF2-40B4-BE49-F238E27FC236}">
                  <a16:creationId xmlns:a16="http://schemas.microsoft.com/office/drawing/2014/main" id="{45A242A0-84AB-2BD2-F8D1-1B98D7CF1F02}"/>
                </a:ext>
              </a:extLst>
            </p:cNvPr>
            <p:cNvGrpSpPr>
              <a:grpSpLocks noChangeAspect="1"/>
            </p:cNvGrpSpPr>
            <p:nvPr>
              <p:custDataLst>
                <p:tags r:id="rId24"/>
              </p:custDataLst>
            </p:nvPr>
          </p:nvGrpSpPr>
          <p:grpSpPr bwMode="gray">
            <a:xfrm>
              <a:off x="10688315" y="1416764"/>
              <a:ext cx="228600" cy="228600"/>
              <a:chOff x="762000" y="1270000"/>
              <a:chExt cx="254000" cy="254000"/>
            </a:xfrm>
          </p:grpSpPr>
          <p:sp>
            <p:nvSpPr>
              <p:cNvPr id="47" name="Oval 46">
                <a:extLst>
                  <a:ext uri="{FF2B5EF4-FFF2-40B4-BE49-F238E27FC236}">
                    <a16:creationId xmlns:a16="http://schemas.microsoft.com/office/drawing/2014/main" id="{1B175F65-5C10-BC01-8BFE-F57C3B8B78B4}"/>
                  </a:ext>
                </a:extLst>
              </p:cNvPr>
              <p:cNvSpPr/>
              <p:nvPr>
                <p:custDataLst>
                  <p:tags r:id="rId37"/>
                </p:custDataLst>
              </p:nvPr>
            </p:nvSpPr>
            <p:spPr bwMode="gray">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8" name="Arc 47">
                <a:extLst>
                  <a:ext uri="{FF2B5EF4-FFF2-40B4-BE49-F238E27FC236}">
                    <a16:creationId xmlns:a16="http://schemas.microsoft.com/office/drawing/2014/main" id="{5647996A-54EE-ABD1-023D-A98A8EEF5D8E}"/>
                  </a:ext>
                </a:extLst>
              </p:cNvPr>
              <p:cNvSpPr/>
              <p:nvPr>
                <p:custDataLst>
                  <p:tags r:id="rId38"/>
                </p:custDataLst>
              </p:nvPr>
            </p:nvSpPr>
            <p:spPr bwMode="gray">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5" name="MoonLegend2">
              <a:extLst>
                <a:ext uri="{FF2B5EF4-FFF2-40B4-BE49-F238E27FC236}">
                  <a16:creationId xmlns:a16="http://schemas.microsoft.com/office/drawing/2014/main" id="{50A9E562-37C5-A60D-E9D4-86B6785E0527}"/>
                </a:ext>
              </a:extLst>
            </p:cNvPr>
            <p:cNvGrpSpPr>
              <a:grpSpLocks noChangeAspect="1"/>
            </p:cNvGrpSpPr>
            <p:nvPr>
              <p:custDataLst>
                <p:tags r:id="rId25"/>
              </p:custDataLst>
            </p:nvPr>
          </p:nvGrpSpPr>
          <p:grpSpPr bwMode="gray">
            <a:xfrm>
              <a:off x="10688315" y="1792224"/>
              <a:ext cx="228600" cy="228600"/>
              <a:chOff x="762000" y="1270000"/>
              <a:chExt cx="254000" cy="254000"/>
            </a:xfrm>
          </p:grpSpPr>
          <p:sp>
            <p:nvSpPr>
              <p:cNvPr id="45" name="Oval 44">
                <a:extLst>
                  <a:ext uri="{FF2B5EF4-FFF2-40B4-BE49-F238E27FC236}">
                    <a16:creationId xmlns:a16="http://schemas.microsoft.com/office/drawing/2014/main" id="{259D08F6-5ECE-38DB-1A23-C30212FED10E}"/>
                  </a:ext>
                </a:extLst>
              </p:cNvPr>
              <p:cNvSpPr/>
              <p:nvPr>
                <p:custDataLst>
                  <p:tags r:id="rId35"/>
                </p:custDataLst>
              </p:nvPr>
            </p:nvSpPr>
            <p:spPr bwMode="gray">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6" name="Arc 45">
                <a:extLst>
                  <a:ext uri="{FF2B5EF4-FFF2-40B4-BE49-F238E27FC236}">
                    <a16:creationId xmlns:a16="http://schemas.microsoft.com/office/drawing/2014/main" id="{A761184E-AE9C-72F4-35C3-AF65EA27F23A}"/>
                  </a:ext>
                </a:extLst>
              </p:cNvPr>
              <p:cNvSpPr/>
              <p:nvPr>
                <p:custDataLst>
                  <p:tags r:id="rId36"/>
                </p:custDataLst>
              </p:nvPr>
            </p:nvSpPr>
            <p:spPr bwMode="gray">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6" name="MoonLegend3">
              <a:extLst>
                <a:ext uri="{FF2B5EF4-FFF2-40B4-BE49-F238E27FC236}">
                  <a16:creationId xmlns:a16="http://schemas.microsoft.com/office/drawing/2014/main" id="{35C78B36-C5BC-305F-FE7D-F7F824B5F7AB}"/>
                </a:ext>
              </a:extLst>
            </p:cNvPr>
            <p:cNvGrpSpPr>
              <a:grpSpLocks noChangeAspect="1"/>
            </p:cNvGrpSpPr>
            <p:nvPr>
              <p:custDataLst>
                <p:tags r:id="rId26"/>
              </p:custDataLst>
            </p:nvPr>
          </p:nvGrpSpPr>
          <p:grpSpPr bwMode="gray">
            <a:xfrm>
              <a:off x="10688315" y="2167684"/>
              <a:ext cx="228600" cy="228600"/>
              <a:chOff x="762000" y="1270000"/>
              <a:chExt cx="254000" cy="254000"/>
            </a:xfrm>
          </p:grpSpPr>
          <p:sp>
            <p:nvSpPr>
              <p:cNvPr id="43" name="Oval 42">
                <a:extLst>
                  <a:ext uri="{FF2B5EF4-FFF2-40B4-BE49-F238E27FC236}">
                    <a16:creationId xmlns:a16="http://schemas.microsoft.com/office/drawing/2014/main" id="{8A2FCAFA-C8C9-0C03-DA20-F32E545F6F68}"/>
                  </a:ext>
                </a:extLst>
              </p:cNvPr>
              <p:cNvSpPr/>
              <p:nvPr>
                <p:custDataLst>
                  <p:tags r:id="rId33"/>
                </p:custDataLst>
              </p:nvPr>
            </p:nvSpPr>
            <p:spPr bwMode="gray">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4" name="Arc 43">
                <a:extLst>
                  <a:ext uri="{FF2B5EF4-FFF2-40B4-BE49-F238E27FC236}">
                    <a16:creationId xmlns:a16="http://schemas.microsoft.com/office/drawing/2014/main" id="{36D8C7B0-03FE-BAE8-3F94-BAAEE041D1CD}"/>
                  </a:ext>
                </a:extLst>
              </p:cNvPr>
              <p:cNvSpPr/>
              <p:nvPr>
                <p:custDataLst>
                  <p:tags r:id="rId34"/>
                </p:custDataLst>
              </p:nvPr>
            </p:nvSpPr>
            <p:spPr bwMode="gray">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7" name="MoonLegend4">
              <a:extLst>
                <a:ext uri="{FF2B5EF4-FFF2-40B4-BE49-F238E27FC236}">
                  <a16:creationId xmlns:a16="http://schemas.microsoft.com/office/drawing/2014/main" id="{2DA40887-987C-0677-4A08-EF14158E2C1B}"/>
                </a:ext>
              </a:extLst>
            </p:cNvPr>
            <p:cNvGrpSpPr>
              <a:grpSpLocks noChangeAspect="1"/>
            </p:cNvGrpSpPr>
            <p:nvPr>
              <p:custDataLst>
                <p:tags r:id="rId27"/>
              </p:custDataLst>
            </p:nvPr>
          </p:nvGrpSpPr>
          <p:grpSpPr bwMode="gray">
            <a:xfrm>
              <a:off x="10688315" y="2543143"/>
              <a:ext cx="228600" cy="228600"/>
              <a:chOff x="762000" y="1270000"/>
              <a:chExt cx="254000" cy="254000"/>
            </a:xfrm>
          </p:grpSpPr>
          <p:sp>
            <p:nvSpPr>
              <p:cNvPr id="41" name="Oval 40">
                <a:extLst>
                  <a:ext uri="{FF2B5EF4-FFF2-40B4-BE49-F238E27FC236}">
                    <a16:creationId xmlns:a16="http://schemas.microsoft.com/office/drawing/2014/main" id="{E4FEC0AF-07BA-AEDD-9E87-90F02F91B4DF}"/>
                  </a:ext>
                </a:extLst>
              </p:cNvPr>
              <p:cNvSpPr/>
              <p:nvPr>
                <p:custDataLst>
                  <p:tags r:id="rId31"/>
                </p:custDataLst>
              </p:nvPr>
            </p:nvSpPr>
            <p:spPr bwMode="gray">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2" name="Arc 41">
                <a:extLst>
                  <a:ext uri="{FF2B5EF4-FFF2-40B4-BE49-F238E27FC236}">
                    <a16:creationId xmlns:a16="http://schemas.microsoft.com/office/drawing/2014/main" id="{9C31E6CA-0BD6-21C7-9D33-217AC0F70068}"/>
                  </a:ext>
                </a:extLst>
              </p:cNvPr>
              <p:cNvSpPr/>
              <p:nvPr>
                <p:custDataLst>
                  <p:tags r:id="rId32"/>
                </p:custDataLst>
              </p:nvPr>
            </p:nvSpPr>
            <p:spPr bwMode="gray">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8" name="MoonLegend5">
              <a:extLst>
                <a:ext uri="{FF2B5EF4-FFF2-40B4-BE49-F238E27FC236}">
                  <a16:creationId xmlns:a16="http://schemas.microsoft.com/office/drawing/2014/main" id="{047E0B27-4D75-D851-CB6C-E3AFE448A231}"/>
                </a:ext>
              </a:extLst>
            </p:cNvPr>
            <p:cNvGrpSpPr>
              <a:grpSpLocks noChangeAspect="1"/>
            </p:cNvGrpSpPr>
            <p:nvPr>
              <p:custDataLst>
                <p:tags r:id="rId28"/>
              </p:custDataLst>
            </p:nvPr>
          </p:nvGrpSpPr>
          <p:grpSpPr bwMode="gray">
            <a:xfrm>
              <a:off x="10688315" y="2918602"/>
              <a:ext cx="228600" cy="228600"/>
              <a:chOff x="762000" y="1270000"/>
              <a:chExt cx="254000" cy="254000"/>
            </a:xfrm>
          </p:grpSpPr>
          <p:sp>
            <p:nvSpPr>
              <p:cNvPr id="39" name="Oval 38">
                <a:extLst>
                  <a:ext uri="{FF2B5EF4-FFF2-40B4-BE49-F238E27FC236}">
                    <a16:creationId xmlns:a16="http://schemas.microsoft.com/office/drawing/2014/main" id="{82F19AE0-D6D1-825D-2D49-09D885D01FF1}"/>
                  </a:ext>
                </a:extLst>
              </p:cNvPr>
              <p:cNvSpPr/>
              <p:nvPr>
                <p:custDataLst>
                  <p:tags r:id="rId29"/>
                </p:custDataLst>
              </p:nvPr>
            </p:nvSpPr>
            <p:spPr bwMode="gray">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0" name="Arc 39">
                <a:extLst>
                  <a:ext uri="{FF2B5EF4-FFF2-40B4-BE49-F238E27FC236}">
                    <a16:creationId xmlns:a16="http://schemas.microsoft.com/office/drawing/2014/main" id="{0627E5CA-0668-3C31-A54D-14AE7F4D3652}"/>
                  </a:ext>
                </a:extLst>
              </p:cNvPr>
              <p:cNvSpPr/>
              <p:nvPr>
                <p:custDataLst>
                  <p:tags r:id="rId30"/>
                </p:custDataLst>
              </p:nvPr>
            </p:nvSpPr>
            <p:spPr bwMode="gray">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Tree>
    <p:custDataLst>
      <p:tags r:id="rId17"/>
    </p:custDataLst>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2" r:id="rId7"/>
    <p:sldLayoutId id="2147483883" r:id="rId8"/>
    <p:sldLayoutId id="2147483884" r:id="rId9"/>
    <p:sldLayoutId id="2147483885" r:id="rId10"/>
    <p:sldLayoutId id="2147483886" r:id="rId11"/>
    <p:sldLayoutId id="2147483887" r:id="rId12"/>
    <p:sldLayoutId id="2147483706" r:id="rId13"/>
    <p:sldLayoutId id="2147483718" r:id="rId14"/>
    <p:sldLayoutId id="2147483897" r:id="rId15"/>
  </p:sldLayoutIdLst>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18288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2pPr>
      <a:lvl3pPr marL="36576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3pPr>
      <a:lvl4pPr marL="54864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4pPr>
      <a:lvl5pPr marL="73152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A7235B20-F9F8-476F-D257-E345C3C20F76}"/>
              </a:ext>
            </a:extLst>
          </p:cNvPr>
          <p:cNvGrpSpPr/>
          <p:nvPr userDrawn="1"/>
        </p:nvGrpSpPr>
        <p:grpSpPr>
          <a:xfrm>
            <a:off x="1524" y="0"/>
            <a:ext cx="12190476" cy="6858000"/>
            <a:chOff x="1524" y="0"/>
            <a:chExt cx="12190476" cy="6858000"/>
          </a:xfrm>
        </p:grpSpPr>
        <p:sp>
          <p:nvSpPr>
            <p:cNvPr id="56" name="slide margin">
              <a:extLst>
                <a:ext uri="{FF2B5EF4-FFF2-40B4-BE49-F238E27FC236}">
                  <a16:creationId xmlns:a16="http://schemas.microsoft.com/office/drawing/2014/main" id="{38DD344F-AD20-46A3-A11B-2D82C3344FEC}"/>
                </a:ext>
              </a:extLst>
            </p:cNvPr>
            <p:cNvSpPr/>
            <p:nvPr/>
          </p:nvSpPr>
          <p:spPr bwMode="gray">
            <a:xfrm>
              <a:off x="3048"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a:solidFill>
                  <a:schemeClr val="tx1"/>
                </a:solidFill>
                <a:latin typeface="+mn-lt"/>
              </a:endParaRPr>
            </a:p>
          </p:txBody>
        </p:sp>
        <p:cxnSp>
          <p:nvCxnSpPr>
            <p:cNvPr id="57" name="Straight Connector 56">
              <a:extLst>
                <a:ext uri="{FF2B5EF4-FFF2-40B4-BE49-F238E27FC236}">
                  <a16:creationId xmlns:a16="http://schemas.microsoft.com/office/drawing/2014/main" id="{6C7601CF-5E5B-457D-847F-427610DA2FB7}"/>
                </a:ext>
              </a:extLst>
            </p:cNvPr>
            <p:cNvCxnSpPr/>
            <p:nvPr/>
          </p:nvCxnSpPr>
          <p:spPr bwMode="gray">
            <a:xfrm>
              <a:off x="86098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31F3C21-0066-454F-858F-CF8DE7C15746}"/>
                </a:ext>
              </a:extLst>
            </p:cNvPr>
            <p:cNvCxnSpPr/>
            <p:nvPr/>
          </p:nvCxnSpPr>
          <p:spPr bwMode="gray">
            <a:xfrm>
              <a:off x="1133406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2C2F96-141D-4584-8AFC-7B03AC967AD5}"/>
                </a:ext>
              </a:extLst>
            </p:cNvPr>
            <p:cNvCxnSpPr/>
            <p:nvPr/>
          </p:nvCxnSpPr>
          <p:spPr bwMode="gray">
            <a:xfrm>
              <a:off x="181308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FFAB406-01C7-4D16-B756-95AABF69356F}"/>
                </a:ext>
              </a:extLst>
            </p:cNvPr>
            <p:cNvCxnSpPr/>
            <p:nvPr/>
          </p:nvCxnSpPr>
          <p:spPr bwMode="gray">
            <a:xfrm>
              <a:off x="276518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C0947A7-511E-40BC-89AC-7FB57EB8253A}"/>
                </a:ext>
              </a:extLst>
            </p:cNvPr>
            <p:cNvCxnSpPr/>
            <p:nvPr/>
          </p:nvCxnSpPr>
          <p:spPr bwMode="gray">
            <a:xfrm>
              <a:off x="371728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E13BF7D-FE79-4AD9-BD1E-86E33F888F0B}"/>
                </a:ext>
              </a:extLst>
            </p:cNvPr>
            <p:cNvCxnSpPr/>
            <p:nvPr/>
          </p:nvCxnSpPr>
          <p:spPr bwMode="gray">
            <a:xfrm>
              <a:off x="466938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9CD20B4-6A15-49A2-A59E-FCCFB641E09C}"/>
                </a:ext>
              </a:extLst>
            </p:cNvPr>
            <p:cNvCxnSpPr/>
            <p:nvPr/>
          </p:nvCxnSpPr>
          <p:spPr bwMode="gray">
            <a:xfrm>
              <a:off x="562147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8C9107F-AE78-4984-826C-0B2406DAF134}"/>
                </a:ext>
              </a:extLst>
            </p:cNvPr>
            <p:cNvCxnSpPr/>
            <p:nvPr/>
          </p:nvCxnSpPr>
          <p:spPr bwMode="gray">
            <a:xfrm>
              <a:off x="657357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4F056F-D81A-4196-9B3A-AE8FD5591CB2}"/>
                </a:ext>
              </a:extLst>
            </p:cNvPr>
            <p:cNvCxnSpPr/>
            <p:nvPr/>
          </p:nvCxnSpPr>
          <p:spPr bwMode="gray">
            <a:xfrm>
              <a:off x="752567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4C1E84A-C73C-43D4-BA3C-8DBC74530EF8}"/>
                </a:ext>
              </a:extLst>
            </p:cNvPr>
            <p:cNvCxnSpPr/>
            <p:nvPr/>
          </p:nvCxnSpPr>
          <p:spPr bwMode="gray">
            <a:xfrm>
              <a:off x="847777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E85AE8D-58C3-4AA0-B6F0-E5B277CA7900}"/>
                </a:ext>
              </a:extLst>
            </p:cNvPr>
            <p:cNvCxnSpPr/>
            <p:nvPr/>
          </p:nvCxnSpPr>
          <p:spPr bwMode="gray">
            <a:xfrm>
              <a:off x="942987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36F9C0-4B83-4C02-9FB8-FE87C7414EE2}"/>
                </a:ext>
              </a:extLst>
            </p:cNvPr>
            <p:cNvCxnSpPr/>
            <p:nvPr/>
          </p:nvCxnSpPr>
          <p:spPr bwMode="gray">
            <a:xfrm>
              <a:off x="1038197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33B3485C-D98D-4843-9430-BAB5037871BA}"/>
                </a:ext>
              </a:extLst>
            </p:cNvPr>
            <p:cNvSpPr/>
            <p:nvPr/>
          </p:nvSpPr>
          <p:spPr bwMode="gray">
            <a:xfrm>
              <a:off x="3048"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0" name="Freeform: Shape 69">
              <a:extLst>
                <a:ext uri="{FF2B5EF4-FFF2-40B4-BE49-F238E27FC236}">
                  <a16:creationId xmlns:a16="http://schemas.microsoft.com/office/drawing/2014/main" id="{D4711F5E-C124-4817-92AB-CA50490512E0}"/>
                </a:ext>
              </a:extLst>
            </p:cNvPr>
            <p:cNvSpPr/>
            <p:nvPr/>
          </p:nvSpPr>
          <p:spPr bwMode="gray">
            <a:xfrm>
              <a:off x="116890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1" name="Freeform: Shape 70">
              <a:extLst>
                <a:ext uri="{FF2B5EF4-FFF2-40B4-BE49-F238E27FC236}">
                  <a16:creationId xmlns:a16="http://schemas.microsoft.com/office/drawing/2014/main" id="{287B4A93-F9FF-464C-9429-7F0508C752D8}"/>
                </a:ext>
              </a:extLst>
            </p:cNvPr>
            <p:cNvSpPr/>
            <p:nvPr/>
          </p:nvSpPr>
          <p:spPr bwMode="gray">
            <a:xfrm>
              <a:off x="212100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2" name="Freeform: Shape 71">
              <a:extLst>
                <a:ext uri="{FF2B5EF4-FFF2-40B4-BE49-F238E27FC236}">
                  <a16:creationId xmlns:a16="http://schemas.microsoft.com/office/drawing/2014/main" id="{F30BD8E3-A9FF-4CAF-AFCE-78BAF967AB1A}"/>
                </a:ext>
              </a:extLst>
            </p:cNvPr>
            <p:cNvSpPr/>
            <p:nvPr/>
          </p:nvSpPr>
          <p:spPr bwMode="gray">
            <a:xfrm>
              <a:off x="307310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3" name="Freeform: Shape 72">
              <a:extLst>
                <a:ext uri="{FF2B5EF4-FFF2-40B4-BE49-F238E27FC236}">
                  <a16:creationId xmlns:a16="http://schemas.microsoft.com/office/drawing/2014/main" id="{68DFD3D7-8227-4BAE-92E3-7A8D1D9D120B}"/>
                </a:ext>
              </a:extLst>
            </p:cNvPr>
            <p:cNvSpPr/>
            <p:nvPr/>
          </p:nvSpPr>
          <p:spPr bwMode="gray">
            <a:xfrm>
              <a:off x="4025205"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B1BDBD63-521E-429E-88F1-146A189AC445}"/>
                </a:ext>
              </a:extLst>
            </p:cNvPr>
            <p:cNvSpPr/>
            <p:nvPr/>
          </p:nvSpPr>
          <p:spPr bwMode="gray">
            <a:xfrm>
              <a:off x="497730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A0B0088A-AB05-469E-9D5A-008850E9B532}"/>
                </a:ext>
              </a:extLst>
            </p:cNvPr>
            <p:cNvSpPr/>
            <p:nvPr/>
          </p:nvSpPr>
          <p:spPr bwMode="gray">
            <a:xfrm>
              <a:off x="592940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19BCFA35-14ED-4686-918B-E003CB0183E0}"/>
                </a:ext>
              </a:extLst>
            </p:cNvPr>
            <p:cNvSpPr/>
            <p:nvPr/>
          </p:nvSpPr>
          <p:spPr bwMode="gray">
            <a:xfrm>
              <a:off x="6881502"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2C9479A-9B75-4DAD-BD6F-ACA06F40053D}"/>
                </a:ext>
              </a:extLst>
            </p:cNvPr>
            <p:cNvSpPr/>
            <p:nvPr/>
          </p:nvSpPr>
          <p:spPr bwMode="gray">
            <a:xfrm>
              <a:off x="7833601"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0E502045-AFEE-46BD-82EF-7FDCA210A972}"/>
                </a:ext>
              </a:extLst>
            </p:cNvPr>
            <p:cNvSpPr/>
            <p:nvPr/>
          </p:nvSpPr>
          <p:spPr bwMode="gray">
            <a:xfrm>
              <a:off x="878570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8331B978-23AB-4D1C-BDEB-D3F9BEDAA2DB}"/>
                </a:ext>
              </a:extLst>
            </p:cNvPr>
            <p:cNvSpPr/>
            <p:nvPr/>
          </p:nvSpPr>
          <p:spPr bwMode="gray">
            <a:xfrm>
              <a:off x="9737798"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B5C2958A-8756-4F5D-9D2E-8609AF3FE7F3}"/>
                </a:ext>
              </a:extLst>
            </p:cNvPr>
            <p:cNvSpPr/>
            <p:nvPr/>
          </p:nvSpPr>
          <p:spPr bwMode="gray">
            <a:xfrm>
              <a:off x="10689896"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405E51A7-0B73-4EDC-8853-4C4885C3CD12}"/>
                </a:ext>
              </a:extLst>
            </p:cNvPr>
            <p:cNvSpPr/>
            <p:nvPr/>
          </p:nvSpPr>
          <p:spPr bwMode="gray">
            <a:xfrm>
              <a:off x="11638788"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A655BB02-C70B-4783-95E3-349A9749DE81}"/>
                </a:ext>
              </a:extLst>
            </p:cNvPr>
            <p:cNvSpPr/>
            <p:nvPr/>
          </p:nvSpPr>
          <p:spPr bwMode="gray">
            <a:xfrm>
              <a:off x="7220952"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BF414889-E577-40C3-8CDF-DA20200FC4BB}"/>
                </a:ext>
              </a:extLst>
            </p:cNvPr>
            <p:cNvSpPr/>
            <p:nvPr userDrawn="1"/>
          </p:nvSpPr>
          <p:spPr bwMode="gray">
            <a:xfrm>
              <a:off x="150835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10578B73-0DC8-40FE-8A21-280C0818D286}"/>
                </a:ext>
              </a:extLst>
            </p:cNvPr>
            <p:cNvSpPr/>
            <p:nvPr userDrawn="1"/>
          </p:nvSpPr>
          <p:spPr bwMode="gray">
            <a:xfrm>
              <a:off x="246045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2A3EAB8C-6F2A-4487-A2BB-0984642F92BD}"/>
                </a:ext>
              </a:extLst>
            </p:cNvPr>
            <p:cNvSpPr/>
            <p:nvPr userDrawn="1"/>
          </p:nvSpPr>
          <p:spPr bwMode="gray">
            <a:xfrm>
              <a:off x="341255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07D70175-6613-45BC-AF43-015C72F13A7B}"/>
                </a:ext>
              </a:extLst>
            </p:cNvPr>
            <p:cNvSpPr/>
            <p:nvPr userDrawn="1"/>
          </p:nvSpPr>
          <p:spPr bwMode="gray">
            <a:xfrm>
              <a:off x="4364656"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9B942F25-6CDB-4981-97B7-D7BDEBE5ADF5}"/>
                </a:ext>
              </a:extLst>
            </p:cNvPr>
            <p:cNvSpPr/>
            <p:nvPr userDrawn="1"/>
          </p:nvSpPr>
          <p:spPr bwMode="gray">
            <a:xfrm>
              <a:off x="531675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01315AFB-F00B-4517-B2CA-2588A030EFF4}"/>
                </a:ext>
              </a:extLst>
            </p:cNvPr>
            <p:cNvSpPr/>
            <p:nvPr userDrawn="1"/>
          </p:nvSpPr>
          <p:spPr bwMode="gray">
            <a:xfrm>
              <a:off x="626885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F2EAC9B8-160B-4F7F-8029-F358F771D704}"/>
                </a:ext>
              </a:extLst>
            </p:cNvPr>
            <p:cNvSpPr/>
            <p:nvPr userDrawn="1"/>
          </p:nvSpPr>
          <p:spPr bwMode="gray">
            <a:xfrm>
              <a:off x="8173051"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42671AAA-F5BF-4B8E-9B20-12F8E97A3021}"/>
                </a:ext>
              </a:extLst>
            </p:cNvPr>
            <p:cNvSpPr/>
            <p:nvPr userDrawn="1"/>
          </p:nvSpPr>
          <p:spPr bwMode="gray">
            <a:xfrm>
              <a:off x="912515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23FB4F88-2E32-42AF-931D-73EEE391186B}"/>
                </a:ext>
              </a:extLst>
            </p:cNvPr>
            <p:cNvSpPr/>
            <p:nvPr userDrawn="1"/>
          </p:nvSpPr>
          <p:spPr bwMode="gray">
            <a:xfrm>
              <a:off x="10077249"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E4A1769F-CE92-4633-87B1-DDCB8F121456}"/>
                </a:ext>
              </a:extLst>
            </p:cNvPr>
            <p:cNvSpPr/>
            <p:nvPr userDrawn="1"/>
          </p:nvSpPr>
          <p:spPr bwMode="gray">
            <a:xfrm>
              <a:off x="11029350"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4B597847-9D21-4E79-A3C1-CD09A72ED17A}"/>
                </a:ext>
              </a:extLst>
            </p:cNvPr>
            <p:cNvSpPr/>
            <p:nvPr userDrawn="1"/>
          </p:nvSpPr>
          <p:spPr bwMode="gray">
            <a:xfrm>
              <a:off x="55626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1323">
                <a:solidFill>
                  <a:schemeClr val="tx1"/>
                </a:solidFill>
                <a:latin typeface="+mn-lt"/>
              </a:endParaRPr>
            </a:p>
          </p:txBody>
        </p:sp>
        <p:cxnSp>
          <p:nvCxnSpPr>
            <p:cNvPr id="94" name="Straight Connector 93">
              <a:extLst>
                <a:ext uri="{FF2B5EF4-FFF2-40B4-BE49-F238E27FC236}">
                  <a16:creationId xmlns:a16="http://schemas.microsoft.com/office/drawing/2014/main" id="{A4475F4C-A18C-4D1A-BA57-171FB0889ED5}"/>
                </a:ext>
              </a:extLst>
            </p:cNvPr>
            <p:cNvCxnSpPr/>
            <p:nvPr userDrawn="1"/>
          </p:nvCxnSpPr>
          <p:spPr bwMode="gray">
            <a:xfrm>
              <a:off x="1524"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668352-A3AB-4B2E-9A58-3447022124C4}"/>
                </a:ext>
              </a:extLst>
            </p:cNvPr>
            <p:cNvCxnSpPr/>
            <p:nvPr userDrawn="1"/>
          </p:nvCxnSpPr>
          <p:spPr bwMode="gray">
            <a:xfrm>
              <a:off x="1524"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FB43971-E513-473C-A51D-9EE94E61083C}"/>
                </a:ext>
              </a:extLst>
            </p:cNvPr>
            <p:cNvCxnSpPr/>
            <p:nvPr userDrawn="1"/>
          </p:nvCxnSpPr>
          <p:spPr bwMode="gray">
            <a:xfrm>
              <a:off x="1524"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5DF1BF3-81AD-4891-9BB0-2F7A0C9D4E46}"/>
                </a:ext>
              </a:extLst>
            </p:cNvPr>
            <p:cNvCxnSpPr/>
            <p:nvPr userDrawn="1"/>
          </p:nvCxnSpPr>
          <p:spPr bwMode="gray">
            <a:xfrm>
              <a:off x="1524"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00BDB8E3-D6DD-4760-8A19-73C078A70F87}"/>
                </a:ext>
              </a:extLst>
            </p:cNvPr>
            <p:cNvCxnSpPr/>
            <p:nvPr userDrawn="1"/>
          </p:nvCxnSpPr>
          <p:spPr bwMode="gray">
            <a:xfrm>
              <a:off x="1524"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F12D775-122F-40DE-9D53-9EE07EEAA8F5}"/>
                </a:ext>
              </a:extLst>
            </p:cNvPr>
            <p:cNvCxnSpPr/>
            <p:nvPr userDrawn="1"/>
          </p:nvCxnSpPr>
          <p:spPr bwMode="gray">
            <a:xfrm>
              <a:off x="1524"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D2CAD56-BA05-4C75-8034-7BE3F452236F}"/>
                </a:ext>
              </a:extLst>
            </p:cNvPr>
            <p:cNvCxnSpPr/>
            <p:nvPr userDrawn="1"/>
          </p:nvCxnSpPr>
          <p:spPr bwMode="gray">
            <a:xfrm>
              <a:off x="1524"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90E0245-1DD4-47DE-874E-81EEEC5BC8F7}"/>
                </a:ext>
              </a:extLst>
            </p:cNvPr>
            <p:cNvCxnSpPr/>
            <p:nvPr userDrawn="1"/>
          </p:nvCxnSpPr>
          <p:spPr bwMode="gray">
            <a:xfrm>
              <a:off x="1524"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CFFCCA0-3335-4A1D-ABE0-05033DB06A2E}"/>
                </a:ext>
              </a:extLst>
            </p:cNvPr>
            <p:cNvCxnSpPr/>
            <p:nvPr userDrawn="1"/>
          </p:nvCxnSpPr>
          <p:spPr bwMode="gray">
            <a:xfrm>
              <a:off x="1524"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4D72CB9-C1AD-44DE-9701-7AC2B6FF96CE}"/>
                </a:ext>
              </a:extLst>
            </p:cNvPr>
            <p:cNvCxnSpPr/>
            <p:nvPr userDrawn="1"/>
          </p:nvCxnSpPr>
          <p:spPr bwMode="gray">
            <a:xfrm>
              <a:off x="1524"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89B3321-C5E9-4805-BC66-EA0432C4C15B}"/>
                </a:ext>
              </a:extLst>
            </p:cNvPr>
            <p:cNvCxnSpPr/>
            <p:nvPr userDrawn="1"/>
          </p:nvCxnSpPr>
          <p:spPr bwMode="gray">
            <a:xfrm>
              <a:off x="1524"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ACEEB3E-3F13-47FD-9363-059ECF85CA24}"/>
                </a:ext>
              </a:extLst>
            </p:cNvPr>
            <p:cNvCxnSpPr/>
            <p:nvPr userDrawn="1"/>
          </p:nvCxnSpPr>
          <p:spPr bwMode="gray">
            <a:xfrm>
              <a:off x="1524"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73AB56B-1DBC-4E4B-A722-E8BD0ECD1B41}"/>
                </a:ext>
              </a:extLst>
            </p:cNvPr>
            <p:cNvCxnSpPr/>
            <p:nvPr userDrawn="1"/>
          </p:nvCxnSpPr>
          <p:spPr bwMode="gray">
            <a:xfrm>
              <a:off x="1524"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406E6C7-24A3-4B83-8726-B30607709EF5}"/>
                </a:ext>
              </a:extLst>
            </p:cNvPr>
            <p:cNvCxnSpPr/>
            <p:nvPr userDrawn="1"/>
          </p:nvCxnSpPr>
          <p:spPr bwMode="gray">
            <a:xfrm>
              <a:off x="1524"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BF470C1-8F17-46A7-9CF6-68959FCC27C5}"/>
                </a:ext>
              </a:extLst>
            </p:cNvPr>
            <p:cNvCxnSpPr/>
            <p:nvPr userDrawn="1"/>
          </p:nvCxnSpPr>
          <p:spPr bwMode="gray">
            <a:xfrm>
              <a:off x="1524"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FB440D-CD6D-4896-879A-A739507A9DA0}"/>
                </a:ext>
              </a:extLst>
            </p:cNvPr>
            <p:cNvCxnSpPr/>
            <p:nvPr userDrawn="1"/>
          </p:nvCxnSpPr>
          <p:spPr bwMode="gray">
            <a:xfrm>
              <a:off x="1524"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13BC5EF-1845-45CB-A034-F5C2FECB524D}"/>
                </a:ext>
              </a:extLst>
            </p:cNvPr>
            <p:cNvCxnSpPr/>
            <p:nvPr userDrawn="1"/>
          </p:nvCxnSpPr>
          <p:spPr bwMode="gray">
            <a:xfrm>
              <a:off x="1524"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206814-DAB9-4959-9312-D81139D2AED1}"/>
                </a:ext>
              </a:extLst>
            </p:cNvPr>
            <p:cNvCxnSpPr/>
            <p:nvPr userDrawn="1"/>
          </p:nvCxnSpPr>
          <p:spPr bwMode="gray">
            <a:xfrm>
              <a:off x="1524"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63072DF-59FF-4A0A-BAA0-5A11E1D2E4E3}"/>
                </a:ext>
              </a:extLst>
            </p:cNvPr>
            <p:cNvCxnSpPr/>
            <p:nvPr userDrawn="1"/>
          </p:nvCxnSpPr>
          <p:spPr bwMode="gray">
            <a:xfrm>
              <a:off x="1524"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A4BE5F7-9CDA-49D9-BFEC-F2B196770FC3}"/>
                </a:ext>
              </a:extLst>
            </p:cNvPr>
            <p:cNvCxnSpPr/>
            <p:nvPr userDrawn="1"/>
          </p:nvCxnSpPr>
          <p:spPr bwMode="gray">
            <a:xfrm>
              <a:off x="1524"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C5C0C16-0A28-498B-9C6F-5032271897D0}"/>
                </a:ext>
              </a:extLst>
            </p:cNvPr>
            <p:cNvCxnSpPr/>
            <p:nvPr userDrawn="1"/>
          </p:nvCxnSpPr>
          <p:spPr bwMode="gray">
            <a:xfrm>
              <a:off x="1524"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91131945-8EE6-4545-BF8A-AF353687BEB3}"/>
                </a:ext>
              </a:extLst>
            </p:cNvPr>
            <p:cNvCxnSpPr/>
            <p:nvPr userDrawn="1"/>
          </p:nvCxnSpPr>
          <p:spPr bwMode="gray">
            <a:xfrm>
              <a:off x="1524"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75DD299-052D-4F8E-A9FE-D093F95B0FF2}"/>
                </a:ext>
              </a:extLst>
            </p:cNvPr>
            <p:cNvCxnSpPr/>
            <p:nvPr userDrawn="1"/>
          </p:nvCxnSpPr>
          <p:spPr bwMode="gray">
            <a:xfrm>
              <a:off x="1524"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8EBC29A-6A7B-40D5-897C-5DEEBEE6A4B2}"/>
                </a:ext>
              </a:extLst>
            </p:cNvPr>
            <p:cNvCxnSpPr/>
            <p:nvPr userDrawn="1"/>
          </p:nvCxnSpPr>
          <p:spPr bwMode="gray">
            <a:xfrm>
              <a:off x="1524"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66B5FDD-F1EC-4F2C-B392-BC178AD8DA90}"/>
                </a:ext>
              </a:extLst>
            </p:cNvPr>
            <p:cNvCxnSpPr/>
            <p:nvPr userDrawn="1"/>
          </p:nvCxnSpPr>
          <p:spPr bwMode="gray">
            <a:xfrm>
              <a:off x="1524"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93E83BE-872E-48AC-9FFE-A9F5597742DF}"/>
                </a:ext>
              </a:extLst>
            </p:cNvPr>
            <p:cNvCxnSpPr/>
            <p:nvPr userDrawn="1"/>
          </p:nvCxnSpPr>
          <p:spPr bwMode="gray">
            <a:xfrm>
              <a:off x="1524"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1C528-2748-4906-ABB1-D32D60EC43E0}"/>
                </a:ext>
              </a:extLst>
            </p:cNvPr>
            <p:cNvCxnSpPr/>
            <p:nvPr userDrawn="1"/>
          </p:nvCxnSpPr>
          <p:spPr bwMode="gray">
            <a:xfrm>
              <a:off x="1524"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982271F-16E6-4B46-8B36-C850AA36014C}"/>
                </a:ext>
              </a:extLst>
            </p:cNvPr>
            <p:cNvCxnSpPr/>
            <p:nvPr userDrawn="1"/>
          </p:nvCxnSpPr>
          <p:spPr bwMode="gray">
            <a:xfrm>
              <a:off x="1524"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A678F6B-D7A6-4C5F-A60A-68F375965733}"/>
                </a:ext>
              </a:extLst>
            </p:cNvPr>
            <p:cNvCxnSpPr/>
            <p:nvPr userDrawn="1"/>
          </p:nvCxnSpPr>
          <p:spPr bwMode="gray">
            <a:xfrm>
              <a:off x="1524"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1F16AAE-3D56-49D9-B1F8-CF0D668C4625}"/>
                </a:ext>
              </a:extLst>
            </p:cNvPr>
            <p:cNvCxnSpPr/>
            <p:nvPr userDrawn="1"/>
          </p:nvCxnSpPr>
          <p:spPr bwMode="gray">
            <a:xfrm>
              <a:off x="1524"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46BA71-43F2-4516-96BC-46C1F7150D1F}"/>
                </a:ext>
              </a:extLst>
            </p:cNvPr>
            <p:cNvCxnSpPr/>
            <p:nvPr userDrawn="1"/>
          </p:nvCxnSpPr>
          <p:spPr bwMode="gray">
            <a:xfrm>
              <a:off x="1524"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B2820DA-E0D5-407B-9227-F00335F2855C}"/>
                </a:ext>
              </a:extLst>
            </p:cNvPr>
            <p:cNvCxnSpPr/>
            <p:nvPr userDrawn="1"/>
          </p:nvCxnSpPr>
          <p:spPr bwMode="gray">
            <a:xfrm>
              <a:off x="1524"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6A61357-206A-4A6B-82AD-45174279B301}"/>
                </a:ext>
              </a:extLst>
            </p:cNvPr>
            <p:cNvCxnSpPr/>
            <p:nvPr userDrawn="1"/>
          </p:nvCxnSpPr>
          <p:spPr bwMode="gray">
            <a:xfrm>
              <a:off x="1524"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FD4E7D7-1920-4CDF-8C8E-2C8843C3234E}"/>
                </a:ext>
              </a:extLst>
            </p:cNvPr>
            <p:cNvCxnSpPr/>
            <p:nvPr userDrawn="1"/>
          </p:nvCxnSpPr>
          <p:spPr bwMode="gray">
            <a:xfrm>
              <a:off x="1524"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6B52954-99B2-4CA1-BC58-BC2CE3144C2E}"/>
                </a:ext>
              </a:extLst>
            </p:cNvPr>
            <p:cNvCxnSpPr/>
            <p:nvPr userDrawn="1"/>
          </p:nvCxnSpPr>
          <p:spPr bwMode="gray">
            <a:xfrm>
              <a:off x="1524"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58B8F17-F2CF-4C8B-9384-4763AEB46266}"/>
                </a:ext>
              </a:extLst>
            </p:cNvPr>
            <p:cNvCxnSpPr/>
            <p:nvPr userDrawn="1"/>
          </p:nvCxnSpPr>
          <p:spPr bwMode="gray">
            <a:xfrm>
              <a:off x="1524"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4D57F3-3690-4C8F-9DD3-6514140E8449}"/>
                </a:ext>
              </a:extLst>
            </p:cNvPr>
            <p:cNvCxnSpPr/>
            <p:nvPr userDrawn="1"/>
          </p:nvCxnSpPr>
          <p:spPr bwMode="gray">
            <a:xfrm>
              <a:off x="1524"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F1248E6-58FC-4800-A342-F266640388C0}"/>
                </a:ext>
              </a:extLst>
            </p:cNvPr>
            <p:cNvCxnSpPr/>
            <p:nvPr userDrawn="1"/>
          </p:nvCxnSpPr>
          <p:spPr bwMode="gray">
            <a:xfrm>
              <a:off x="1524"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B8011EA-A67B-4792-899C-6F30861FB41B}"/>
                </a:ext>
              </a:extLst>
            </p:cNvPr>
            <p:cNvCxnSpPr/>
            <p:nvPr userDrawn="1"/>
          </p:nvCxnSpPr>
          <p:spPr bwMode="gray">
            <a:xfrm>
              <a:off x="1524"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187538-C1B6-4AB3-9E92-1CBE573E39EA}"/>
                </a:ext>
              </a:extLst>
            </p:cNvPr>
            <p:cNvCxnSpPr/>
            <p:nvPr userDrawn="1"/>
          </p:nvCxnSpPr>
          <p:spPr bwMode="gray">
            <a:xfrm>
              <a:off x="1524"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25F436-5B17-4F6D-B174-9FD6324175C9}"/>
                </a:ext>
              </a:extLst>
            </p:cNvPr>
            <p:cNvCxnSpPr/>
            <p:nvPr userDrawn="1"/>
          </p:nvCxnSpPr>
          <p:spPr bwMode="gray">
            <a:xfrm>
              <a:off x="1524"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DD99996-2943-48E4-B56E-D3F05FDFEC4F}"/>
                </a:ext>
              </a:extLst>
            </p:cNvPr>
            <p:cNvCxnSpPr/>
            <p:nvPr userDrawn="1"/>
          </p:nvCxnSpPr>
          <p:spPr bwMode="gray">
            <a:xfrm>
              <a:off x="1524"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8B8D663-5E52-4EA2-8D3F-41F6121FAE3C}"/>
                </a:ext>
              </a:extLst>
            </p:cNvPr>
            <p:cNvCxnSpPr/>
            <p:nvPr userDrawn="1"/>
          </p:nvCxnSpPr>
          <p:spPr bwMode="gray">
            <a:xfrm>
              <a:off x="1524"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1F6EC2A-C5C1-4266-92CE-81F84B827556}"/>
                </a:ext>
              </a:extLst>
            </p:cNvPr>
            <p:cNvCxnSpPr/>
            <p:nvPr userDrawn="1"/>
          </p:nvCxnSpPr>
          <p:spPr bwMode="gray">
            <a:xfrm>
              <a:off x="1524"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1" name="main body box">
              <a:extLst>
                <a:ext uri="{FF2B5EF4-FFF2-40B4-BE49-F238E27FC236}">
                  <a16:creationId xmlns:a16="http://schemas.microsoft.com/office/drawing/2014/main" id="{B218B8DC-43D2-4BF0-8019-414A6C978B50}"/>
                </a:ext>
              </a:extLst>
            </p:cNvPr>
            <p:cNvSpPr/>
            <p:nvPr userDrawn="1"/>
          </p:nvSpPr>
          <p:spPr bwMode="gray">
            <a:xfrm>
              <a:off x="556260"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1323">
                <a:solidFill>
                  <a:schemeClr val="tx1"/>
                </a:solidFill>
                <a:latin typeface="+mn-lt"/>
              </a:endParaRPr>
            </a:p>
          </p:txBody>
        </p:sp>
        <p:cxnSp>
          <p:nvCxnSpPr>
            <p:cNvPr id="142" name="Straight Connector 141">
              <a:extLst>
                <a:ext uri="{FF2B5EF4-FFF2-40B4-BE49-F238E27FC236}">
                  <a16:creationId xmlns:a16="http://schemas.microsoft.com/office/drawing/2014/main" id="{F8A6CBCB-2578-43F1-B7A4-69F595E6E013}"/>
                </a:ext>
              </a:extLst>
            </p:cNvPr>
            <p:cNvCxnSpPr/>
            <p:nvPr userDrawn="1"/>
          </p:nvCxnSpPr>
          <p:spPr bwMode="gray">
            <a:xfrm>
              <a:off x="556260" y="2177796"/>
              <a:ext cx="11082528" cy="0"/>
            </a:xfrm>
            <a:prstGeom prst="line">
              <a:avLst/>
            </a:prstGeom>
            <a:noFill/>
            <a:ln w="12700">
              <a:solidFill>
                <a:srgbClr val="19D3C5">
                  <a:alpha val="50000"/>
                </a:srgbClr>
              </a:solidFill>
            </a:ln>
          </p:spPr>
        </p:cxnSp>
        <p:cxnSp>
          <p:nvCxnSpPr>
            <p:cNvPr id="143" name="Straight Connector 142">
              <a:extLst>
                <a:ext uri="{FF2B5EF4-FFF2-40B4-BE49-F238E27FC236}">
                  <a16:creationId xmlns:a16="http://schemas.microsoft.com/office/drawing/2014/main" id="{62E19C48-49CD-490C-82AF-6A807F4A91F8}"/>
                </a:ext>
              </a:extLst>
            </p:cNvPr>
            <p:cNvCxnSpPr/>
            <p:nvPr userDrawn="1"/>
          </p:nvCxnSpPr>
          <p:spPr bwMode="gray">
            <a:xfrm>
              <a:off x="556260" y="1711453"/>
              <a:ext cx="11082528" cy="0"/>
            </a:xfrm>
            <a:prstGeom prst="line">
              <a:avLst/>
            </a:prstGeom>
            <a:noFill/>
            <a:ln w="12700">
              <a:solidFill>
                <a:srgbClr val="19D3C5">
                  <a:alpha val="50000"/>
                </a:srgbClr>
              </a:solidFill>
            </a:ln>
          </p:spPr>
        </p:cxnSp>
        <p:sp>
          <p:nvSpPr>
            <p:cNvPr id="6" name="Contrast_Master_Name">
              <a:extLst>
                <a:ext uri="{FF2B5EF4-FFF2-40B4-BE49-F238E27FC236}">
                  <a16:creationId xmlns:a16="http://schemas.microsoft.com/office/drawing/2014/main" id="{361A1D10-FA54-1A71-71D0-CFD13CDF7DC8}"/>
                </a:ext>
              </a:extLst>
            </p:cNvPr>
            <p:cNvSpPr txBox="1"/>
            <p:nvPr userDrawn="1"/>
          </p:nvSpPr>
          <p:spPr>
            <a:xfrm rot="5400000">
              <a:off x="10579970" y="1594994"/>
              <a:ext cx="2750753" cy="215444"/>
            </a:xfrm>
            <a:prstGeom prst="rect">
              <a:avLst/>
            </a:prstGeom>
            <a:ln w="6350">
              <a:noFill/>
              <a:miter lim="800000"/>
            </a:ln>
          </p:spPr>
          <p:txBody>
            <a:bodyPr vert="horz" wrap="none" lIns="0" tIns="0" rIns="0" bIns="0" rtlCol="0" anchor="ctr">
              <a:spAutoFit/>
            </a:bodyPr>
            <a:lstStyle/>
            <a:p>
              <a:pPr algn="l" rtl="0">
                <a:spcBef>
                  <a:spcPts val="300"/>
                </a:spcBef>
                <a:spcAft>
                  <a:spcPts val="300"/>
                </a:spcAft>
                <a:buNone/>
              </a:pPr>
              <a:r>
                <a:rPr lang="en-US" sz="1400">
                  <a:solidFill>
                    <a:srgbClr val="B4B4B4"/>
                  </a:solidFill>
                </a:rPr>
                <a:t>5153LL01_OF_16x9_ENG_SANJ_V1</a:t>
              </a:r>
            </a:p>
          </p:txBody>
        </p:sp>
      </p:grpSp>
      <p:graphicFrame>
        <p:nvGraphicFramePr>
          <p:cNvPr id="3" name="Object 2" hidden="1">
            <a:extLst>
              <a:ext uri="{FF2B5EF4-FFF2-40B4-BE49-F238E27FC236}">
                <a16:creationId xmlns:a16="http://schemas.microsoft.com/office/drawing/2014/main" id="{740B17A4-151A-442A-85BB-61D97FD47CDC}"/>
              </a:ext>
            </a:extLst>
          </p:cNvPr>
          <p:cNvGraphicFramePr>
            <a:graphicFrameLocks noChangeAspect="1"/>
          </p:cNvGraphicFramePr>
          <p:nvPr userDrawn="1">
            <p:custDataLst>
              <p:tags r:id="rId20"/>
            </p:custDataLst>
            <p:extLst>
              <p:ext uri="{D42A27DB-BD31-4B8C-83A1-F6EECF244321}">
                <p14:modId xmlns:p14="http://schemas.microsoft.com/office/powerpoint/2010/main" val="112572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0" imgW="592" imgH="591" progId="TCLayout.ActiveDocument.1">
                  <p:embed/>
                </p:oleObj>
              </mc:Choice>
              <mc:Fallback>
                <p:oleObj name="think-cell Slide" r:id="rId50" imgW="592" imgH="591" progId="TCLayout.ActiveDocument.1">
                  <p:embed/>
                  <p:pic>
                    <p:nvPicPr>
                      <p:cNvPr id="3" name="Object 2" hidden="1">
                        <a:extLst>
                          <a:ext uri="{FF2B5EF4-FFF2-40B4-BE49-F238E27FC236}">
                            <a16:creationId xmlns:a16="http://schemas.microsoft.com/office/drawing/2014/main" id="{740B17A4-151A-442A-85BB-61D97FD47CDC}"/>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B3399E7-290D-4CE6-AA08-2DA0CF307E1C}"/>
              </a:ext>
            </a:extLst>
          </p:cNvPr>
          <p:cNvSpPr/>
          <p:nvPr userDrawn="1">
            <p:custDataLst>
              <p:tags r:id="rId21"/>
            </p:custDataLst>
          </p:nvPr>
        </p:nvSpPr>
        <p:spPr bwMode="blackGray">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5" name="4. Footnote" hidden="1">
            <a:extLst>
              <a:ext uri="{FF2B5EF4-FFF2-40B4-BE49-F238E27FC236}">
                <a16:creationId xmlns:a16="http://schemas.microsoft.com/office/drawing/2014/main" id="{56E3DC21-21DB-42FE-8721-1BC0E89F13AE}"/>
              </a:ext>
            </a:extLst>
          </p:cNvPr>
          <p:cNvSpPr txBox="1"/>
          <p:nvPr userDrawn="1">
            <p:custDataLst>
              <p:tags r:id="rId22"/>
            </p:custDataLst>
          </p:nvPr>
        </p:nvSpPr>
        <p:spPr bwMode="blackGray">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Footnotes</a:t>
            </a:r>
          </a:p>
        </p:txBody>
      </p:sp>
      <p:grpSp>
        <p:nvGrpSpPr>
          <p:cNvPr id="51" name="FlowOF" hidden="1">
            <a:extLst>
              <a:ext uri="{FF2B5EF4-FFF2-40B4-BE49-F238E27FC236}">
                <a16:creationId xmlns:a16="http://schemas.microsoft.com/office/drawing/2014/main" id="{8DF09F03-A2DB-697F-7CDF-2D542F2EA049}"/>
              </a:ext>
            </a:extLst>
          </p:cNvPr>
          <p:cNvGrpSpPr/>
          <p:nvPr userDrawn="1"/>
        </p:nvGrpSpPr>
        <p:grpSpPr bwMode="blackGray">
          <a:xfrm>
            <a:off x="4974103" y="3289300"/>
            <a:ext cx="2971800" cy="3281817"/>
            <a:chOff x="1003300" y="3289300"/>
            <a:chExt cx="2971800" cy="3281817"/>
          </a:xfrm>
        </p:grpSpPr>
        <p:grpSp>
          <p:nvGrpSpPr>
            <p:cNvPr id="52" name="Group 51">
              <a:extLst>
                <a:ext uri="{FF2B5EF4-FFF2-40B4-BE49-F238E27FC236}">
                  <a16:creationId xmlns:a16="http://schemas.microsoft.com/office/drawing/2014/main" id="{B85EC1F6-4ED0-609D-C602-062ACBBC1B01}"/>
                </a:ext>
              </a:extLst>
            </p:cNvPr>
            <p:cNvGrpSpPr/>
            <p:nvPr>
              <p:custDataLst>
                <p:tags r:id="rId47"/>
              </p:custDataLst>
            </p:nvPr>
          </p:nvGrpSpPr>
          <p:grpSpPr bwMode="blackGray">
            <a:xfrm>
              <a:off x="1003300" y="3289300"/>
              <a:ext cx="2971800" cy="908050"/>
              <a:chOff x="1016000" y="1016000"/>
              <a:chExt cx="2971800" cy="908050"/>
            </a:xfrm>
          </p:grpSpPr>
          <p:sp>
            <p:nvSpPr>
              <p:cNvPr id="103" name="Freeform: Shape 102">
                <a:extLst>
                  <a:ext uri="{FF2B5EF4-FFF2-40B4-BE49-F238E27FC236}">
                    <a16:creationId xmlns:a16="http://schemas.microsoft.com/office/drawing/2014/main" id="{0240824E-C1D8-3559-768B-98CCE0370A42}"/>
                  </a:ext>
                </a:extLst>
              </p:cNvPr>
              <p:cNvSpPr/>
              <p:nvPr>
                <p:custDataLst>
                  <p:tags r:id="rId48"/>
                </p:custDataLst>
              </p:nvPr>
            </p:nvSpPr>
            <p:spPr bwMode="blackGray">
              <a:xfrm>
                <a:off x="1016000" y="1016000"/>
                <a:ext cx="2971800" cy="908050"/>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728216 w 1828800"/>
                  <a:gd name="connsiteY1" fmla="*/ 0 h 914400"/>
                  <a:gd name="connsiteX2" fmla="*/ 1828800 w 1828800"/>
                  <a:gd name="connsiteY2" fmla="*/ 457200 h 914400"/>
                  <a:gd name="connsiteX3" fmla="*/ 1728216 w 1828800"/>
                  <a:gd name="connsiteY3" fmla="*/ 914400 h 914400"/>
                  <a:gd name="connsiteX4" fmla="*/ 0 w 1828800"/>
                  <a:gd name="connsiteY4" fmla="*/ 914400 h 914400"/>
                  <a:gd name="connsiteX5" fmla="*/ 0 w 1828800"/>
                  <a:gd name="connsiteY5"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728216" y="0"/>
                    </a:lnTo>
                    <a:lnTo>
                      <a:pt x="1828800" y="457200"/>
                    </a:lnTo>
                    <a:lnTo>
                      <a:pt x="1728216" y="914400"/>
                    </a:lnTo>
                    <a:lnTo>
                      <a:pt x="0" y="914400"/>
                    </a:lnTo>
                    <a:lnTo>
                      <a:pt x="0" y="45720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04" name="TextBox 103">
                <a:extLst>
                  <a:ext uri="{FF2B5EF4-FFF2-40B4-BE49-F238E27FC236}">
                    <a16:creationId xmlns:a16="http://schemas.microsoft.com/office/drawing/2014/main" id="{FB64648B-36AF-6DBA-3A15-D9BB3DE5F95A}"/>
                  </a:ext>
                </a:extLst>
              </p:cNvPr>
              <p:cNvSpPr txBox="1"/>
              <p:nvPr>
                <p:custDataLst>
                  <p:tags r:id="rId49"/>
                </p:custDataLst>
              </p:nvPr>
            </p:nvSpPr>
            <p:spPr bwMode="blackGray">
              <a:xfrm>
                <a:off x="1079500" y="1079059"/>
                <a:ext cx="2744851" cy="781932"/>
              </a:xfrm>
              <a:prstGeom prst="rect">
                <a:avLst/>
              </a:prstGeom>
            </p:spPr>
            <p:txBody>
              <a:bodyPr vert="horz" lIns="155448" tIns="0" rIns="0" bIns="0" rtlCol="0" anchor="ctr">
                <a:noAutofit/>
              </a:bodyPr>
              <a:lstStyle>
                <a:defPPr>
                  <a:defRPr lang="en-US"/>
                </a:defPPr>
                <a:lvl1pPr indent="0">
                  <a:lnSpc>
                    <a:spcPct val="100000"/>
                  </a:lnSpc>
                  <a:spcBef>
                    <a:spcPts val="300"/>
                  </a:spcBef>
                  <a:spcAft>
                    <a:spcPts val="300"/>
                  </a:spcAft>
                  <a:buClr>
                    <a:schemeClr val="tx1"/>
                  </a:buClr>
                  <a:buSzPct val="100000"/>
                  <a:buFont typeface="Segoe UI" panose="020B0502040204020203" pitchFamily="34" charset="0"/>
                  <a:buChar char="​"/>
                  <a:defRPr sz="1600" b="1">
                    <a:solidFill>
                      <a:schemeClr val="tx2"/>
                    </a:solidFill>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2pPr>
                <a:lvl3pPr marL="365760" lvl="2"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3pPr>
                <a:lvl4pPr marL="548640" lvl="3"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4pPr>
                <a:lvl5pPr marL="731520" lvl="4"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Text</a:t>
                </a:r>
              </a:p>
            </p:txBody>
          </p:sp>
        </p:grpSp>
        <p:sp>
          <p:nvSpPr>
            <p:cNvPr id="54" name="TextBox 53">
              <a:extLst>
                <a:ext uri="{FF2B5EF4-FFF2-40B4-BE49-F238E27FC236}">
                  <a16:creationId xmlns:a16="http://schemas.microsoft.com/office/drawing/2014/main" id="{F95391BB-D748-3CE1-6D8D-A5959B0B14FC}"/>
                </a:ext>
              </a:extLst>
            </p:cNvPr>
            <p:cNvSpPr txBox="1"/>
            <p:nvPr/>
          </p:nvSpPr>
          <p:spPr bwMode="blackGray">
            <a:xfrm>
              <a:off x="1225551" y="4324349"/>
              <a:ext cx="2586101" cy="2246768"/>
            </a:xfrm>
            <a:prstGeom prst="rect">
              <a:avLst/>
            </a:prstGeom>
          </p:spPr>
          <p:txBody>
            <a:bodyPr vert="horz"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a:cs typeface="Arial" panose="020B0604020202020204" pitchFamily="34" charset="0"/>
                </a:defRPr>
              </a:lvl2pPr>
              <a:lvl3pPr marL="365760" lvl="2" indent="-182880">
                <a:lnSpc>
                  <a:spcPct val="100000"/>
                </a:lnSpc>
                <a:spcBef>
                  <a:spcPts val="0"/>
                </a:spcBef>
                <a:spcAft>
                  <a:spcPts val="300"/>
                </a:spcAft>
                <a:buClrTx/>
                <a:buSzPct val="100000"/>
                <a:buFont typeface="Arial" panose="020B0604020202020204" pitchFamily="34" charset="0"/>
                <a:buChar char="•"/>
                <a:defRPr sz="1600">
                  <a:cs typeface="Arial" panose="020B0604020202020204" pitchFamily="34" charset="0"/>
                </a:defRPr>
              </a:lvl3pPr>
              <a:lvl4pPr marL="548640" lvl="3" indent="-182880">
                <a:lnSpc>
                  <a:spcPct val="100000"/>
                </a:lnSpc>
                <a:spcBef>
                  <a:spcPts val="0"/>
                </a:spcBef>
                <a:spcAft>
                  <a:spcPts val="300"/>
                </a:spcAft>
                <a:buClrTx/>
                <a:buSzPct val="100000"/>
                <a:buFont typeface="Arial" panose="020B0604020202020204" pitchFamily="34" charset="0"/>
                <a:buChar char="•"/>
                <a:defRPr sz="1600">
                  <a:cs typeface="Arial" panose="020B0604020202020204" pitchFamily="34" charset="0"/>
                </a:defRPr>
              </a:lvl4pPr>
              <a:lvl5pPr marL="731520" lvl="4" indent="-182880">
                <a:lnSpc>
                  <a:spcPct val="100000"/>
                </a:lnSpc>
                <a:spcBef>
                  <a:spcPts val="0"/>
                </a:spcBef>
                <a:spcAft>
                  <a:spcPts val="300"/>
                </a:spcAft>
                <a:buClrTx/>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Text level one</a:t>
              </a:r>
            </a:p>
            <a:p>
              <a:pPr lvl="1"/>
              <a:r>
                <a:rPr lang="en-US"/>
                <a:t>Text level two </a:t>
              </a:r>
            </a:p>
          </p:txBody>
        </p:sp>
      </p:grpSp>
      <p:grpSp>
        <p:nvGrpSpPr>
          <p:cNvPr id="5" name="SplitFlowOF" hidden="1">
            <a:extLst>
              <a:ext uri="{FF2B5EF4-FFF2-40B4-BE49-F238E27FC236}">
                <a16:creationId xmlns:a16="http://schemas.microsoft.com/office/drawing/2014/main" id="{296251BA-EC46-CECE-8177-077A28D8238D}"/>
              </a:ext>
            </a:extLst>
          </p:cNvPr>
          <p:cNvGrpSpPr/>
          <p:nvPr userDrawn="1">
            <p:custDataLst>
              <p:tags r:id="rId23"/>
            </p:custDataLst>
          </p:nvPr>
        </p:nvGrpSpPr>
        <p:grpSpPr bwMode="blackGray">
          <a:xfrm>
            <a:off x="4974103" y="2146300"/>
            <a:ext cx="1828801" cy="914400"/>
            <a:chOff x="114299" y="1270000"/>
            <a:chExt cx="1828801" cy="914400"/>
          </a:xfrm>
          <a:solidFill>
            <a:schemeClr val="accent1"/>
          </a:solidFill>
        </p:grpSpPr>
        <p:sp>
          <p:nvSpPr>
            <p:cNvPr id="45" name="Freeform: Shape 44">
              <a:extLst>
                <a:ext uri="{FF2B5EF4-FFF2-40B4-BE49-F238E27FC236}">
                  <a16:creationId xmlns:a16="http://schemas.microsoft.com/office/drawing/2014/main" id="{9699BDF0-6E8F-0864-C5DD-666062CCD306}"/>
                </a:ext>
              </a:extLst>
            </p:cNvPr>
            <p:cNvSpPr/>
            <p:nvPr>
              <p:custDataLst>
                <p:tags r:id="rId41"/>
              </p:custDataLst>
            </p:nvPr>
          </p:nvSpPr>
          <p:spPr bwMode="blackGray">
            <a:xfrm>
              <a:off x="114300" y="1270000"/>
              <a:ext cx="1828800"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97126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828800" h="457200">
                  <a:moveTo>
                    <a:pt x="0" y="0"/>
                  </a:moveTo>
                  <a:lnTo>
                    <a:pt x="1664208" y="0"/>
                  </a:lnTo>
                  <a:lnTo>
                    <a:pt x="1828800" y="457200"/>
                  </a:lnTo>
                  <a:lnTo>
                    <a:pt x="0" y="45720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6" name="TextBox 45">
              <a:extLst>
                <a:ext uri="{FF2B5EF4-FFF2-40B4-BE49-F238E27FC236}">
                  <a16:creationId xmlns:a16="http://schemas.microsoft.com/office/drawing/2014/main" id="{E3DBCD17-497D-57D9-D7F2-3FEFF04A3587}"/>
                </a:ext>
              </a:extLst>
            </p:cNvPr>
            <p:cNvSpPr txBox="1"/>
            <p:nvPr>
              <p:custDataLst>
                <p:tags r:id="rId42"/>
              </p:custDataLst>
            </p:nvPr>
          </p:nvSpPr>
          <p:spPr bwMode="blackGray">
            <a:xfrm>
              <a:off x="177800" y="1327150"/>
              <a:ext cx="1600708" cy="342900"/>
            </a:xfrm>
            <a:prstGeom prst="rect">
              <a:avLst/>
            </a:prstGeom>
          </p:spPr>
          <p:txBody>
            <a:bodyPr vert="horz" lIns="0" tIns="0" rIns="0" bIns="0" rtlCol="0" anchor="ctr">
              <a:noAutofit/>
            </a:bodyPr>
            <a:lstStyle>
              <a:defPPr>
                <a:defRPr lang="en-US"/>
              </a:defPPr>
              <a:lvl1pPr indent="0">
                <a:lnSpc>
                  <a:spcPct val="100000"/>
                </a:lnSpc>
                <a:spcBef>
                  <a:spcPts val="300"/>
                </a:spcBef>
                <a:spcAft>
                  <a:spcPts val="300"/>
                </a:spcAft>
                <a:buClr>
                  <a:schemeClr val="tx1"/>
                </a:buClr>
                <a:buSzPct val="100000"/>
                <a:buFont typeface="Segoe UI" panose="020B0502040204020203" pitchFamily="34" charset="0"/>
                <a:buChar char="​"/>
                <a:defRPr sz="1600" b="1">
                  <a:solidFill>
                    <a:schemeClr val="tx2"/>
                  </a:solidFill>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2pPr>
              <a:lvl3pPr marL="365760" lvl="2"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3pPr>
              <a:lvl4pPr marL="548640" lvl="3"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4pPr>
              <a:lvl5pPr marL="731520" lvl="4"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Text</a:t>
              </a:r>
            </a:p>
          </p:txBody>
        </p:sp>
        <p:sp>
          <p:nvSpPr>
            <p:cNvPr id="47" name="Freeform: Shape 46">
              <a:extLst>
                <a:ext uri="{FF2B5EF4-FFF2-40B4-BE49-F238E27FC236}">
                  <a16:creationId xmlns:a16="http://schemas.microsoft.com/office/drawing/2014/main" id="{5CA995BD-2E1F-492C-DF56-BEB7DE143BAB}"/>
                </a:ext>
              </a:extLst>
            </p:cNvPr>
            <p:cNvSpPr/>
            <p:nvPr>
              <p:custDataLst>
                <p:tags r:id="rId43"/>
              </p:custDataLst>
            </p:nvPr>
          </p:nvSpPr>
          <p:spPr bwMode="blackGray">
            <a:xfrm>
              <a:off x="114299" y="1727200"/>
              <a:ext cx="996697"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980237 w 1664208"/>
                <a:gd name="connsiteY0" fmla="*/ 0 h 457200"/>
                <a:gd name="connsiteX1" fmla="*/ 1664208 w 1664208"/>
                <a:gd name="connsiteY1" fmla="*/ 457200 h 457200"/>
                <a:gd name="connsiteX2" fmla="*/ 0 w 1664208"/>
                <a:gd name="connsiteY2" fmla="*/ 457200 h 457200"/>
                <a:gd name="connsiteX3" fmla="*/ 0 w 1664208"/>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0 w 980237"/>
                <a:gd name="connsiteY3" fmla="*/ 0 h 457200"/>
                <a:gd name="connsiteX0" fmla="*/ 996696 w 996696"/>
                <a:gd name="connsiteY0" fmla="*/ 0 h 457200"/>
                <a:gd name="connsiteX1" fmla="*/ 848563 w 996696"/>
                <a:gd name="connsiteY1" fmla="*/ 457200 h 457200"/>
                <a:gd name="connsiteX2" fmla="*/ 0 w 996696"/>
                <a:gd name="connsiteY2" fmla="*/ 457200 h 457200"/>
                <a:gd name="connsiteX3" fmla="*/ 0 w 996696"/>
                <a:gd name="connsiteY3" fmla="*/ 0 h 457200"/>
                <a:gd name="connsiteX0" fmla="*/ 996696 w 996696"/>
                <a:gd name="connsiteY0" fmla="*/ 0 h 457200"/>
                <a:gd name="connsiteX1" fmla="*/ 832103 w 996696"/>
                <a:gd name="connsiteY1" fmla="*/ 457200 h 457200"/>
                <a:gd name="connsiteX2" fmla="*/ 0 w 996696"/>
                <a:gd name="connsiteY2" fmla="*/ 457200 h 457200"/>
                <a:gd name="connsiteX3" fmla="*/ 0 w 996696"/>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 name="connsiteX0" fmla="*/ 996697 w 996697"/>
                <a:gd name="connsiteY0" fmla="*/ 0 h 457200"/>
                <a:gd name="connsiteX1" fmla="*/ 832104 w 996697"/>
                <a:gd name="connsiteY1" fmla="*/ 457200 h 457200"/>
                <a:gd name="connsiteX2" fmla="*/ 0 w 996697"/>
                <a:gd name="connsiteY2" fmla="*/ 457200 h 457200"/>
                <a:gd name="connsiteX3" fmla="*/ 1 w 996697"/>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7" h="457200">
                  <a:moveTo>
                    <a:pt x="996697" y="0"/>
                  </a:moveTo>
                  <a:lnTo>
                    <a:pt x="832104" y="457200"/>
                  </a:lnTo>
                  <a:lnTo>
                    <a:pt x="0" y="457200"/>
                  </a:lnTo>
                  <a:lnTo>
                    <a:pt x="1"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8" name="TextBox 47">
              <a:extLst>
                <a:ext uri="{FF2B5EF4-FFF2-40B4-BE49-F238E27FC236}">
                  <a16:creationId xmlns:a16="http://schemas.microsoft.com/office/drawing/2014/main" id="{E4EFFD6F-AB32-551C-279D-9AEE0124D578}"/>
                </a:ext>
              </a:extLst>
            </p:cNvPr>
            <p:cNvSpPr txBox="1"/>
            <p:nvPr>
              <p:custDataLst>
                <p:tags r:id="rId44"/>
              </p:custDataLst>
            </p:nvPr>
          </p:nvSpPr>
          <p:spPr bwMode="blackGray">
            <a:xfrm>
              <a:off x="177800" y="1784350"/>
              <a:ext cx="768604" cy="342900"/>
            </a:xfrm>
            <a:prstGeom prst="rect">
              <a:avLst/>
            </a:prstGeom>
          </p:spPr>
          <p:txBody>
            <a:bodyPr vert="horz" lIns="0" tIns="0" rIns="0" bIns="0" rtlCol="0" anchor="ctr">
              <a:noAutofit/>
            </a:bodyPr>
            <a:lstStyle>
              <a:defPPr>
                <a:defRPr lang="en-US"/>
              </a:defPPr>
              <a:lvl1pPr indent="0">
                <a:lnSpc>
                  <a:spcPct val="100000"/>
                </a:lnSpc>
                <a:spcBef>
                  <a:spcPts val="300"/>
                </a:spcBef>
                <a:spcAft>
                  <a:spcPts val="300"/>
                </a:spcAft>
                <a:buClr>
                  <a:schemeClr val="tx1"/>
                </a:buClr>
                <a:buSzPct val="100000"/>
                <a:buFont typeface="Segoe UI" panose="020B0502040204020203" pitchFamily="34" charset="0"/>
                <a:buChar char="​"/>
                <a:defRPr sz="1600" b="1">
                  <a:solidFill>
                    <a:schemeClr val="tx2"/>
                  </a:solidFill>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2pPr>
              <a:lvl3pPr marL="365760" lvl="2"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3pPr>
              <a:lvl4pPr marL="548640" lvl="3"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4pPr>
              <a:lvl5pPr marL="731520" lvl="4"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Text</a:t>
              </a:r>
            </a:p>
          </p:txBody>
        </p:sp>
        <p:sp>
          <p:nvSpPr>
            <p:cNvPr id="49" name="Freeform: Shape 48">
              <a:extLst>
                <a:ext uri="{FF2B5EF4-FFF2-40B4-BE49-F238E27FC236}">
                  <a16:creationId xmlns:a16="http://schemas.microsoft.com/office/drawing/2014/main" id="{1CFBC379-E135-671E-157D-7A411A8D7C53}"/>
                </a:ext>
              </a:extLst>
            </p:cNvPr>
            <p:cNvSpPr/>
            <p:nvPr>
              <p:custDataLst>
                <p:tags r:id="rId45"/>
              </p:custDataLst>
            </p:nvPr>
          </p:nvSpPr>
          <p:spPr bwMode="blackGray">
            <a:xfrm>
              <a:off x="946404" y="1727200"/>
              <a:ext cx="996696" cy="457200"/>
            </a:xfrm>
            <a:custGeom>
              <a:avLst/>
              <a:gdLst>
                <a:gd name="connsiteX0" fmla="*/ 1664208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82880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457200 h 457200"/>
                <a:gd name="connsiteX1" fmla="*/ 1664208 w 1828800"/>
                <a:gd name="connsiteY1" fmla="*/ 0 h 457200"/>
                <a:gd name="connsiteX2" fmla="*/ 1828800 w 1828800"/>
                <a:gd name="connsiteY2" fmla="*/ 457200 h 457200"/>
                <a:gd name="connsiteX3" fmla="*/ 0 w 1828800"/>
                <a:gd name="connsiteY3" fmla="*/ 457200 h 457200"/>
                <a:gd name="connsiteX0" fmla="*/ 0 w 1828800"/>
                <a:gd name="connsiteY0" fmla="*/ 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304800 h 457200"/>
                <a:gd name="connsiteX1" fmla="*/ 1664208 w 1828800"/>
                <a:gd name="connsiteY1" fmla="*/ 0 h 457200"/>
                <a:gd name="connsiteX2" fmla="*/ 1828800 w 1828800"/>
                <a:gd name="connsiteY2" fmla="*/ 457200 h 457200"/>
                <a:gd name="connsiteX3" fmla="*/ 0 w 1828800"/>
                <a:gd name="connsiteY3" fmla="*/ 457200 h 457200"/>
                <a:gd name="connsiteX0" fmla="*/ 1676400 w 1828800"/>
                <a:gd name="connsiteY0" fmla="*/ 0 h 457200"/>
                <a:gd name="connsiteX1" fmla="*/ 1511808 w 1828800"/>
                <a:gd name="connsiteY1" fmla="*/ 457200 h 457200"/>
                <a:gd name="connsiteX2" fmla="*/ 1828800 w 1828800"/>
                <a:gd name="connsiteY2" fmla="*/ 152400 h 457200"/>
                <a:gd name="connsiteX3" fmla="*/ 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152400 w 1828800"/>
                <a:gd name="connsiteY3" fmla="*/ 15240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64208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0 w 1828800"/>
                <a:gd name="connsiteY2" fmla="*/ 457200 h 457200"/>
                <a:gd name="connsiteX3" fmla="*/ 0 w 1828800"/>
                <a:gd name="connsiteY3" fmla="*/ 0 h 457200"/>
                <a:gd name="connsiteX0" fmla="*/ 1828800 w 1828800"/>
                <a:gd name="connsiteY0" fmla="*/ 0 h 457200"/>
                <a:gd name="connsiteX1" fmla="*/ 1697126 w 1828800"/>
                <a:gd name="connsiteY1" fmla="*/ 457200 h 457200"/>
                <a:gd name="connsiteX2" fmla="*/ 848563 w 1828800"/>
                <a:gd name="connsiteY2" fmla="*/ 457200 h 457200"/>
                <a:gd name="connsiteX3" fmla="*/ 0 w 1828800"/>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48563 w 980237"/>
                <a:gd name="connsiteY1" fmla="*/ 457200 h 457200"/>
                <a:gd name="connsiteX2" fmla="*/ 0 w 980237"/>
                <a:gd name="connsiteY2" fmla="*/ 457200 h 457200"/>
                <a:gd name="connsiteX3" fmla="*/ 131674 w 980237"/>
                <a:gd name="connsiteY3" fmla="*/ 0 h 457200"/>
                <a:gd name="connsiteX0" fmla="*/ 980237 w 980237"/>
                <a:gd name="connsiteY0" fmla="*/ 0 h 457200"/>
                <a:gd name="connsiteX1" fmla="*/ 815645 w 980237"/>
                <a:gd name="connsiteY1" fmla="*/ 457200 h 457200"/>
                <a:gd name="connsiteX2" fmla="*/ 0 w 980237"/>
                <a:gd name="connsiteY2" fmla="*/ 457200 h 457200"/>
                <a:gd name="connsiteX3" fmla="*/ 131674 w 980237"/>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48133 w 996696"/>
                <a:gd name="connsiteY3" fmla="*/ 0 h 457200"/>
                <a:gd name="connsiteX0" fmla="*/ 996696 w 996696"/>
                <a:gd name="connsiteY0" fmla="*/ 0 h 457200"/>
                <a:gd name="connsiteX1" fmla="*/ 832104 w 996696"/>
                <a:gd name="connsiteY1" fmla="*/ 457200 h 457200"/>
                <a:gd name="connsiteX2" fmla="*/ 0 w 996696"/>
                <a:gd name="connsiteY2" fmla="*/ 457200 h 457200"/>
                <a:gd name="connsiteX3" fmla="*/ 164592 w 996696"/>
                <a:gd name="connsiteY3" fmla="*/ 0 h 457200"/>
              </a:gdLst>
              <a:ahLst/>
              <a:cxnLst>
                <a:cxn ang="0">
                  <a:pos x="connsiteX0" y="connsiteY0"/>
                </a:cxn>
                <a:cxn ang="0">
                  <a:pos x="connsiteX1" y="connsiteY1"/>
                </a:cxn>
                <a:cxn ang="0">
                  <a:pos x="connsiteX2" y="connsiteY2"/>
                </a:cxn>
                <a:cxn ang="0">
                  <a:pos x="connsiteX3" y="connsiteY3"/>
                </a:cxn>
              </a:cxnLst>
              <a:rect l="l" t="t" r="r" b="b"/>
              <a:pathLst>
                <a:path w="996696" h="457200">
                  <a:moveTo>
                    <a:pt x="996696" y="0"/>
                  </a:moveTo>
                  <a:lnTo>
                    <a:pt x="832104" y="457200"/>
                  </a:lnTo>
                  <a:lnTo>
                    <a:pt x="0" y="457200"/>
                  </a:lnTo>
                  <a:lnTo>
                    <a:pt x="164592" y="0"/>
                  </a:lnTo>
                  <a:close/>
                </a:path>
              </a:pathLst>
            </a:custGeom>
            <a:solidFill>
              <a:schemeClr val="accent1"/>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0" name="TextBox 49">
              <a:extLst>
                <a:ext uri="{FF2B5EF4-FFF2-40B4-BE49-F238E27FC236}">
                  <a16:creationId xmlns:a16="http://schemas.microsoft.com/office/drawing/2014/main" id="{5521A735-A25F-4156-A022-3CA4E8806A30}"/>
                </a:ext>
              </a:extLst>
            </p:cNvPr>
            <p:cNvSpPr txBox="1"/>
            <p:nvPr>
              <p:custDataLst>
                <p:tags r:id="rId46"/>
              </p:custDataLst>
            </p:nvPr>
          </p:nvSpPr>
          <p:spPr bwMode="blackGray">
            <a:xfrm>
              <a:off x="1149096" y="1784350"/>
              <a:ext cx="629412" cy="342900"/>
            </a:xfrm>
            <a:prstGeom prst="rect">
              <a:avLst/>
            </a:prstGeom>
          </p:spPr>
          <p:txBody>
            <a:bodyPr vert="horz" lIns="0" tIns="0" rIns="0" bIns="0" rtlCol="0" anchor="ctr">
              <a:noAutofit/>
            </a:bodyPr>
            <a:lstStyle>
              <a:defPPr>
                <a:defRPr lang="en-US"/>
              </a:defPPr>
              <a:lvl1pPr indent="0">
                <a:lnSpc>
                  <a:spcPct val="100000"/>
                </a:lnSpc>
                <a:spcBef>
                  <a:spcPts val="300"/>
                </a:spcBef>
                <a:spcAft>
                  <a:spcPts val="300"/>
                </a:spcAft>
                <a:buClr>
                  <a:schemeClr val="tx1"/>
                </a:buClr>
                <a:buSzPct val="100000"/>
                <a:buFont typeface="Segoe UI" panose="020B0502040204020203" pitchFamily="34" charset="0"/>
                <a:buChar char="​"/>
                <a:defRPr sz="1600" b="1">
                  <a:solidFill>
                    <a:schemeClr val="tx2"/>
                  </a:solidFill>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2pPr>
              <a:lvl3pPr marL="365760" lvl="2"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3pPr>
              <a:lvl4pPr marL="548640" lvl="3"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4pPr>
              <a:lvl5pPr marL="731520" lvl="4" indent="-182880">
                <a:lnSpc>
                  <a:spcPct val="100000"/>
                </a:lnSpc>
                <a:spcBef>
                  <a:spcPts val="0"/>
                </a:spcBef>
                <a:spcAft>
                  <a:spcPts val="300"/>
                </a:spcAft>
                <a:buClrTx/>
                <a:buSzPct val="100000"/>
                <a:buFont typeface="Arial" panose="020B0604020202020204" pitchFamily="34" charset="0"/>
                <a:buChar char="•"/>
                <a:defRPr sz="1600" b="1">
                  <a:solidFill>
                    <a:schemeClr val="tx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Text</a:t>
              </a:r>
            </a:p>
          </p:txBody>
        </p:sp>
      </p:grpSp>
      <p:sp>
        <p:nvSpPr>
          <p:cNvPr id="207" name="ACET" hidden="1">
            <a:extLst>
              <a:ext uri="{FF2B5EF4-FFF2-40B4-BE49-F238E27FC236}">
                <a16:creationId xmlns:a16="http://schemas.microsoft.com/office/drawing/2014/main" id="{9C1AB688-8E46-4BED-871D-3FE073C183F2}"/>
              </a:ext>
            </a:extLst>
          </p:cNvPr>
          <p:cNvSpPr txBox="1"/>
          <p:nvPr userDrawn="1">
            <p:custDataLst>
              <p:tags r:id="rId24"/>
            </p:custDataLst>
          </p:nvPr>
        </p:nvSpPr>
        <p:spPr bwMode="blackGray">
          <a:xfrm>
            <a:off x="5987738" y="2170800"/>
            <a:ext cx="3049253" cy="461665"/>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Above Chart Exhibit Title</a:t>
            </a:r>
            <a:br>
              <a:rPr lang="en-US"/>
            </a:br>
            <a:r>
              <a:rPr lang="en-US" sz="1400" b="0"/>
              <a:t>Unit of Measure</a:t>
            </a:r>
            <a:endParaRPr lang="en-US" b="0"/>
          </a:p>
        </p:txBody>
      </p:sp>
      <p:sp>
        <p:nvSpPr>
          <p:cNvPr id="4" name="Text Placeholder 3">
            <a:extLst>
              <a:ext uri="{FF2B5EF4-FFF2-40B4-BE49-F238E27FC236}">
                <a16:creationId xmlns:a16="http://schemas.microsoft.com/office/drawing/2014/main" id="{AEA8BC65-10CC-4404-9B17-2797DDA47747}"/>
              </a:ext>
            </a:extLst>
          </p:cNvPr>
          <p:cNvSpPr>
            <a:spLocks noGrp="1"/>
          </p:cNvSpPr>
          <p:nvPr userDrawn="1">
            <p:ph type="body" idx="1"/>
          </p:nvPr>
        </p:nvSpPr>
        <p:spPr bwMode="blackGray">
          <a:xfrm>
            <a:off x="554736" y="2170800"/>
            <a:ext cx="3162545" cy="138499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6" name="Sticker" hidden="1">
            <a:extLst>
              <a:ext uri="{FF2B5EF4-FFF2-40B4-BE49-F238E27FC236}">
                <a16:creationId xmlns:a16="http://schemas.microsoft.com/office/drawing/2014/main" id="{F05F3D84-B1F2-4969-91DD-7BB0F78A4159}"/>
              </a:ext>
            </a:extLst>
          </p:cNvPr>
          <p:cNvSpPr txBox="1"/>
          <p:nvPr userDrawn="1"/>
        </p:nvSpPr>
        <p:spPr bwMode="blackGray">
          <a:xfrm>
            <a:off x="554736" y="1308321"/>
            <a:ext cx="450444" cy="123111"/>
          </a:xfrm>
          <a:prstGeom prst="rect">
            <a:avLst/>
          </a:prstGeom>
          <a:noFill/>
          <a:ln w="6350">
            <a:noFill/>
            <a:miter lim="800000"/>
          </a:ln>
        </p:spPr>
        <p:txBody>
          <a:bodyPr vert="horz" wrap="none" lIns="0" tIns="0" rIns="0" bIns="0" rtlCol="0">
            <a:spAutoFit/>
          </a:bodyPr>
          <a:lstStyle>
            <a:defPPr>
              <a:defRPr lang="en-US"/>
            </a:defPPr>
            <a:lvl1pPr lvl="0">
              <a:spcBef>
                <a:spcPts val="300"/>
              </a:spcBef>
              <a:spcAft>
                <a:spcPts val="300"/>
              </a:spcAft>
              <a:buNone/>
              <a:defRPr sz="800" b="1" cap="all" baseline="0"/>
            </a:lvl1pPr>
          </a:lstStyle>
          <a:p>
            <a:pPr lvl="0"/>
            <a:r>
              <a:rPr lang="en-US"/>
              <a:t>STICKER</a:t>
            </a:r>
          </a:p>
        </p:txBody>
      </p:sp>
      <p:sp>
        <p:nvSpPr>
          <p:cNvPr id="53" name="2. Slide Title">
            <a:extLst>
              <a:ext uri="{FF2B5EF4-FFF2-40B4-BE49-F238E27FC236}">
                <a16:creationId xmlns:a16="http://schemas.microsoft.com/office/drawing/2014/main" id="{7C8D601E-A2E1-4979-AE83-B694B9829662}"/>
              </a:ext>
            </a:extLst>
          </p:cNvPr>
          <p:cNvSpPr>
            <a:spLocks noGrp="1"/>
          </p:cNvSpPr>
          <p:nvPr userDrawn="1">
            <p:ph type="title"/>
            <p:custDataLst>
              <p:tags r:id="rId25"/>
            </p:custDataLst>
          </p:nvPr>
        </p:nvSpPr>
        <p:spPr bwMode="blackGray">
          <a:xfrm>
            <a:off x="554736" y="553362"/>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p>
            <a:pPr lvl="0"/>
            <a:r>
              <a:rPr lang="en-US"/>
              <a:t>Click to edit Master title style</a:t>
            </a:r>
          </a:p>
        </p:txBody>
      </p:sp>
      <p:grpSp>
        <p:nvGrpSpPr>
          <p:cNvPr id="9" name="LegendBoxes" hidden="1">
            <a:extLst>
              <a:ext uri="{FF2B5EF4-FFF2-40B4-BE49-F238E27FC236}">
                <a16:creationId xmlns:a16="http://schemas.microsoft.com/office/drawing/2014/main" id="{309F3B65-E232-1720-DAF9-B0AD722C2758}"/>
              </a:ext>
            </a:extLst>
          </p:cNvPr>
          <p:cNvGrpSpPr/>
          <p:nvPr userDrawn="1"/>
        </p:nvGrpSpPr>
        <p:grpSpPr>
          <a:xfrm>
            <a:off x="10744606" y="4381500"/>
            <a:ext cx="892658" cy="1717282"/>
            <a:chOff x="10744606" y="4520490"/>
            <a:chExt cx="892658" cy="1717282"/>
          </a:xfrm>
        </p:grpSpPr>
        <p:sp>
          <p:nvSpPr>
            <p:cNvPr id="10" name="RectangleLegend1">
              <a:extLst>
                <a:ext uri="{FF2B5EF4-FFF2-40B4-BE49-F238E27FC236}">
                  <a16:creationId xmlns:a16="http://schemas.microsoft.com/office/drawing/2014/main" id="{64822FF9-E611-B37D-5336-5551AA19CDE6}"/>
                </a:ext>
              </a:extLst>
            </p:cNvPr>
            <p:cNvSpPr/>
            <p:nvPr/>
          </p:nvSpPr>
          <p:spPr bwMode="blackGray">
            <a:xfrm>
              <a:off x="10744606" y="4541848"/>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1" name="RectangleLegend2">
              <a:extLst>
                <a:ext uri="{FF2B5EF4-FFF2-40B4-BE49-F238E27FC236}">
                  <a16:creationId xmlns:a16="http://schemas.microsoft.com/office/drawing/2014/main" id="{17982821-8294-F653-9A81-7B44F93007EA}"/>
                </a:ext>
              </a:extLst>
            </p:cNvPr>
            <p:cNvSpPr/>
            <p:nvPr/>
          </p:nvSpPr>
          <p:spPr bwMode="blackGray">
            <a:xfrm>
              <a:off x="10744606" y="4917308"/>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2" name="RectangleLegend3">
              <a:extLst>
                <a:ext uri="{FF2B5EF4-FFF2-40B4-BE49-F238E27FC236}">
                  <a16:creationId xmlns:a16="http://schemas.microsoft.com/office/drawing/2014/main" id="{FB579B31-76B4-5E80-707E-03F262F766B2}"/>
                </a:ext>
              </a:extLst>
            </p:cNvPr>
            <p:cNvSpPr/>
            <p:nvPr/>
          </p:nvSpPr>
          <p:spPr bwMode="blackGray">
            <a:xfrm>
              <a:off x="10744606" y="529276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3" name="RectangleLegend4">
              <a:extLst>
                <a:ext uri="{FF2B5EF4-FFF2-40B4-BE49-F238E27FC236}">
                  <a16:creationId xmlns:a16="http://schemas.microsoft.com/office/drawing/2014/main" id="{83C7396C-F6F1-75CC-EB43-196B7A8E0727}"/>
                </a:ext>
              </a:extLst>
            </p:cNvPr>
            <p:cNvSpPr/>
            <p:nvPr/>
          </p:nvSpPr>
          <p:spPr bwMode="blackGray">
            <a:xfrm>
              <a:off x="10744606" y="5668228"/>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4" name="RectangleLegend5">
              <a:extLst>
                <a:ext uri="{FF2B5EF4-FFF2-40B4-BE49-F238E27FC236}">
                  <a16:creationId xmlns:a16="http://schemas.microsoft.com/office/drawing/2014/main" id="{18D80257-CCD6-5E57-A2EA-795C7ADA2FFC}"/>
                </a:ext>
              </a:extLst>
            </p:cNvPr>
            <p:cNvSpPr/>
            <p:nvPr/>
          </p:nvSpPr>
          <p:spPr bwMode="blackGray">
            <a:xfrm>
              <a:off x="10744606" y="6043686"/>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5" name="Legend1">
              <a:extLst>
                <a:ext uri="{FF2B5EF4-FFF2-40B4-BE49-F238E27FC236}">
                  <a16:creationId xmlns:a16="http://schemas.microsoft.com/office/drawing/2014/main" id="{927ABA2B-B9D2-2552-72DF-CFB627AC729A}"/>
                </a:ext>
              </a:extLst>
            </p:cNvPr>
            <p:cNvSpPr txBox="1"/>
            <p:nvPr/>
          </p:nvSpPr>
          <p:spPr bwMode="blackGray">
            <a:xfrm>
              <a:off x="11040947" y="452049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6" name="Legend2">
              <a:extLst>
                <a:ext uri="{FF2B5EF4-FFF2-40B4-BE49-F238E27FC236}">
                  <a16:creationId xmlns:a16="http://schemas.microsoft.com/office/drawing/2014/main" id="{E20C894A-AF31-BF53-2BEF-5EBA8ACC41E8}"/>
                </a:ext>
              </a:extLst>
            </p:cNvPr>
            <p:cNvSpPr txBox="1"/>
            <p:nvPr/>
          </p:nvSpPr>
          <p:spPr bwMode="blackGray">
            <a:xfrm>
              <a:off x="11040947" y="4895949"/>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7" name="Legend3">
              <a:extLst>
                <a:ext uri="{FF2B5EF4-FFF2-40B4-BE49-F238E27FC236}">
                  <a16:creationId xmlns:a16="http://schemas.microsoft.com/office/drawing/2014/main" id="{1FAE5901-C476-2798-B289-4CF3F2801DC5}"/>
                </a:ext>
              </a:extLst>
            </p:cNvPr>
            <p:cNvSpPr txBox="1"/>
            <p:nvPr/>
          </p:nvSpPr>
          <p:spPr bwMode="blackGray">
            <a:xfrm>
              <a:off x="11040947" y="527140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8" name="Legend4">
              <a:extLst>
                <a:ext uri="{FF2B5EF4-FFF2-40B4-BE49-F238E27FC236}">
                  <a16:creationId xmlns:a16="http://schemas.microsoft.com/office/drawing/2014/main" id="{DECF711F-E9AD-F68A-589D-CD097E0CDF90}"/>
                </a:ext>
              </a:extLst>
            </p:cNvPr>
            <p:cNvSpPr txBox="1"/>
            <p:nvPr/>
          </p:nvSpPr>
          <p:spPr bwMode="blackGray">
            <a:xfrm>
              <a:off x="11040947" y="5646867"/>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19" name="Legend5">
              <a:extLst>
                <a:ext uri="{FF2B5EF4-FFF2-40B4-BE49-F238E27FC236}">
                  <a16:creationId xmlns:a16="http://schemas.microsoft.com/office/drawing/2014/main" id="{38E31FB4-D7D7-E1E0-59E9-380094F0BAC5}"/>
                </a:ext>
              </a:extLst>
            </p:cNvPr>
            <p:cNvSpPr txBox="1"/>
            <p:nvPr/>
          </p:nvSpPr>
          <p:spPr bwMode="blackGray">
            <a:xfrm>
              <a:off x="11040946" y="6022328"/>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grpSp>
        <p:nvGrpSpPr>
          <p:cNvPr id="20" name="LegendLines" hidden="1">
            <a:extLst>
              <a:ext uri="{FF2B5EF4-FFF2-40B4-BE49-F238E27FC236}">
                <a16:creationId xmlns:a16="http://schemas.microsoft.com/office/drawing/2014/main" id="{70534F05-7BBD-2F68-A140-843985D6FEBC}"/>
              </a:ext>
            </a:extLst>
          </p:cNvPr>
          <p:cNvGrpSpPr/>
          <p:nvPr userDrawn="1"/>
        </p:nvGrpSpPr>
        <p:grpSpPr>
          <a:xfrm>
            <a:off x="10459772" y="3244957"/>
            <a:ext cx="1177492" cy="958286"/>
            <a:chOff x="10459772" y="3355023"/>
            <a:chExt cx="1177492" cy="958286"/>
          </a:xfrm>
        </p:grpSpPr>
        <p:sp>
          <p:nvSpPr>
            <p:cNvPr id="21" name="Legend1">
              <a:extLst>
                <a:ext uri="{FF2B5EF4-FFF2-40B4-BE49-F238E27FC236}">
                  <a16:creationId xmlns:a16="http://schemas.microsoft.com/office/drawing/2014/main" id="{578B0B72-65C9-9155-5DF4-7329E369CC02}"/>
                </a:ext>
              </a:extLst>
            </p:cNvPr>
            <p:cNvSpPr txBox="1"/>
            <p:nvPr/>
          </p:nvSpPr>
          <p:spPr bwMode="blackGray">
            <a:xfrm>
              <a:off x="11040947" y="3355023"/>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2" name="Legend2">
              <a:extLst>
                <a:ext uri="{FF2B5EF4-FFF2-40B4-BE49-F238E27FC236}">
                  <a16:creationId xmlns:a16="http://schemas.microsoft.com/office/drawing/2014/main" id="{A966A878-B79E-FD24-6DF9-0858F21C3C7B}"/>
                </a:ext>
              </a:extLst>
            </p:cNvPr>
            <p:cNvSpPr txBox="1"/>
            <p:nvPr/>
          </p:nvSpPr>
          <p:spPr bwMode="blackGray">
            <a:xfrm>
              <a:off x="11040947" y="3726444"/>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3" name="Legend3">
              <a:extLst>
                <a:ext uri="{FF2B5EF4-FFF2-40B4-BE49-F238E27FC236}">
                  <a16:creationId xmlns:a16="http://schemas.microsoft.com/office/drawing/2014/main" id="{49DA05D0-6C41-C44F-9D6A-20816476C16D}"/>
                </a:ext>
              </a:extLst>
            </p:cNvPr>
            <p:cNvSpPr txBox="1"/>
            <p:nvPr/>
          </p:nvSpPr>
          <p:spPr bwMode="blackGray">
            <a:xfrm>
              <a:off x="11040947" y="4097865"/>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4" name="LineLegend3">
              <a:extLst>
                <a:ext uri="{FF2B5EF4-FFF2-40B4-BE49-F238E27FC236}">
                  <a16:creationId xmlns:a16="http://schemas.microsoft.com/office/drawing/2014/main" id="{F318952C-BC75-0907-EF57-DA878B8779E7}"/>
                </a:ext>
              </a:extLst>
            </p:cNvPr>
            <p:cNvSpPr>
              <a:spLocks noChangeShapeType="1"/>
            </p:cNvSpPr>
            <p:nvPr/>
          </p:nvSpPr>
          <p:spPr bwMode="blackGray">
            <a:xfrm>
              <a:off x="10459772" y="4205587"/>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ea typeface="+mn-ea"/>
              </a:endParaRPr>
            </a:p>
          </p:txBody>
        </p:sp>
        <p:sp>
          <p:nvSpPr>
            <p:cNvPr id="25" name="LineLegend2">
              <a:extLst>
                <a:ext uri="{FF2B5EF4-FFF2-40B4-BE49-F238E27FC236}">
                  <a16:creationId xmlns:a16="http://schemas.microsoft.com/office/drawing/2014/main" id="{BCFC4ECD-4BFE-E387-53EC-80B282846AFB}"/>
                </a:ext>
              </a:extLst>
            </p:cNvPr>
            <p:cNvSpPr>
              <a:spLocks noChangeShapeType="1"/>
            </p:cNvSpPr>
            <p:nvPr/>
          </p:nvSpPr>
          <p:spPr bwMode="blackGray">
            <a:xfrm>
              <a:off x="10459772" y="3834166"/>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ea typeface="+mn-ea"/>
              </a:endParaRPr>
            </a:p>
          </p:txBody>
        </p:sp>
        <p:sp>
          <p:nvSpPr>
            <p:cNvPr id="26" name="LineLegend1">
              <a:extLst>
                <a:ext uri="{FF2B5EF4-FFF2-40B4-BE49-F238E27FC236}">
                  <a16:creationId xmlns:a16="http://schemas.microsoft.com/office/drawing/2014/main" id="{D22FF320-C091-1AFA-D2D0-29B18E55C83E}"/>
                </a:ext>
              </a:extLst>
            </p:cNvPr>
            <p:cNvSpPr>
              <a:spLocks noChangeShapeType="1"/>
            </p:cNvSpPr>
            <p:nvPr/>
          </p:nvSpPr>
          <p:spPr bwMode="blackGray">
            <a:xfrm>
              <a:off x="10459772" y="3462745"/>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400" baseline="0">
                <a:ea typeface="+mn-ea"/>
              </a:endParaRPr>
            </a:p>
          </p:txBody>
        </p:sp>
      </p:grpSp>
      <p:grpSp>
        <p:nvGrpSpPr>
          <p:cNvPr id="27" name="LegendMoons" hidden="1">
            <a:extLst>
              <a:ext uri="{FF2B5EF4-FFF2-40B4-BE49-F238E27FC236}">
                <a16:creationId xmlns:a16="http://schemas.microsoft.com/office/drawing/2014/main" id="{D6166276-E3F9-7725-711E-05C3C55A7809}"/>
              </a:ext>
            </a:extLst>
          </p:cNvPr>
          <p:cNvGrpSpPr/>
          <p:nvPr userDrawn="1"/>
        </p:nvGrpSpPr>
        <p:grpSpPr>
          <a:xfrm>
            <a:off x="10688316" y="1336263"/>
            <a:ext cx="948949" cy="1730438"/>
            <a:chOff x="10688315" y="1416764"/>
            <a:chExt cx="948949" cy="1730438"/>
          </a:xfrm>
        </p:grpSpPr>
        <p:sp>
          <p:nvSpPr>
            <p:cNvPr id="28" name="Legend1">
              <a:extLst>
                <a:ext uri="{FF2B5EF4-FFF2-40B4-BE49-F238E27FC236}">
                  <a16:creationId xmlns:a16="http://schemas.microsoft.com/office/drawing/2014/main" id="{19102A09-E8EB-249F-EFDD-38AF2CFDF7C4}"/>
                </a:ext>
              </a:extLst>
            </p:cNvPr>
            <p:cNvSpPr txBox="1"/>
            <p:nvPr/>
          </p:nvSpPr>
          <p:spPr bwMode="blackGray">
            <a:xfrm>
              <a:off x="11040947" y="142334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29" name="Legend2">
              <a:extLst>
                <a:ext uri="{FF2B5EF4-FFF2-40B4-BE49-F238E27FC236}">
                  <a16:creationId xmlns:a16="http://schemas.microsoft.com/office/drawing/2014/main" id="{EC9FD712-0913-C3ED-8C27-BF9606586B0D}"/>
                </a:ext>
              </a:extLst>
            </p:cNvPr>
            <p:cNvSpPr txBox="1"/>
            <p:nvPr/>
          </p:nvSpPr>
          <p:spPr bwMode="blackGray">
            <a:xfrm>
              <a:off x="11040947" y="179880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0" name="Legend3">
              <a:extLst>
                <a:ext uri="{FF2B5EF4-FFF2-40B4-BE49-F238E27FC236}">
                  <a16:creationId xmlns:a16="http://schemas.microsoft.com/office/drawing/2014/main" id="{6BD02ED9-8CB0-73EF-2E99-E8CEC4A668E6}"/>
                </a:ext>
              </a:extLst>
            </p:cNvPr>
            <p:cNvSpPr txBox="1"/>
            <p:nvPr/>
          </p:nvSpPr>
          <p:spPr bwMode="blackGray">
            <a:xfrm>
              <a:off x="11040947" y="217426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1" name="Legend4">
              <a:extLst>
                <a:ext uri="{FF2B5EF4-FFF2-40B4-BE49-F238E27FC236}">
                  <a16:creationId xmlns:a16="http://schemas.microsoft.com/office/drawing/2014/main" id="{0EF81704-405D-E9C2-5A74-451A4C534FDE}"/>
                </a:ext>
              </a:extLst>
            </p:cNvPr>
            <p:cNvSpPr txBox="1"/>
            <p:nvPr/>
          </p:nvSpPr>
          <p:spPr bwMode="blackGray">
            <a:xfrm>
              <a:off x="11040947" y="2549722"/>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sp>
          <p:nvSpPr>
            <p:cNvPr id="32" name="Legend5">
              <a:extLst>
                <a:ext uri="{FF2B5EF4-FFF2-40B4-BE49-F238E27FC236}">
                  <a16:creationId xmlns:a16="http://schemas.microsoft.com/office/drawing/2014/main" id="{6FDED636-749F-BB71-41C5-A7AFE97E11D7}"/>
                </a:ext>
              </a:extLst>
            </p:cNvPr>
            <p:cNvSpPr txBox="1"/>
            <p:nvPr/>
          </p:nvSpPr>
          <p:spPr bwMode="blackGray">
            <a:xfrm>
              <a:off x="11040947" y="2925180"/>
              <a:ext cx="596317" cy="215444"/>
            </a:xfrm>
            <a:prstGeom prst="rect">
              <a:avLst/>
            </a:prstGeom>
            <a:noFill/>
            <a:ln>
              <a:noFill/>
              <a:miter lim="800000"/>
            </a:ln>
          </p:spPr>
          <p:txBody>
            <a:bodyPr wrap="none" lIns="0" tIns="0" rIns="0" bIns="0" rtlCol="0" anchor="ctr" anchorCtr="0">
              <a:spAutoFit/>
            </a:bodyPr>
            <a:lstStyle/>
            <a:p>
              <a:pPr>
                <a:spcAft>
                  <a:spcPts val="600"/>
                </a:spcAft>
              </a:pPr>
              <a:r>
                <a:rPr lang="en-US" sz="1400"/>
                <a:t>Legend</a:t>
              </a:r>
            </a:p>
          </p:txBody>
        </p:sp>
        <p:grpSp>
          <p:nvGrpSpPr>
            <p:cNvPr id="33" name="MoonLegend1">
              <a:extLst>
                <a:ext uri="{FF2B5EF4-FFF2-40B4-BE49-F238E27FC236}">
                  <a16:creationId xmlns:a16="http://schemas.microsoft.com/office/drawing/2014/main" id="{860BB324-F4F9-C0BE-51F2-538765ADB0B1}"/>
                </a:ext>
              </a:extLst>
            </p:cNvPr>
            <p:cNvGrpSpPr>
              <a:grpSpLocks noChangeAspect="1"/>
            </p:cNvGrpSpPr>
            <p:nvPr>
              <p:custDataLst>
                <p:tags r:id="rId26"/>
              </p:custDataLst>
            </p:nvPr>
          </p:nvGrpSpPr>
          <p:grpSpPr bwMode="blackGray">
            <a:xfrm>
              <a:off x="10688315" y="1416764"/>
              <a:ext cx="228600" cy="228600"/>
              <a:chOff x="762000" y="1270000"/>
              <a:chExt cx="254000" cy="254000"/>
            </a:xfrm>
          </p:grpSpPr>
          <p:sp>
            <p:nvSpPr>
              <p:cNvPr id="106" name="Oval 105">
                <a:extLst>
                  <a:ext uri="{FF2B5EF4-FFF2-40B4-BE49-F238E27FC236}">
                    <a16:creationId xmlns:a16="http://schemas.microsoft.com/office/drawing/2014/main" id="{87D1B220-A745-86C8-1580-35472129C157}"/>
                  </a:ext>
                </a:extLst>
              </p:cNvPr>
              <p:cNvSpPr/>
              <p:nvPr>
                <p:custDataLst>
                  <p:tags r:id="rId39"/>
                </p:custDataLst>
              </p:nvPr>
            </p:nvSpPr>
            <p:spPr bwMode="blackGray">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44" name="Arc 143">
                <a:extLst>
                  <a:ext uri="{FF2B5EF4-FFF2-40B4-BE49-F238E27FC236}">
                    <a16:creationId xmlns:a16="http://schemas.microsoft.com/office/drawing/2014/main" id="{1BB7806B-A463-50D3-DC94-2ABE3AF24660}"/>
                  </a:ext>
                </a:extLst>
              </p:cNvPr>
              <p:cNvSpPr/>
              <p:nvPr>
                <p:custDataLst>
                  <p:tags r:id="rId40"/>
                </p:custDataLst>
              </p:nvPr>
            </p:nvSpPr>
            <p:spPr bwMode="blackGray">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4" name="MoonLegend2">
              <a:extLst>
                <a:ext uri="{FF2B5EF4-FFF2-40B4-BE49-F238E27FC236}">
                  <a16:creationId xmlns:a16="http://schemas.microsoft.com/office/drawing/2014/main" id="{2DC291FF-A61B-1E2C-7F14-7EE64672795B}"/>
                </a:ext>
              </a:extLst>
            </p:cNvPr>
            <p:cNvGrpSpPr>
              <a:grpSpLocks noChangeAspect="1"/>
            </p:cNvGrpSpPr>
            <p:nvPr>
              <p:custDataLst>
                <p:tags r:id="rId27"/>
              </p:custDataLst>
            </p:nvPr>
          </p:nvGrpSpPr>
          <p:grpSpPr bwMode="blackGray">
            <a:xfrm>
              <a:off x="10688315" y="1792224"/>
              <a:ext cx="228600" cy="228600"/>
              <a:chOff x="762000" y="1270000"/>
              <a:chExt cx="254000" cy="254000"/>
            </a:xfrm>
          </p:grpSpPr>
          <p:sp>
            <p:nvSpPr>
              <p:cNvPr id="44" name="Oval 43">
                <a:extLst>
                  <a:ext uri="{FF2B5EF4-FFF2-40B4-BE49-F238E27FC236}">
                    <a16:creationId xmlns:a16="http://schemas.microsoft.com/office/drawing/2014/main" id="{A2D9129E-4B5E-DB2D-1AA8-A7997836F11D}"/>
                  </a:ext>
                </a:extLst>
              </p:cNvPr>
              <p:cNvSpPr/>
              <p:nvPr>
                <p:custDataLst>
                  <p:tags r:id="rId37"/>
                </p:custDataLst>
              </p:nvPr>
            </p:nvSpPr>
            <p:spPr bwMode="blackGray">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55" name="Arc 54">
                <a:extLst>
                  <a:ext uri="{FF2B5EF4-FFF2-40B4-BE49-F238E27FC236}">
                    <a16:creationId xmlns:a16="http://schemas.microsoft.com/office/drawing/2014/main" id="{BB3E564F-819B-DE51-3061-213E2A5B3550}"/>
                  </a:ext>
                </a:extLst>
              </p:cNvPr>
              <p:cNvSpPr/>
              <p:nvPr>
                <p:custDataLst>
                  <p:tags r:id="rId38"/>
                </p:custDataLst>
              </p:nvPr>
            </p:nvSpPr>
            <p:spPr bwMode="blackGray">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5" name="MoonLegend3">
              <a:extLst>
                <a:ext uri="{FF2B5EF4-FFF2-40B4-BE49-F238E27FC236}">
                  <a16:creationId xmlns:a16="http://schemas.microsoft.com/office/drawing/2014/main" id="{FDF0E999-C188-A149-CFA7-E3A03A59FFE6}"/>
                </a:ext>
              </a:extLst>
            </p:cNvPr>
            <p:cNvGrpSpPr>
              <a:grpSpLocks noChangeAspect="1"/>
            </p:cNvGrpSpPr>
            <p:nvPr>
              <p:custDataLst>
                <p:tags r:id="rId28"/>
              </p:custDataLst>
            </p:nvPr>
          </p:nvGrpSpPr>
          <p:grpSpPr bwMode="blackGray">
            <a:xfrm>
              <a:off x="10688315" y="2167684"/>
              <a:ext cx="228600" cy="228600"/>
              <a:chOff x="762000" y="1270000"/>
              <a:chExt cx="254000" cy="254000"/>
            </a:xfrm>
          </p:grpSpPr>
          <p:sp>
            <p:nvSpPr>
              <p:cNvPr id="42" name="Oval 41">
                <a:extLst>
                  <a:ext uri="{FF2B5EF4-FFF2-40B4-BE49-F238E27FC236}">
                    <a16:creationId xmlns:a16="http://schemas.microsoft.com/office/drawing/2014/main" id="{2981525A-5A54-ED4B-5E09-00E2C45A8128}"/>
                  </a:ext>
                </a:extLst>
              </p:cNvPr>
              <p:cNvSpPr/>
              <p:nvPr>
                <p:custDataLst>
                  <p:tags r:id="rId35"/>
                </p:custDataLst>
              </p:nvPr>
            </p:nvSpPr>
            <p:spPr bwMode="blackGray">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3" name="Arc 42">
                <a:extLst>
                  <a:ext uri="{FF2B5EF4-FFF2-40B4-BE49-F238E27FC236}">
                    <a16:creationId xmlns:a16="http://schemas.microsoft.com/office/drawing/2014/main" id="{67668DF7-56B9-A4C1-5495-804E163636A8}"/>
                  </a:ext>
                </a:extLst>
              </p:cNvPr>
              <p:cNvSpPr/>
              <p:nvPr>
                <p:custDataLst>
                  <p:tags r:id="rId36"/>
                </p:custDataLst>
              </p:nvPr>
            </p:nvSpPr>
            <p:spPr bwMode="blackGray">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6" name="MoonLegend4">
              <a:extLst>
                <a:ext uri="{FF2B5EF4-FFF2-40B4-BE49-F238E27FC236}">
                  <a16:creationId xmlns:a16="http://schemas.microsoft.com/office/drawing/2014/main" id="{64543914-F9DB-EEED-940D-6C17A3AA697E}"/>
                </a:ext>
              </a:extLst>
            </p:cNvPr>
            <p:cNvGrpSpPr>
              <a:grpSpLocks noChangeAspect="1"/>
            </p:cNvGrpSpPr>
            <p:nvPr>
              <p:custDataLst>
                <p:tags r:id="rId29"/>
              </p:custDataLst>
            </p:nvPr>
          </p:nvGrpSpPr>
          <p:grpSpPr bwMode="blackGray">
            <a:xfrm>
              <a:off x="10688315" y="2543143"/>
              <a:ext cx="228600" cy="228600"/>
              <a:chOff x="762000" y="1270000"/>
              <a:chExt cx="254000" cy="254000"/>
            </a:xfrm>
          </p:grpSpPr>
          <p:sp>
            <p:nvSpPr>
              <p:cNvPr id="40" name="Oval 39">
                <a:extLst>
                  <a:ext uri="{FF2B5EF4-FFF2-40B4-BE49-F238E27FC236}">
                    <a16:creationId xmlns:a16="http://schemas.microsoft.com/office/drawing/2014/main" id="{01A378C5-4BFC-887F-E8F2-E2CF513FBDE2}"/>
                  </a:ext>
                </a:extLst>
              </p:cNvPr>
              <p:cNvSpPr/>
              <p:nvPr>
                <p:custDataLst>
                  <p:tags r:id="rId33"/>
                </p:custDataLst>
              </p:nvPr>
            </p:nvSpPr>
            <p:spPr bwMode="blackGray">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1" name="Arc 40">
                <a:extLst>
                  <a:ext uri="{FF2B5EF4-FFF2-40B4-BE49-F238E27FC236}">
                    <a16:creationId xmlns:a16="http://schemas.microsoft.com/office/drawing/2014/main" id="{ED251A4D-B2FF-40EA-E6FB-3E9C02779B19}"/>
                  </a:ext>
                </a:extLst>
              </p:cNvPr>
              <p:cNvSpPr/>
              <p:nvPr>
                <p:custDataLst>
                  <p:tags r:id="rId34"/>
                </p:custDataLst>
              </p:nvPr>
            </p:nvSpPr>
            <p:spPr bwMode="blackGray">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37" name="MoonLegend5">
              <a:extLst>
                <a:ext uri="{FF2B5EF4-FFF2-40B4-BE49-F238E27FC236}">
                  <a16:creationId xmlns:a16="http://schemas.microsoft.com/office/drawing/2014/main" id="{1889C93C-4216-DCDC-E45F-E8D629E5EF7A}"/>
                </a:ext>
              </a:extLst>
            </p:cNvPr>
            <p:cNvGrpSpPr>
              <a:grpSpLocks noChangeAspect="1"/>
            </p:cNvGrpSpPr>
            <p:nvPr>
              <p:custDataLst>
                <p:tags r:id="rId30"/>
              </p:custDataLst>
            </p:nvPr>
          </p:nvGrpSpPr>
          <p:grpSpPr bwMode="blackGray">
            <a:xfrm>
              <a:off x="10688315" y="2918602"/>
              <a:ext cx="228600" cy="228600"/>
              <a:chOff x="762000" y="1270000"/>
              <a:chExt cx="254000" cy="254000"/>
            </a:xfrm>
          </p:grpSpPr>
          <p:sp>
            <p:nvSpPr>
              <p:cNvPr id="38" name="Oval 37">
                <a:extLst>
                  <a:ext uri="{FF2B5EF4-FFF2-40B4-BE49-F238E27FC236}">
                    <a16:creationId xmlns:a16="http://schemas.microsoft.com/office/drawing/2014/main" id="{57681831-6858-FF8F-F483-5817D8B0B31A}"/>
                  </a:ext>
                </a:extLst>
              </p:cNvPr>
              <p:cNvSpPr/>
              <p:nvPr>
                <p:custDataLst>
                  <p:tags r:id="rId31"/>
                </p:custDataLst>
              </p:nvPr>
            </p:nvSpPr>
            <p:spPr bwMode="blackGray">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9" name="Arc 38">
                <a:extLst>
                  <a:ext uri="{FF2B5EF4-FFF2-40B4-BE49-F238E27FC236}">
                    <a16:creationId xmlns:a16="http://schemas.microsoft.com/office/drawing/2014/main" id="{606E80CE-B9F1-8B5D-4B47-2B15E782978A}"/>
                  </a:ext>
                </a:extLst>
              </p:cNvPr>
              <p:cNvSpPr/>
              <p:nvPr>
                <p:custDataLst>
                  <p:tags r:id="rId32"/>
                </p:custDataLst>
              </p:nvPr>
            </p:nvSpPr>
            <p:spPr bwMode="blackGray">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spTree>
    <p:custDataLst>
      <p:tags r:id="rId19"/>
    </p:custDataLst>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88" r:id="rId7"/>
    <p:sldLayoutId id="2147483889" r:id="rId8"/>
    <p:sldLayoutId id="2147483890" r:id="rId9"/>
    <p:sldLayoutId id="2147483891" r:id="rId10"/>
    <p:sldLayoutId id="2147483892" r:id="rId11"/>
    <p:sldLayoutId id="2147483894" r:id="rId12"/>
    <p:sldLayoutId id="2147483895" r:id="rId13"/>
    <p:sldLayoutId id="2147483896" r:id="rId14"/>
    <p:sldLayoutId id="2147483893" r:id="rId15"/>
    <p:sldLayoutId id="2147483877" r:id="rId16"/>
    <p:sldLayoutId id="2147483878" r:id="rId17"/>
  </p:sldLayoutIdLst>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18288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2pPr>
      <a:lvl3pPr marL="36576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54864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731520"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62.xml"/><Relationship Id="rId7" Type="http://schemas.openxmlformats.org/officeDocument/2006/relationships/oleObject" Target="../embeddings/oleObject29.bin"/><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notesSlide" Target="../notesSlides/notesSlide1.xml"/><Relationship Id="rId5" Type="http://schemas.openxmlformats.org/officeDocument/2006/relationships/slideLayout" Target="../slideLayouts/slideLayout16.xml"/><Relationship Id="rId4" Type="http://schemas.openxmlformats.org/officeDocument/2006/relationships/tags" Target="../tags/tag2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image" Target="../media/image6.jpeg"/><Relationship Id="rId5" Type="http://schemas.openxmlformats.org/officeDocument/2006/relationships/image" Target="../media/image5.emf"/><Relationship Id="rId4" Type="http://schemas.openxmlformats.org/officeDocument/2006/relationships/oleObject" Target="../embeddings/oleObject30.bin"/></Relationships>
</file>

<file path=ppt/slides/_rels/slide3.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268.xml"/><Relationship Id="rId7" Type="http://schemas.openxmlformats.org/officeDocument/2006/relationships/oleObject" Target="../embeddings/oleObject31.bin"/><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slideLayout" Target="../slideLayouts/slideLayout2.xml"/><Relationship Id="rId5" Type="http://schemas.openxmlformats.org/officeDocument/2006/relationships/tags" Target="../tags/tag270.xml"/><Relationship Id="rId4" Type="http://schemas.openxmlformats.org/officeDocument/2006/relationships/tags" Target="../tags/tag269.xml"/></Relationships>
</file>

<file path=ppt/slides/_rels/slide4.xml.rels><?xml version="1.0" encoding="UTF-8" standalone="yes"?>
<Relationships xmlns="http://schemas.openxmlformats.org/package/2006/relationships"><Relationship Id="rId13" Type="http://schemas.openxmlformats.org/officeDocument/2006/relationships/tags" Target="../tags/tag283.xml"/><Relationship Id="rId18" Type="http://schemas.openxmlformats.org/officeDocument/2006/relationships/tags" Target="../tags/tag288.xml"/><Relationship Id="rId26" Type="http://schemas.openxmlformats.org/officeDocument/2006/relationships/tags" Target="../tags/tag296.xml"/><Relationship Id="rId21" Type="http://schemas.openxmlformats.org/officeDocument/2006/relationships/tags" Target="../tags/tag291.xml"/><Relationship Id="rId34" Type="http://schemas.openxmlformats.org/officeDocument/2006/relationships/image" Target="../media/image9.png"/><Relationship Id="rId7" Type="http://schemas.openxmlformats.org/officeDocument/2006/relationships/tags" Target="../tags/tag277.xml"/><Relationship Id="rId12" Type="http://schemas.openxmlformats.org/officeDocument/2006/relationships/tags" Target="../tags/tag282.xml"/><Relationship Id="rId17" Type="http://schemas.openxmlformats.org/officeDocument/2006/relationships/tags" Target="../tags/tag287.xml"/><Relationship Id="rId25" Type="http://schemas.openxmlformats.org/officeDocument/2006/relationships/tags" Target="../tags/tag295.xml"/><Relationship Id="rId33" Type="http://schemas.openxmlformats.org/officeDocument/2006/relationships/image" Target="../media/image8.emf"/><Relationship Id="rId38" Type="http://schemas.openxmlformats.org/officeDocument/2006/relationships/image" Target="../media/image12.png"/><Relationship Id="rId2" Type="http://schemas.openxmlformats.org/officeDocument/2006/relationships/tags" Target="../tags/tag272.xml"/><Relationship Id="rId16" Type="http://schemas.openxmlformats.org/officeDocument/2006/relationships/tags" Target="../tags/tag286.xml"/><Relationship Id="rId20" Type="http://schemas.openxmlformats.org/officeDocument/2006/relationships/tags" Target="../tags/tag290.xml"/><Relationship Id="rId29" Type="http://schemas.openxmlformats.org/officeDocument/2006/relationships/tags" Target="../tags/tag299.xml"/><Relationship Id="rId1" Type="http://schemas.openxmlformats.org/officeDocument/2006/relationships/tags" Target="../tags/tag271.xml"/><Relationship Id="rId6" Type="http://schemas.openxmlformats.org/officeDocument/2006/relationships/tags" Target="../tags/tag276.xml"/><Relationship Id="rId11" Type="http://schemas.openxmlformats.org/officeDocument/2006/relationships/tags" Target="../tags/tag281.xml"/><Relationship Id="rId24" Type="http://schemas.openxmlformats.org/officeDocument/2006/relationships/tags" Target="../tags/tag294.xml"/><Relationship Id="rId32" Type="http://schemas.openxmlformats.org/officeDocument/2006/relationships/oleObject" Target="../embeddings/oleObject32.bin"/><Relationship Id="rId37" Type="http://schemas.openxmlformats.org/officeDocument/2006/relationships/image" Target="../media/image11.png"/><Relationship Id="rId5" Type="http://schemas.openxmlformats.org/officeDocument/2006/relationships/tags" Target="../tags/tag275.xml"/><Relationship Id="rId15" Type="http://schemas.openxmlformats.org/officeDocument/2006/relationships/tags" Target="../tags/tag285.xml"/><Relationship Id="rId23" Type="http://schemas.openxmlformats.org/officeDocument/2006/relationships/tags" Target="../tags/tag293.xml"/><Relationship Id="rId28" Type="http://schemas.openxmlformats.org/officeDocument/2006/relationships/tags" Target="../tags/tag298.xml"/><Relationship Id="rId36" Type="http://schemas.openxmlformats.org/officeDocument/2006/relationships/image" Target="../media/image10.png"/><Relationship Id="rId10" Type="http://schemas.openxmlformats.org/officeDocument/2006/relationships/tags" Target="../tags/tag280.xml"/><Relationship Id="rId19" Type="http://schemas.openxmlformats.org/officeDocument/2006/relationships/tags" Target="../tags/tag289.xml"/><Relationship Id="rId31" Type="http://schemas.openxmlformats.org/officeDocument/2006/relationships/notesSlide" Target="../notesSlides/notesSlide2.xml"/><Relationship Id="rId4" Type="http://schemas.openxmlformats.org/officeDocument/2006/relationships/tags" Target="../tags/tag274.xml"/><Relationship Id="rId9" Type="http://schemas.openxmlformats.org/officeDocument/2006/relationships/tags" Target="../tags/tag279.xml"/><Relationship Id="rId14" Type="http://schemas.openxmlformats.org/officeDocument/2006/relationships/tags" Target="../tags/tag284.xml"/><Relationship Id="rId22" Type="http://schemas.openxmlformats.org/officeDocument/2006/relationships/tags" Target="../tags/tag292.xml"/><Relationship Id="rId27" Type="http://schemas.openxmlformats.org/officeDocument/2006/relationships/tags" Target="../tags/tag297.xml"/><Relationship Id="rId30" Type="http://schemas.openxmlformats.org/officeDocument/2006/relationships/slideLayout" Target="../slideLayouts/slideLayout2.xml"/><Relationship Id="rId35" Type="http://schemas.openxmlformats.org/officeDocument/2006/relationships/image" Target="../media/image6.jpeg"/><Relationship Id="rId8" Type="http://schemas.openxmlformats.org/officeDocument/2006/relationships/tags" Target="../tags/tag278.xml"/><Relationship Id="rId3" Type="http://schemas.openxmlformats.org/officeDocument/2006/relationships/tags" Target="../tags/tag273.xml"/></Relationships>
</file>

<file path=ppt/slides/_rels/slide5.xml.rels><?xml version="1.0" encoding="UTF-8" standalone="yes"?>
<Relationships xmlns="http://schemas.openxmlformats.org/package/2006/relationships"><Relationship Id="rId8" Type="http://schemas.openxmlformats.org/officeDocument/2006/relationships/tags" Target="../tags/tag307.xml"/><Relationship Id="rId3" Type="http://schemas.openxmlformats.org/officeDocument/2006/relationships/tags" Target="../tags/tag302.xml"/><Relationship Id="rId7" Type="http://schemas.openxmlformats.org/officeDocument/2006/relationships/tags" Target="../tags/tag306.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11" Type="http://schemas.openxmlformats.org/officeDocument/2006/relationships/image" Target="../media/image13.emf"/><Relationship Id="rId5" Type="http://schemas.openxmlformats.org/officeDocument/2006/relationships/tags" Target="../tags/tag304.xml"/><Relationship Id="rId10" Type="http://schemas.openxmlformats.org/officeDocument/2006/relationships/oleObject" Target="../embeddings/oleObject33.bin"/><Relationship Id="rId4" Type="http://schemas.openxmlformats.org/officeDocument/2006/relationships/tags" Target="../tags/tag303.xml"/><Relationship Id="rId9"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tags" Target="../tags/tag320.xml"/><Relationship Id="rId18" Type="http://schemas.openxmlformats.org/officeDocument/2006/relationships/oleObject" Target="../embeddings/oleObject34.bin"/><Relationship Id="rId3" Type="http://schemas.openxmlformats.org/officeDocument/2006/relationships/tags" Target="../tags/tag310.xml"/><Relationship Id="rId7" Type="http://schemas.openxmlformats.org/officeDocument/2006/relationships/tags" Target="../tags/tag314.xml"/><Relationship Id="rId12" Type="http://schemas.openxmlformats.org/officeDocument/2006/relationships/tags" Target="../tags/tag319.xml"/><Relationship Id="rId17" Type="http://schemas.openxmlformats.org/officeDocument/2006/relationships/slideLayout" Target="../slideLayouts/slideLayout7.xml"/><Relationship Id="rId2" Type="http://schemas.openxmlformats.org/officeDocument/2006/relationships/tags" Target="../tags/tag309.xml"/><Relationship Id="rId16" Type="http://schemas.openxmlformats.org/officeDocument/2006/relationships/tags" Target="../tags/tag323.xml"/><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5" Type="http://schemas.openxmlformats.org/officeDocument/2006/relationships/tags" Target="../tags/tag322.xml"/><Relationship Id="rId10" Type="http://schemas.openxmlformats.org/officeDocument/2006/relationships/tags" Target="../tags/tag317.xml"/><Relationship Id="rId19" Type="http://schemas.openxmlformats.org/officeDocument/2006/relationships/image" Target="../media/image14.emf"/><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tags" Target="../tags/tag321.xml"/></Relationships>
</file>

<file path=ppt/slides/_rels/slide7.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oleObject" Target="../embeddings/oleObject35.bin"/><Relationship Id="rId3" Type="http://schemas.openxmlformats.org/officeDocument/2006/relationships/tags" Target="../tags/tag326.xml"/><Relationship Id="rId7" Type="http://schemas.openxmlformats.org/officeDocument/2006/relationships/tags" Target="../tags/tag330.xml"/><Relationship Id="rId12" Type="http://schemas.openxmlformats.org/officeDocument/2006/relationships/slideLayout" Target="../slideLayouts/slideLayout2.xml"/><Relationship Id="rId2" Type="http://schemas.openxmlformats.org/officeDocument/2006/relationships/tags" Target="../tags/tag325.xml"/><Relationship Id="rId16" Type="http://schemas.openxmlformats.org/officeDocument/2006/relationships/image" Target="../media/image16.png"/><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tags" Target="../tags/tag334.xml"/><Relationship Id="rId5" Type="http://schemas.openxmlformats.org/officeDocument/2006/relationships/tags" Target="../tags/tag328.xml"/><Relationship Id="rId15" Type="http://schemas.openxmlformats.org/officeDocument/2006/relationships/image" Target="../media/image6.jpeg"/><Relationship Id="rId10" Type="http://schemas.openxmlformats.org/officeDocument/2006/relationships/tags" Target="../tags/tag333.xml"/><Relationship Id="rId4" Type="http://schemas.openxmlformats.org/officeDocument/2006/relationships/tags" Target="../tags/tag327.xml"/><Relationship Id="rId9" Type="http://schemas.openxmlformats.org/officeDocument/2006/relationships/tags" Target="../tags/tag332.xml"/><Relationship Id="rId14" Type="http://schemas.openxmlformats.org/officeDocument/2006/relationships/image" Target="../media/image15.emf"/></Relationships>
</file>

<file path=ppt/slides/_rels/slide8.xml.rels><?xml version="1.0" encoding="UTF-8" standalone="yes"?>
<Relationships xmlns="http://schemas.openxmlformats.org/package/2006/relationships"><Relationship Id="rId8" Type="http://schemas.openxmlformats.org/officeDocument/2006/relationships/tags" Target="../tags/tag342.xml"/><Relationship Id="rId13" Type="http://schemas.openxmlformats.org/officeDocument/2006/relationships/tags" Target="../tags/tag347.xml"/><Relationship Id="rId18" Type="http://schemas.openxmlformats.org/officeDocument/2006/relationships/tags" Target="../tags/tag352.xml"/><Relationship Id="rId26" Type="http://schemas.openxmlformats.org/officeDocument/2006/relationships/slideLayout" Target="../slideLayouts/slideLayout2.xml"/><Relationship Id="rId3" Type="http://schemas.openxmlformats.org/officeDocument/2006/relationships/tags" Target="../tags/tag337.xml"/><Relationship Id="rId21" Type="http://schemas.openxmlformats.org/officeDocument/2006/relationships/tags" Target="../tags/tag355.xml"/><Relationship Id="rId7" Type="http://schemas.openxmlformats.org/officeDocument/2006/relationships/tags" Target="../tags/tag341.xml"/><Relationship Id="rId12" Type="http://schemas.openxmlformats.org/officeDocument/2006/relationships/tags" Target="../tags/tag346.xml"/><Relationship Id="rId17" Type="http://schemas.openxmlformats.org/officeDocument/2006/relationships/tags" Target="../tags/tag351.xml"/><Relationship Id="rId25" Type="http://schemas.openxmlformats.org/officeDocument/2006/relationships/tags" Target="../tags/tag359.xml"/><Relationship Id="rId2" Type="http://schemas.openxmlformats.org/officeDocument/2006/relationships/tags" Target="../tags/tag336.xml"/><Relationship Id="rId16" Type="http://schemas.openxmlformats.org/officeDocument/2006/relationships/tags" Target="../tags/tag350.xml"/><Relationship Id="rId20" Type="http://schemas.openxmlformats.org/officeDocument/2006/relationships/tags" Target="../tags/tag354.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tags" Target="../tags/tag345.xml"/><Relationship Id="rId24" Type="http://schemas.openxmlformats.org/officeDocument/2006/relationships/tags" Target="../tags/tag358.xml"/><Relationship Id="rId5" Type="http://schemas.openxmlformats.org/officeDocument/2006/relationships/tags" Target="../tags/tag339.xml"/><Relationship Id="rId15" Type="http://schemas.openxmlformats.org/officeDocument/2006/relationships/tags" Target="../tags/tag349.xml"/><Relationship Id="rId23" Type="http://schemas.openxmlformats.org/officeDocument/2006/relationships/tags" Target="../tags/tag357.xml"/><Relationship Id="rId28" Type="http://schemas.openxmlformats.org/officeDocument/2006/relationships/image" Target="../media/image17.emf"/><Relationship Id="rId10" Type="http://schemas.openxmlformats.org/officeDocument/2006/relationships/tags" Target="../tags/tag344.xml"/><Relationship Id="rId19" Type="http://schemas.openxmlformats.org/officeDocument/2006/relationships/tags" Target="../tags/tag353.xml"/><Relationship Id="rId4" Type="http://schemas.openxmlformats.org/officeDocument/2006/relationships/tags" Target="../tags/tag338.xml"/><Relationship Id="rId9" Type="http://schemas.openxmlformats.org/officeDocument/2006/relationships/tags" Target="../tags/tag343.xml"/><Relationship Id="rId14" Type="http://schemas.openxmlformats.org/officeDocument/2006/relationships/tags" Target="../tags/tag348.xml"/><Relationship Id="rId22" Type="http://schemas.openxmlformats.org/officeDocument/2006/relationships/tags" Target="../tags/tag356.xml"/><Relationship Id="rId27" Type="http://schemas.openxmlformats.org/officeDocument/2006/relationships/oleObject" Target="../embeddings/oleObject36.bin"/></Relationships>
</file>

<file path=ppt/slides/_rels/slide9.xml.rels><?xml version="1.0" encoding="UTF-8" standalone="yes"?>
<Relationships xmlns="http://schemas.openxmlformats.org/package/2006/relationships"><Relationship Id="rId8" Type="http://schemas.openxmlformats.org/officeDocument/2006/relationships/tags" Target="../tags/tag367.xml"/><Relationship Id="rId13" Type="http://schemas.openxmlformats.org/officeDocument/2006/relationships/slideLayout" Target="../slideLayouts/slideLayout2.xml"/><Relationship Id="rId3" Type="http://schemas.openxmlformats.org/officeDocument/2006/relationships/tags" Target="../tags/tag362.xml"/><Relationship Id="rId7" Type="http://schemas.openxmlformats.org/officeDocument/2006/relationships/tags" Target="../tags/tag366.xml"/><Relationship Id="rId12" Type="http://schemas.openxmlformats.org/officeDocument/2006/relationships/tags" Target="../tags/tag371.xml"/><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tags" Target="../tags/tag370.xml"/><Relationship Id="rId5" Type="http://schemas.openxmlformats.org/officeDocument/2006/relationships/tags" Target="../tags/tag364.xml"/><Relationship Id="rId15" Type="http://schemas.openxmlformats.org/officeDocument/2006/relationships/image" Target="../media/image18.emf"/><Relationship Id="rId10" Type="http://schemas.openxmlformats.org/officeDocument/2006/relationships/tags" Target="../tags/tag369.xml"/><Relationship Id="rId4" Type="http://schemas.openxmlformats.org/officeDocument/2006/relationships/tags" Target="../tags/tag363.xml"/><Relationship Id="rId9" Type="http://schemas.openxmlformats.org/officeDocument/2006/relationships/tags" Target="../tags/tag368.xml"/><Relationship Id="rId14" Type="http://schemas.openxmlformats.org/officeDocument/2006/relationships/oleObject" Target="../embeddings/oleObject37.bin"/></Relationships>
</file>

<file path=ppt/slides/_rels/slide10.xml.rels><?xml version="1.0" encoding="UTF-8" standalone="yes"?>
<Relationships xmlns="http://schemas.openxmlformats.org/package/2006/relationships"><Relationship Id="rId8" Type="http://schemas.openxmlformats.org/officeDocument/2006/relationships/tags" Target="../tags/tag379.xml"/><Relationship Id="rId13" Type="http://schemas.openxmlformats.org/officeDocument/2006/relationships/image" Target="../media/image20.png"/><Relationship Id="rId3" Type="http://schemas.openxmlformats.org/officeDocument/2006/relationships/tags" Target="../tags/tag374.xml"/><Relationship Id="rId7" Type="http://schemas.openxmlformats.org/officeDocument/2006/relationships/tags" Target="../tags/tag378.xml"/><Relationship Id="rId12" Type="http://schemas.openxmlformats.org/officeDocument/2006/relationships/image" Target="../media/image19.png"/><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tags" Target="../tags/tag377.xml"/><Relationship Id="rId11" Type="http://schemas.openxmlformats.org/officeDocument/2006/relationships/image" Target="../media/image8.emf"/><Relationship Id="rId5" Type="http://schemas.openxmlformats.org/officeDocument/2006/relationships/tags" Target="../tags/tag376.xml"/><Relationship Id="rId10" Type="http://schemas.openxmlformats.org/officeDocument/2006/relationships/oleObject" Target="../embeddings/oleObject38.bin"/><Relationship Id="rId4" Type="http://schemas.openxmlformats.org/officeDocument/2006/relationships/tags" Target="../tags/tag375.xml"/><Relationship Id="rId9"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387.xml"/><Relationship Id="rId13" Type="http://schemas.openxmlformats.org/officeDocument/2006/relationships/tags" Target="../tags/tag392.xml"/><Relationship Id="rId18" Type="http://schemas.openxmlformats.org/officeDocument/2006/relationships/tags" Target="../tags/tag397.xml"/><Relationship Id="rId26" Type="http://schemas.openxmlformats.org/officeDocument/2006/relationships/tags" Target="../tags/tag405.xml"/><Relationship Id="rId3" Type="http://schemas.openxmlformats.org/officeDocument/2006/relationships/tags" Target="../tags/tag382.xml"/><Relationship Id="rId21" Type="http://schemas.openxmlformats.org/officeDocument/2006/relationships/tags" Target="../tags/tag400.xml"/><Relationship Id="rId7" Type="http://schemas.openxmlformats.org/officeDocument/2006/relationships/tags" Target="../tags/tag386.xml"/><Relationship Id="rId12" Type="http://schemas.openxmlformats.org/officeDocument/2006/relationships/tags" Target="../tags/tag391.xml"/><Relationship Id="rId17" Type="http://schemas.openxmlformats.org/officeDocument/2006/relationships/tags" Target="../tags/tag396.xml"/><Relationship Id="rId25" Type="http://schemas.openxmlformats.org/officeDocument/2006/relationships/tags" Target="../tags/tag404.xml"/><Relationship Id="rId2" Type="http://schemas.openxmlformats.org/officeDocument/2006/relationships/tags" Target="../tags/tag381.xml"/><Relationship Id="rId16" Type="http://schemas.openxmlformats.org/officeDocument/2006/relationships/tags" Target="../tags/tag395.xml"/><Relationship Id="rId20" Type="http://schemas.openxmlformats.org/officeDocument/2006/relationships/tags" Target="../tags/tag399.xml"/><Relationship Id="rId29" Type="http://schemas.openxmlformats.org/officeDocument/2006/relationships/image" Target="../media/image8.emf"/><Relationship Id="rId1" Type="http://schemas.openxmlformats.org/officeDocument/2006/relationships/tags" Target="../tags/tag380.xml"/><Relationship Id="rId6" Type="http://schemas.openxmlformats.org/officeDocument/2006/relationships/tags" Target="../tags/tag385.xml"/><Relationship Id="rId11" Type="http://schemas.openxmlformats.org/officeDocument/2006/relationships/tags" Target="../tags/tag390.xml"/><Relationship Id="rId24" Type="http://schemas.openxmlformats.org/officeDocument/2006/relationships/tags" Target="../tags/tag403.xml"/><Relationship Id="rId32" Type="http://schemas.openxmlformats.org/officeDocument/2006/relationships/image" Target="../media/image9.png"/><Relationship Id="rId5" Type="http://schemas.openxmlformats.org/officeDocument/2006/relationships/tags" Target="../tags/tag384.xml"/><Relationship Id="rId15" Type="http://schemas.openxmlformats.org/officeDocument/2006/relationships/tags" Target="../tags/tag394.xml"/><Relationship Id="rId23" Type="http://schemas.openxmlformats.org/officeDocument/2006/relationships/tags" Target="../tags/tag402.xml"/><Relationship Id="rId28" Type="http://schemas.openxmlformats.org/officeDocument/2006/relationships/oleObject" Target="../embeddings/oleObject39.bin"/><Relationship Id="rId10" Type="http://schemas.openxmlformats.org/officeDocument/2006/relationships/tags" Target="../tags/tag389.xml"/><Relationship Id="rId19" Type="http://schemas.openxmlformats.org/officeDocument/2006/relationships/tags" Target="../tags/tag398.xml"/><Relationship Id="rId31" Type="http://schemas.openxmlformats.org/officeDocument/2006/relationships/image" Target="../media/image16.png"/><Relationship Id="rId4" Type="http://schemas.openxmlformats.org/officeDocument/2006/relationships/tags" Target="../tags/tag383.xml"/><Relationship Id="rId9" Type="http://schemas.openxmlformats.org/officeDocument/2006/relationships/tags" Target="../tags/tag388.xml"/><Relationship Id="rId14" Type="http://schemas.openxmlformats.org/officeDocument/2006/relationships/tags" Target="../tags/tag393.xml"/><Relationship Id="rId22" Type="http://schemas.openxmlformats.org/officeDocument/2006/relationships/tags" Target="../tags/tag401.xml"/><Relationship Id="rId27" Type="http://schemas.openxmlformats.org/officeDocument/2006/relationships/slideLayout" Target="../slideLayouts/slideLayout2.xml"/><Relationship Id="rId30" Type="http://schemas.openxmlformats.org/officeDocument/2006/relationships/image" Target="../media/image6.jpeg"/></Relationships>
</file>

<file path=ppt/slides/_rels/slide12.xml.rels><?xml version="1.0" encoding="UTF-8" standalone="yes"?>
<Relationships xmlns="http://schemas.openxmlformats.org/package/2006/relationships"><Relationship Id="rId8" Type="http://schemas.openxmlformats.org/officeDocument/2006/relationships/tags" Target="../tags/tag413.xml"/><Relationship Id="rId13" Type="http://schemas.openxmlformats.org/officeDocument/2006/relationships/tags" Target="../tags/tag418.xml"/><Relationship Id="rId3" Type="http://schemas.openxmlformats.org/officeDocument/2006/relationships/tags" Target="../tags/tag408.xml"/><Relationship Id="rId7" Type="http://schemas.openxmlformats.org/officeDocument/2006/relationships/tags" Target="../tags/tag412.xml"/><Relationship Id="rId12" Type="http://schemas.openxmlformats.org/officeDocument/2006/relationships/tags" Target="../tags/tag417.xml"/><Relationship Id="rId17" Type="http://schemas.openxmlformats.org/officeDocument/2006/relationships/image" Target="../media/image6.jpeg"/><Relationship Id="rId2" Type="http://schemas.openxmlformats.org/officeDocument/2006/relationships/tags" Target="../tags/tag407.xml"/><Relationship Id="rId16" Type="http://schemas.openxmlformats.org/officeDocument/2006/relationships/image" Target="../media/image21.emf"/><Relationship Id="rId1" Type="http://schemas.openxmlformats.org/officeDocument/2006/relationships/tags" Target="../tags/tag406.xml"/><Relationship Id="rId6" Type="http://schemas.openxmlformats.org/officeDocument/2006/relationships/tags" Target="../tags/tag411.xml"/><Relationship Id="rId11" Type="http://schemas.openxmlformats.org/officeDocument/2006/relationships/tags" Target="../tags/tag416.xml"/><Relationship Id="rId5" Type="http://schemas.openxmlformats.org/officeDocument/2006/relationships/tags" Target="../tags/tag410.xml"/><Relationship Id="rId15" Type="http://schemas.openxmlformats.org/officeDocument/2006/relationships/oleObject" Target="../embeddings/oleObject40.bin"/><Relationship Id="rId10" Type="http://schemas.openxmlformats.org/officeDocument/2006/relationships/tags" Target="../tags/tag415.xml"/><Relationship Id="rId4" Type="http://schemas.openxmlformats.org/officeDocument/2006/relationships/tags" Target="../tags/tag409.xml"/><Relationship Id="rId9" Type="http://schemas.openxmlformats.org/officeDocument/2006/relationships/tags" Target="../tags/tag414.xml"/><Relationship Id="rId1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tags" Target="../tags/tag431.xml"/><Relationship Id="rId18" Type="http://schemas.openxmlformats.org/officeDocument/2006/relationships/tags" Target="../tags/tag436.xml"/><Relationship Id="rId26" Type="http://schemas.openxmlformats.org/officeDocument/2006/relationships/tags" Target="../tags/tag444.xml"/><Relationship Id="rId3" Type="http://schemas.openxmlformats.org/officeDocument/2006/relationships/tags" Target="../tags/tag421.xml"/><Relationship Id="rId21" Type="http://schemas.openxmlformats.org/officeDocument/2006/relationships/tags" Target="../tags/tag439.xml"/><Relationship Id="rId34" Type="http://schemas.openxmlformats.org/officeDocument/2006/relationships/image" Target="../media/image10.png"/><Relationship Id="rId7" Type="http://schemas.openxmlformats.org/officeDocument/2006/relationships/tags" Target="../tags/tag425.xml"/><Relationship Id="rId12" Type="http://schemas.openxmlformats.org/officeDocument/2006/relationships/tags" Target="../tags/tag430.xml"/><Relationship Id="rId17" Type="http://schemas.openxmlformats.org/officeDocument/2006/relationships/tags" Target="../tags/tag435.xml"/><Relationship Id="rId25" Type="http://schemas.openxmlformats.org/officeDocument/2006/relationships/tags" Target="../tags/tag443.xml"/><Relationship Id="rId33" Type="http://schemas.openxmlformats.org/officeDocument/2006/relationships/image" Target="../media/image6.jpeg"/><Relationship Id="rId2" Type="http://schemas.openxmlformats.org/officeDocument/2006/relationships/tags" Target="../tags/tag420.xml"/><Relationship Id="rId16" Type="http://schemas.openxmlformats.org/officeDocument/2006/relationships/tags" Target="../tags/tag434.xml"/><Relationship Id="rId20" Type="http://schemas.openxmlformats.org/officeDocument/2006/relationships/tags" Target="../tags/tag438.xml"/><Relationship Id="rId29" Type="http://schemas.openxmlformats.org/officeDocument/2006/relationships/tags" Target="../tags/tag447.xml"/><Relationship Id="rId1" Type="http://schemas.openxmlformats.org/officeDocument/2006/relationships/tags" Target="../tags/tag419.xml"/><Relationship Id="rId6" Type="http://schemas.openxmlformats.org/officeDocument/2006/relationships/tags" Target="../tags/tag424.xml"/><Relationship Id="rId11" Type="http://schemas.openxmlformats.org/officeDocument/2006/relationships/tags" Target="../tags/tag429.xml"/><Relationship Id="rId24" Type="http://schemas.openxmlformats.org/officeDocument/2006/relationships/tags" Target="../tags/tag442.xml"/><Relationship Id="rId32" Type="http://schemas.openxmlformats.org/officeDocument/2006/relationships/image" Target="../media/image8.emf"/><Relationship Id="rId5" Type="http://schemas.openxmlformats.org/officeDocument/2006/relationships/tags" Target="../tags/tag423.xml"/><Relationship Id="rId15" Type="http://schemas.openxmlformats.org/officeDocument/2006/relationships/tags" Target="../tags/tag433.xml"/><Relationship Id="rId23" Type="http://schemas.openxmlformats.org/officeDocument/2006/relationships/tags" Target="../tags/tag441.xml"/><Relationship Id="rId28" Type="http://schemas.openxmlformats.org/officeDocument/2006/relationships/tags" Target="../tags/tag446.xml"/><Relationship Id="rId36" Type="http://schemas.openxmlformats.org/officeDocument/2006/relationships/image" Target="../media/image12.png"/><Relationship Id="rId10" Type="http://schemas.openxmlformats.org/officeDocument/2006/relationships/tags" Target="../tags/tag428.xml"/><Relationship Id="rId19" Type="http://schemas.openxmlformats.org/officeDocument/2006/relationships/tags" Target="../tags/tag437.xml"/><Relationship Id="rId31" Type="http://schemas.openxmlformats.org/officeDocument/2006/relationships/oleObject" Target="../embeddings/oleObject41.bin"/><Relationship Id="rId4" Type="http://schemas.openxmlformats.org/officeDocument/2006/relationships/tags" Target="../tags/tag422.xml"/><Relationship Id="rId9" Type="http://schemas.openxmlformats.org/officeDocument/2006/relationships/tags" Target="../tags/tag427.xml"/><Relationship Id="rId14" Type="http://schemas.openxmlformats.org/officeDocument/2006/relationships/tags" Target="../tags/tag432.xml"/><Relationship Id="rId22" Type="http://schemas.openxmlformats.org/officeDocument/2006/relationships/tags" Target="../tags/tag440.xml"/><Relationship Id="rId27" Type="http://schemas.openxmlformats.org/officeDocument/2006/relationships/tags" Target="../tags/tag445.xml"/><Relationship Id="rId30" Type="http://schemas.openxmlformats.org/officeDocument/2006/relationships/slideLayout" Target="../slideLayouts/slideLayout2.xml"/><Relationship Id="rId35" Type="http://schemas.openxmlformats.org/officeDocument/2006/relationships/image" Target="../media/image11.png"/><Relationship Id="rId8" Type="http://schemas.openxmlformats.org/officeDocument/2006/relationships/tags" Target="../tags/tag426.xml"/></Relationships>
</file>

<file path=ppt/slides/_rels/slide14.xml.rels><?xml version="1.0" encoding="UTF-8" standalone="yes"?>
<Relationships xmlns="http://schemas.openxmlformats.org/package/2006/relationships"><Relationship Id="rId8" Type="http://schemas.openxmlformats.org/officeDocument/2006/relationships/tags" Target="../tags/tag455.xml"/><Relationship Id="rId13" Type="http://schemas.openxmlformats.org/officeDocument/2006/relationships/tags" Target="../tags/tag460.xml"/><Relationship Id="rId18" Type="http://schemas.openxmlformats.org/officeDocument/2006/relationships/tags" Target="../tags/tag465.xml"/><Relationship Id="rId26" Type="http://schemas.openxmlformats.org/officeDocument/2006/relationships/tags" Target="../tags/tag473.xml"/><Relationship Id="rId3" Type="http://schemas.openxmlformats.org/officeDocument/2006/relationships/tags" Target="../tags/tag450.xml"/><Relationship Id="rId21" Type="http://schemas.openxmlformats.org/officeDocument/2006/relationships/tags" Target="../tags/tag468.xml"/><Relationship Id="rId7" Type="http://schemas.openxmlformats.org/officeDocument/2006/relationships/tags" Target="../tags/tag454.xml"/><Relationship Id="rId12" Type="http://schemas.openxmlformats.org/officeDocument/2006/relationships/tags" Target="../tags/tag459.xml"/><Relationship Id="rId17" Type="http://schemas.openxmlformats.org/officeDocument/2006/relationships/tags" Target="../tags/tag464.xml"/><Relationship Id="rId25" Type="http://schemas.openxmlformats.org/officeDocument/2006/relationships/tags" Target="../tags/tag472.xml"/><Relationship Id="rId2" Type="http://schemas.openxmlformats.org/officeDocument/2006/relationships/tags" Target="../tags/tag449.xml"/><Relationship Id="rId16" Type="http://schemas.openxmlformats.org/officeDocument/2006/relationships/tags" Target="../tags/tag463.xml"/><Relationship Id="rId20" Type="http://schemas.openxmlformats.org/officeDocument/2006/relationships/tags" Target="../tags/tag467.xml"/><Relationship Id="rId29" Type="http://schemas.openxmlformats.org/officeDocument/2006/relationships/oleObject" Target="../embeddings/oleObject42.bin"/><Relationship Id="rId1" Type="http://schemas.openxmlformats.org/officeDocument/2006/relationships/tags" Target="../tags/tag448.xml"/><Relationship Id="rId6" Type="http://schemas.openxmlformats.org/officeDocument/2006/relationships/tags" Target="../tags/tag453.xml"/><Relationship Id="rId11" Type="http://schemas.openxmlformats.org/officeDocument/2006/relationships/tags" Target="../tags/tag458.xml"/><Relationship Id="rId24" Type="http://schemas.openxmlformats.org/officeDocument/2006/relationships/tags" Target="../tags/tag471.xml"/><Relationship Id="rId5" Type="http://schemas.openxmlformats.org/officeDocument/2006/relationships/tags" Target="../tags/tag452.xml"/><Relationship Id="rId15" Type="http://schemas.openxmlformats.org/officeDocument/2006/relationships/tags" Target="../tags/tag462.xml"/><Relationship Id="rId23" Type="http://schemas.openxmlformats.org/officeDocument/2006/relationships/tags" Target="../tags/tag470.xml"/><Relationship Id="rId28" Type="http://schemas.openxmlformats.org/officeDocument/2006/relationships/notesSlide" Target="../notesSlides/notesSlide3.xml"/><Relationship Id="rId10" Type="http://schemas.openxmlformats.org/officeDocument/2006/relationships/tags" Target="../tags/tag457.xml"/><Relationship Id="rId19" Type="http://schemas.openxmlformats.org/officeDocument/2006/relationships/tags" Target="../tags/tag466.xml"/><Relationship Id="rId31" Type="http://schemas.openxmlformats.org/officeDocument/2006/relationships/image" Target="../media/image6.jpeg"/><Relationship Id="rId4" Type="http://schemas.openxmlformats.org/officeDocument/2006/relationships/tags" Target="../tags/tag451.xml"/><Relationship Id="rId9" Type="http://schemas.openxmlformats.org/officeDocument/2006/relationships/tags" Target="../tags/tag456.xml"/><Relationship Id="rId14" Type="http://schemas.openxmlformats.org/officeDocument/2006/relationships/tags" Target="../tags/tag461.xml"/><Relationship Id="rId22" Type="http://schemas.openxmlformats.org/officeDocument/2006/relationships/tags" Target="../tags/tag469.xml"/><Relationship Id="rId27" Type="http://schemas.openxmlformats.org/officeDocument/2006/relationships/slideLayout" Target="../slideLayouts/slideLayout2.xml"/><Relationship Id="rId30" Type="http://schemas.openxmlformats.org/officeDocument/2006/relationships/image" Target="../media/image22.emf"/></Relationships>
</file>

<file path=ppt/slides/_rels/slide15.xml.rels><?xml version="1.0" encoding="UTF-8" standalone="yes"?>
<Relationships xmlns="http://schemas.openxmlformats.org/package/2006/relationships"><Relationship Id="rId8" Type="http://schemas.openxmlformats.org/officeDocument/2006/relationships/tags" Target="../tags/tag481.xml"/><Relationship Id="rId13" Type="http://schemas.openxmlformats.org/officeDocument/2006/relationships/tags" Target="../tags/tag486.xml"/><Relationship Id="rId18" Type="http://schemas.openxmlformats.org/officeDocument/2006/relationships/slideLayout" Target="../slideLayouts/slideLayout7.xml"/><Relationship Id="rId3" Type="http://schemas.openxmlformats.org/officeDocument/2006/relationships/tags" Target="../tags/tag476.xml"/><Relationship Id="rId7" Type="http://schemas.openxmlformats.org/officeDocument/2006/relationships/tags" Target="../tags/tag480.xml"/><Relationship Id="rId12" Type="http://schemas.openxmlformats.org/officeDocument/2006/relationships/tags" Target="../tags/tag485.xml"/><Relationship Id="rId17" Type="http://schemas.openxmlformats.org/officeDocument/2006/relationships/tags" Target="../tags/tag490.xml"/><Relationship Id="rId2" Type="http://schemas.openxmlformats.org/officeDocument/2006/relationships/tags" Target="../tags/tag475.xml"/><Relationship Id="rId16" Type="http://schemas.openxmlformats.org/officeDocument/2006/relationships/tags" Target="../tags/tag489.xml"/><Relationship Id="rId20" Type="http://schemas.openxmlformats.org/officeDocument/2006/relationships/image" Target="../media/image14.emf"/><Relationship Id="rId1" Type="http://schemas.openxmlformats.org/officeDocument/2006/relationships/tags" Target="../tags/tag474.xml"/><Relationship Id="rId6" Type="http://schemas.openxmlformats.org/officeDocument/2006/relationships/tags" Target="../tags/tag479.xml"/><Relationship Id="rId11" Type="http://schemas.openxmlformats.org/officeDocument/2006/relationships/tags" Target="../tags/tag484.xml"/><Relationship Id="rId5" Type="http://schemas.openxmlformats.org/officeDocument/2006/relationships/tags" Target="../tags/tag478.xml"/><Relationship Id="rId15" Type="http://schemas.openxmlformats.org/officeDocument/2006/relationships/tags" Target="../tags/tag488.xml"/><Relationship Id="rId10" Type="http://schemas.openxmlformats.org/officeDocument/2006/relationships/tags" Target="../tags/tag483.xml"/><Relationship Id="rId19" Type="http://schemas.openxmlformats.org/officeDocument/2006/relationships/oleObject" Target="../embeddings/oleObject43.bin"/><Relationship Id="rId4" Type="http://schemas.openxmlformats.org/officeDocument/2006/relationships/tags" Target="../tags/tag477.xml"/><Relationship Id="rId9" Type="http://schemas.openxmlformats.org/officeDocument/2006/relationships/tags" Target="../tags/tag482.xml"/><Relationship Id="rId14" Type="http://schemas.openxmlformats.org/officeDocument/2006/relationships/tags" Target="../tags/tag487.xml"/></Relationships>
</file>

<file path=ppt/slides/_rels/slide16.xml.rels><?xml version="1.0" encoding="UTF-8" standalone="yes"?>
<Relationships xmlns="http://schemas.openxmlformats.org/package/2006/relationships"><Relationship Id="rId8" Type="http://schemas.openxmlformats.org/officeDocument/2006/relationships/tags" Target="../tags/tag498.xml"/><Relationship Id="rId13" Type="http://schemas.openxmlformats.org/officeDocument/2006/relationships/tags" Target="../tags/tag503.xml"/><Relationship Id="rId18" Type="http://schemas.openxmlformats.org/officeDocument/2006/relationships/image" Target="../media/image23.png"/><Relationship Id="rId3" Type="http://schemas.openxmlformats.org/officeDocument/2006/relationships/tags" Target="../tags/tag493.xml"/><Relationship Id="rId7" Type="http://schemas.openxmlformats.org/officeDocument/2006/relationships/tags" Target="../tags/tag497.xml"/><Relationship Id="rId12" Type="http://schemas.openxmlformats.org/officeDocument/2006/relationships/tags" Target="../tags/tag502.xml"/><Relationship Id="rId17" Type="http://schemas.openxmlformats.org/officeDocument/2006/relationships/image" Target="../media/image6.jpeg"/><Relationship Id="rId2" Type="http://schemas.openxmlformats.org/officeDocument/2006/relationships/tags" Target="../tags/tag492.xml"/><Relationship Id="rId16" Type="http://schemas.openxmlformats.org/officeDocument/2006/relationships/image" Target="../media/image8.emf"/><Relationship Id="rId1" Type="http://schemas.openxmlformats.org/officeDocument/2006/relationships/tags" Target="../tags/tag491.xml"/><Relationship Id="rId6" Type="http://schemas.openxmlformats.org/officeDocument/2006/relationships/tags" Target="../tags/tag496.xml"/><Relationship Id="rId11" Type="http://schemas.openxmlformats.org/officeDocument/2006/relationships/tags" Target="../tags/tag501.xml"/><Relationship Id="rId5" Type="http://schemas.openxmlformats.org/officeDocument/2006/relationships/tags" Target="../tags/tag495.xml"/><Relationship Id="rId15" Type="http://schemas.openxmlformats.org/officeDocument/2006/relationships/oleObject" Target="../embeddings/oleObject44.bin"/><Relationship Id="rId10" Type="http://schemas.openxmlformats.org/officeDocument/2006/relationships/tags" Target="../tags/tag500.xml"/><Relationship Id="rId4" Type="http://schemas.openxmlformats.org/officeDocument/2006/relationships/tags" Target="../tags/tag494.xml"/><Relationship Id="rId9" Type="http://schemas.openxmlformats.org/officeDocument/2006/relationships/tags" Target="../tags/tag499.xml"/><Relationship Id="rId1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511.xml"/><Relationship Id="rId13" Type="http://schemas.openxmlformats.org/officeDocument/2006/relationships/tags" Target="../tags/tag516.xml"/><Relationship Id="rId18" Type="http://schemas.openxmlformats.org/officeDocument/2006/relationships/slideLayout" Target="../slideLayouts/slideLayout7.xml"/><Relationship Id="rId3" Type="http://schemas.openxmlformats.org/officeDocument/2006/relationships/tags" Target="../tags/tag506.xml"/><Relationship Id="rId7" Type="http://schemas.openxmlformats.org/officeDocument/2006/relationships/tags" Target="../tags/tag510.xml"/><Relationship Id="rId12" Type="http://schemas.openxmlformats.org/officeDocument/2006/relationships/tags" Target="../tags/tag515.xml"/><Relationship Id="rId17" Type="http://schemas.openxmlformats.org/officeDocument/2006/relationships/tags" Target="../tags/tag520.xml"/><Relationship Id="rId2" Type="http://schemas.openxmlformats.org/officeDocument/2006/relationships/tags" Target="../tags/tag505.xml"/><Relationship Id="rId16" Type="http://schemas.openxmlformats.org/officeDocument/2006/relationships/tags" Target="../tags/tag519.xml"/><Relationship Id="rId20" Type="http://schemas.openxmlformats.org/officeDocument/2006/relationships/image" Target="../media/image14.emf"/><Relationship Id="rId1" Type="http://schemas.openxmlformats.org/officeDocument/2006/relationships/tags" Target="../tags/tag504.xml"/><Relationship Id="rId6" Type="http://schemas.openxmlformats.org/officeDocument/2006/relationships/tags" Target="../tags/tag509.xml"/><Relationship Id="rId11" Type="http://schemas.openxmlformats.org/officeDocument/2006/relationships/tags" Target="../tags/tag514.xml"/><Relationship Id="rId5" Type="http://schemas.openxmlformats.org/officeDocument/2006/relationships/tags" Target="../tags/tag508.xml"/><Relationship Id="rId15" Type="http://schemas.openxmlformats.org/officeDocument/2006/relationships/tags" Target="../tags/tag518.xml"/><Relationship Id="rId10" Type="http://schemas.openxmlformats.org/officeDocument/2006/relationships/tags" Target="../tags/tag513.xml"/><Relationship Id="rId19" Type="http://schemas.openxmlformats.org/officeDocument/2006/relationships/oleObject" Target="../embeddings/oleObject45.bin"/><Relationship Id="rId4" Type="http://schemas.openxmlformats.org/officeDocument/2006/relationships/tags" Target="../tags/tag507.xml"/><Relationship Id="rId9" Type="http://schemas.openxmlformats.org/officeDocument/2006/relationships/tags" Target="../tags/tag512.xml"/><Relationship Id="rId14" Type="http://schemas.openxmlformats.org/officeDocument/2006/relationships/tags" Target="../tags/tag51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tags" Target="../tags/tag523.xml"/><Relationship Id="rId7" Type="http://schemas.openxmlformats.org/officeDocument/2006/relationships/slideLayout" Target="../slideLayouts/slideLayout7.xml"/><Relationship Id="rId2" Type="http://schemas.openxmlformats.org/officeDocument/2006/relationships/tags" Target="../tags/tag522.xml"/><Relationship Id="rId1" Type="http://schemas.openxmlformats.org/officeDocument/2006/relationships/tags" Target="../tags/tag521.xml"/><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9" Type="http://schemas.openxmlformats.org/officeDocument/2006/relationships/image" Target="../media/image24.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32.xml"/><Relationship Id="rId1" Type="http://schemas.openxmlformats.org/officeDocument/2006/relationships/tags" Target="../tags/tag527.xml"/><Relationship Id="rId4" Type="http://schemas.openxmlformats.org/officeDocument/2006/relationships/image" Target="../media/image2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43F1CF17-3FB8-44F3-B5B8-250ADF427C88}"/>
              </a:ext>
            </a:extLst>
          </p:cNvPr>
          <p:cNvGraphicFramePr>
            <a:graphicFrameLocks/>
          </p:cNvGraphicFramePr>
          <p:nvPr>
            <p:custDataLst>
              <p:tags r:id="rId2"/>
            </p:custDataLst>
            <p:extLst>
              <p:ext uri="{D42A27DB-BD31-4B8C-83A1-F6EECF244321}">
                <p14:modId xmlns:p14="http://schemas.microsoft.com/office/powerpoint/2010/main" val="508853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5" name="Object 2" hidden="1">
                        <a:extLst>
                          <a:ext uri="{FF2B5EF4-FFF2-40B4-BE49-F238E27FC236}">
                            <a16:creationId xmlns:a16="http://schemas.microsoft.com/office/drawing/2014/main" id="{43F1CF17-3FB8-44F3-B5B8-250ADF427C8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Documenttype">
            <a:extLst>
              <a:ext uri="{FF2B5EF4-FFF2-40B4-BE49-F238E27FC236}">
                <a16:creationId xmlns:a16="http://schemas.microsoft.com/office/drawing/2014/main" id="{84E82E80-4BD1-48DE-9D7C-920A3C01D44F}"/>
              </a:ext>
            </a:extLst>
          </p:cNvPr>
          <p:cNvSpPr>
            <a:spLocks noGrp="1"/>
          </p:cNvSpPr>
          <p:nvPr>
            <p:ph type="body" sz="quarter" idx="13"/>
            <p:custDataLst>
              <p:tags r:id="rId3"/>
            </p:custDataLst>
          </p:nvPr>
        </p:nvSpPr>
        <p:spPr>
          <a:xfrm>
            <a:off x="550799" y="6132942"/>
            <a:ext cx="9150860" cy="215444"/>
          </a:xfrm>
          <a:noFill/>
          <a:ln/>
          <a:extLst>
            <a:ext uri="{909E8E84-426E-40DD-AFC4-6F175D3DCCD1}">
              <a14:hiddenFill xmlns:a14="http://schemas.microsoft.com/office/drawing/2010/main">
                <a:solidFill>
                  <a:srgbClr val="FFFFFF"/>
                </a:solidFill>
              </a14:hiddenFill>
            </a:ext>
          </a:extLst>
        </p:spPr>
        <p:txBody>
          <a:bodyPr wrap="square" anchor="t" anchorCtr="0">
            <a:spAutoFit/>
          </a:bodyPr>
          <a:lstStyle/>
          <a:p>
            <a:r>
              <a:rPr lang="en-US"/>
              <a:t>May 2026</a:t>
            </a:r>
          </a:p>
        </p:txBody>
      </p:sp>
      <p:sp>
        <p:nvSpPr>
          <p:cNvPr id="4" name="Title">
            <a:extLst>
              <a:ext uri="{FF2B5EF4-FFF2-40B4-BE49-F238E27FC236}">
                <a16:creationId xmlns:a16="http://schemas.microsoft.com/office/drawing/2014/main" id="{84661BC8-B36E-40B4-9595-8A3FF9B1A13A}"/>
              </a:ext>
            </a:extLst>
          </p:cNvPr>
          <p:cNvSpPr>
            <a:spLocks noGrp="1"/>
          </p:cNvSpPr>
          <p:nvPr>
            <p:ph type="title"/>
            <p:custDataLst>
              <p:tags r:id="rId4"/>
            </p:custDataLst>
          </p:nvPr>
        </p:nvSpPr>
        <p:spPr>
          <a:xfrm>
            <a:off x="551940" y="5055725"/>
            <a:ext cx="11082528" cy="615553"/>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b="0"/>
              <a:t>PRIO </a:t>
            </a:r>
            <a:r>
              <a:rPr lang="en-US" altLang="zh-CN" b="0"/>
              <a:t>AI</a:t>
            </a:r>
            <a:r>
              <a:rPr lang="zh-CN" altLang="en-US" b="0"/>
              <a:t> </a:t>
            </a:r>
            <a:r>
              <a:rPr lang="en-US" altLang="zh-CN" b="0" err="1"/>
              <a:t>CoE</a:t>
            </a:r>
            <a:r>
              <a:rPr lang="en-US" b="0"/>
              <a:t>: </a:t>
            </a:r>
            <a:r>
              <a:rPr lang="en-US" altLang="zh-CN" b="0"/>
              <a:t>Agentic platform</a:t>
            </a:r>
            <a:r>
              <a:rPr lang="en-US" altLang="zh-CN"/>
              <a:t> architecture</a:t>
            </a:r>
            <a:endParaRPr lang="en-US" b="0"/>
          </a:p>
        </p:txBody>
      </p:sp>
    </p:spTree>
    <p:custDataLst>
      <p:tags r:id="rId1"/>
    </p:custDataLst>
    <p:extLst>
      <p:ext uri="{BB962C8B-B14F-4D97-AF65-F5344CB8AC3E}">
        <p14:creationId xmlns:p14="http://schemas.microsoft.com/office/powerpoint/2010/main" val="1900500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6" hidden="1">
            <a:extLst>
              <a:ext uri="{FF2B5EF4-FFF2-40B4-BE49-F238E27FC236}">
                <a16:creationId xmlns:a16="http://schemas.microsoft.com/office/drawing/2014/main" id="{8B3A56BB-87E6-2DD4-F3A0-F680DBC5C102}"/>
              </a:ext>
            </a:extLst>
          </p:cNvPr>
          <p:cNvGraphicFramePr>
            <a:graphicFrameLocks/>
          </p:cNvGraphicFramePr>
          <p:nvPr>
            <p:custDataLst>
              <p:tags r:id="rId1"/>
            </p:custDataLst>
            <p:extLst>
              <p:ext uri="{D42A27DB-BD31-4B8C-83A1-F6EECF244321}">
                <p14:modId xmlns:p14="http://schemas.microsoft.com/office/powerpoint/2010/main" val="30993760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1" name="Object 6" hidden="1">
                        <a:extLst>
                          <a:ext uri="{FF2B5EF4-FFF2-40B4-BE49-F238E27FC236}">
                            <a16:creationId xmlns:a16="http://schemas.microsoft.com/office/drawing/2014/main" id="{8B3A56BB-87E6-2DD4-F3A0-F680DBC5C10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10" name="Rectangle 1109">
            <a:extLst>
              <a:ext uri="{FF2B5EF4-FFF2-40B4-BE49-F238E27FC236}">
                <a16:creationId xmlns:a16="http://schemas.microsoft.com/office/drawing/2014/main" id="{268E6733-2A3D-4B5C-5BBF-C54A59E5E989}"/>
              </a:ext>
            </a:extLst>
          </p:cNvPr>
          <p:cNvSpPr/>
          <p:nvPr/>
        </p:nvSpPr>
        <p:spPr>
          <a:xfrm>
            <a:off x="9914890" y="4597401"/>
            <a:ext cx="1190625" cy="828039"/>
          </a:xfrm>
          <a:prstGeom prst="rect">
            <a:avLst/>
          </a:prstGeom>
          <a:solidFill>
            <a:schemeClr val="accent5">
              <a:lumMod val="20000"/>
              <a:lumOff val="80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1075" name="Rectangle 1074">
            <a:extLst>
              <a:ext uri="{FF2B5EF4-FFF2-40B4-BE49-F238E27FC236}">
                <a16:creationId xmlns:a16="http://schemas.microsoft.com/office/drawing/2014/main" id="{1D1E9460-A421-FBA0-6703-3928738CBB33}"/>
              </a:ext>
            </a:extLst>
          </p:cNvPr>
          <p:cNvSpPr/>
          <p:nvPr/>
        </p:nvSpPr>
        <p:spPr>
          <a:xfrm>
            <a:off x="3256189" y="4895850"/>
            <a:ext cx="2505076" cy="849630"/>
          </a:xfrm>
          <a:prstGeom prst="rect">
            <a:avLst/>
          </a:prstGeom>
          <a:solidFill>
            <a:srgbClr val="F6EBF9"/>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1026" name="Rectangle 1025">
            <a:extLst>
              <a:ext uri="{FF2B5EF4-FFF2-40B4-BE49-F238E27FC236}">
                <a16:creationId xmlns:a16="http://schemas.microsoft.com/office/drawing/2014/main" id="{1F4EC122-9523-CAB1-662D-1F17D0FF1C6E}"/>
              </a:ext>
            </a:extLst>
          </p:cNvPr>
          <p:cNvSpPr/>
          <p:nvPr/>
        </p:nvSpPr>
        <p:spPr>
          <a:xfrm>
            <a:off x="6197600" y="4597400"/>
            <a:ext cx="2997200" cy="1739900"/>
          </a:xfrm>
          <a:prstGeom prst="rect">
            <a:avLst/>
          </a:prstGeom>
          <a:solidFill>
            <a:srgbClr val="E0ECFD"/>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6898295D-6A64-DAC6-A190-954C5DFDCBE1}"/>
              </a:ext>
            </a:extLst>
          </p:cNvPr>
          <p:cNvSpPr/>
          <p:nvPr/>
        </p:nvSpPr>
        <p:spPr>
          <a:xfrm>
            <a:off x="6064250" y="1647825"/>
            <a:ext cx="1190625" cy="1038225"/>
          </a:xfrm>
          <a:prstGeom prst="rect">
            <a:avLst/>
          </a:prstGeom>
          <a:solidFill>
            <a:schemeClr val="accent5">
              <a:lumMod val="20000"/>
              <a:lumOff val="80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cxnSp>
        <p:nvCxnSpPr>
          <p:cNvPr id="1108" name="Straight Arrow Connector 1107">
            <a:extLst>
              <a:ext uri="{FF2B5EF4-FFF2-40B4-BE49-F238E27FC236}">
                <a16:creationId xmlns:a16="http://schemas.microsoft.com/office/drawing/2014/main" id="{B550A10C-07AC-B511-CCAE-6067296550A3}"/>
              </a:ext>
            </a:extLst>
          </p:cNvPr>
          <p:cNvCxnSpPr>
            <a:cxnSpLocks/>
          </p:cNvCxnSpPr>
          <p:nvPr/>
        </p:nvCxnSpPr>
        <p:spPr>
          <a:xfrm flipV="1">
            <a:off x="4691062" y="2686050"/>
            <a:ext cx="0" cy="339249"/>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07" name="Rectangle 1106">
            <a:extLst>
              <a:ext uri="{FF2B5EF4-FFF2-40B4-BE49-F238E27FC236}">
                <a16:creationId xmlns:a16="http://schemas.microsoft.com/office/drawing/2014/main" id="{983AE535-B765-824C-16F5-DF00CF72A413}"/>
              </a:ext>
            </a:extLst>
          </p:cNvPr>
          <p:cNvSpPr/>
          <p:nvPr/>
        </p:nvSpPr>
        <p:spPr>
          <a:xfrm>
            <a:off x="4107480" y="1647825"/>
            <a:ext cx="1167165" cy="1038225"/>
          </a:xfrm>
          <a:prstGeom prst="rect">
            <a:avLst/>
          </a:prstGeom>
          <a:solidFill>
            <a:schemeClr val="accent2">
              <a:lumMod val="20000"/>
              <a:lumOff val="80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4" name="2. Slide Title">
            <a:extLst>
              <a:ext uri="{FF2B5EF4-FFF2-40B4-BE49-F238E27FC236}">
                <a16:creationId xmlns:a16="http://schemas.microsoft.com/office/drawing/2014/main" id="{4676ECA6-536B-65AA-C72A-B4D1B4345FBB}"/>
              </a:ext>
            </a:extLst>
          </p:cNvPr>
          <p:cNvSpPr>
            <a:spLocks noGrp="1"/>
          </p:cNvSpPr>
          <p:nvPr>
            <p:ph type="title"/>
            <p:custDataLst>
              <p:tags r:id="rId2"/>
            </p:custDataLst>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lstStyle/>
          <a:p>
            <a:r>
              <a:rPr lang="en-GB" dirty="0">
                <a:ea typeface="Calibri"/>
                <a:cs typeface="Calibri"/>
              </a:rPr>
              <a:t>Proposed architecture for delivery of PRIO agentic use cases</a:t>
            </a:r>
          </a:p>
        </p:txBody>
      </p:sp>
      <p:sp>
        <p:nvSpPr>
          <p:cNvPr id="6" name="TextBox 5">
            <a:extLst>
              <a:ext uri="{FF2B5EF4-FFF2-40B4-BE49-F238E27FC236}">
                <a16:creationId xmlns:a16="http://schemas.microsoft.com/office/drawing/2014/main" id="{B4F1C34A-E49C-452A-5A44-0BC6C6655501}"/>
              </a:ext>
            </a:extLst>
          </p:cNvPr>
          <p:cNvSpPr txBox="1"/>
          <p:nvPr/>
        </p:nvSpPr>
        <p:spPr>
          <a:xfrm>
            <a:off x="554736" y="1867271"/>
            <a:ext cx="372365"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External users</a:t>
            </a:r>
          </a:p>
        </p:txBody>
      </p:sp>
      <p:sp>
        <p:nvSpPr>
          <p:cNvPr id="8" name="TextBox 7">
            <a:extLst>
              <a:ext uri="{FF2B5EF4-FFF2-40B4-BE49-F238E27FC236}">
                <a16:creationId xmlns:a16="http://schemas.microsoft.com/office/drawing/2014/main" id="{F2FBD3D2-425F-F1B3-B722-BADE9C3E548E}"/>
              </a:ext>
            </a:extLst>
          </p:cNvPr>
          <p:cNvSpPr txBox="1"/>
          <p:nvPr/>
        </p:nvSpPr>
        <p:spPr>
          <a:xfrm>
            <a:off x="1046321" y="1867271"/>
            <a:ext cx="475045" cy="2769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Web Application Firewall (WAF)</a:t>
            </a:r>
          </a:p>
        </p:txBody>
      </p:sp>
      <p:sp>
        <p:nvSpPr>
          <p:cNvPr id="13" name="TextBox 12">
            <a:extLst>
              <a:ext uri="{FF2B5EF4-FFF2-40B4-BE49-F238E27FC236}">
                <a16:creationId xmlns:a16="http://schemas.microsoft.com/office/drawing/2014/main" id="{A614080D-451D-B9E1-CBCA-E247FBE2F6FC}"/>
              </a:ext>
            </a:extLst>
          </p:cNvPr>
          <p:cNvSpPr txBox="1"/>
          <p:nvPr/>
        </p:nvSpPr>
        <p:spPr>
          <a:xfrm>
            <a:off x="2924353" y="2429246"/>
            <a:ext cx="425793"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Application Gateways</a:t>
            </a:r>
          </a:p>
        </p:txBody>
      </p:sp>
      <p:sp>
        <p:nvSpPr>
          <p:cNvPr id="16" name="TextBox 15">
            <a:extLst>
              <a:ext uri="{FF2B5EF4-FFF2-40B4-BE49-F238E27FC236}">
                <a16:creationId xmlns:a16="http://schemas.microsoft.com/office/drawing/2014/main" id="{6E34CAAE-04D7-DD71-8B26-3E70C5BDDD32}"/>
              </a:ext>
            </a:extLst>
          </p:cNvPr>
          <p:cNvSpPr txBox="1"/>
          <p:nvPr/>
        </p:nvSpPr>
        <p:spPr>
          <a:xfrm>
            <a:off x="4375942" y="2510526"/>
            <a:ext cx="181139"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App 1</a:t>
            </a:r>
          </a:p>
        </p:txBody>
      </p:sp>
      <p:sp>
        <p:nvSpPr>
          <p:cNvPr id="17" name="TextBox 16">
            <a:extLst>
              <a:ext uri="{FF2B5EF4-FFF2-40B4-BE49-F238E27FC236}">
                <a16:creationId xmlns:a16="http://schemas.microsoft.com/office/drawing/2014/main" id="{0B13D318-8711-D2F8-2C09-303462EE9D89}"/>
              </a:ext>
            </a:extLst>
          </p:cNvPr>
          <p:cNvSpPr txBox="1"/>
          <p:nvPr/>
        </p:nvSpPr>
        <p:spPr>
          <a:xfrm>
            <a:off x="4868352" y="2510526"/>
            <a:ext cx="181139"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App 2</a:t>
            </a:r>
          </a:p>
        </p:txBody>
      </p:sp>
      <p:sp>
        <p:nvSpPr>
          <p:cNvPr id="18" name="TextBox 17">
            <a:extLst>
              <a:ext uri="{FF2B5EF4-FFF2-40B4-BE49-F238E27FC236}">
                <a16:creationId xmlns:a16="http://schemas.microsoft.com/office/drawing/2014/main" id="{5A81896C-E413-1BA1-2E4E-E9853ED1761B}"/>
              </a:ext>
            </a:extLst>
          </p:cNvPr>
          <p:cNvSpPr txBox="1"/>
          <p:nvPr/>
        </p:nvSpPr>
        <p:spPr>
          <a:xfrm>
            <a:off x="4452215" y="1791706"/>
            <a:ext cx="477695" cy="18466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Frontend Apps </a:t>
            </a:r>
            <a:b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b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environments</a:t>
            </a:r>
          </a:p>
        </p:txBody>
      </p:sp>
      <p:sp>
        <p:nvSpPr>
          <p:cNvPr id="24" name="TextBox 23">
            <a:extLst>
              <a:ext uri="{FF2B5EF4-FFF2-40B4-BE49-F238E27FC236}">
                <a16:creationId xmlns:a16="http://schemas.microsoft.com/office/drawing/2014/main" id="{7B9269FC-FDC0-7CC3-01A6-B207331A0A9B}"/>
              </a:ext>
            </a:extLst>
          </p:cNvPr>
          <p:cNvSpPr txBox="1"/>
          <p:nvPr/>
        </p:nvSpPr>
        <p:spPr>
          <a:xfrm>
            <a:off x="4429773" y="3288877"/>
            <a:ext cx="522579" cy="18466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Entra ID </a:t>
            </a:r>
            <a:b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b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(2nd Auth Layer)</a:t>
            </a:r>
          </a:p>
        </p:txBody>
      </p:sp>
      <p:sp>
        <p:nvSpPr>
          <p:cNvPr id="26" name="TextBox 25">
            <a:extLst>
              <a:ext uri="{FF2B5EF4-FFF2-40B4-BE49-F238E27FC236}">
                <a16:creationId xmlns:a16="http://schemas.microsoft.com/office/drawing/2014/main" id="{3FF3C35B-D374-BD3E-28FA-9BF9507F5ECF}"/>
              </a:ext>
            </a:extLst>
          </p:cNvPr>
          <p:cNvSpPr txBox="1"/>
          <p:nvPr/>
        </p:nvSpPr>
        <p:spPr>
          <a:xfrm>
            <a:off x="5347587" y="1321443"/>
            <a:ext cx="748603"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External sources (Email)</a:t>
            </a:r>
          </a:p>
        </p:txBody>
      </p:sp>
      <p:sp>
        <p:nvSpPr>
          <p:cNvPr id="48" name="TextBox 47">
            <a:extLst>
              <a:ext uri="{FF2B5EF4-FFF2-40B4-BE49-F238E27FC236}">
                <a16:creationId xmlns:a16="http://schemas.microsoft.com/office/drawing/2014/main" id="{1926ADCA-E652-9F2C-C3D2-E203E14C057F}"/>
              </a:ext>
            </a:extLst>
          </p:cNvPr>
          <p:cNvSpPr txBox="1"/>
          <p:nvPr/>
        </p:nvSpPr>
        <p:spPr>
          <a:xfrm>
            <a:off x="10320247" y="4724453"/>
            <a:ext cx="379911" cy="18466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MCP server </a:t>
            </a:r>
            <a:b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b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(FastMCP)</a:t>
            </a:r>
          </a:p>
        </p:txBody>
      </p:sp>
      <p:sp>
        <p:nvSpPr>
          <p:cNvPr id="56" name="TextBox 55">
            <a:extLst>
              <a:ext uri="{FF2B5EF4-FFF2-40B4-BE49-F238E27FC236}">
                <a16:creationId xmlns:a16="http://schemas.microsoft.com/office/drawing/2014/main" id="{FC095E2F-33A4-C8DB-0A06-F51C642838F9}"/>
              </a:ext>
            </a:extLst>
          </p:cNvPr>
          <p:cNvSpPr txBox="1"/>
          <p:nvPr/>
        </p:nvSpPr>
        <p:spPr>
          <a:xfrm>
            <a:off x="3338833" y="4975686"/>
            <a:ext cx="644407"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1"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Agent Control Panel</a:t>
            </a:r>
          </a:p>
        </p:txBody>
      </p:sp>
      <p:sp>
        <p:nvSpPr>
          <p:cNvPr id="57" name="TextBox 56">
            <a:extLst>
              <a:ext uri="{FF2B5EF4-FFF2-40B4-BE49-F238E27FC236}">
                <a16:creationId xmlns:a16="http://schemas.microsoft.com/office/drawing/2014/main" id="{E4400F84-5E24-A3BB-020B-DB63FE62D0B0}"/>
              </a:ext>
            </a:extLst>
          </p:cNvPr>
          <p:cNvSpPr txBox="1"/>
          <p:nvPr/>
        </p:nvSpPr>
        <p:spPr>
          <a:xfrm>
            <a:off x="3380172" y="5510901"/>
            <a:ext cx="631583"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Microsoft agent 365</a:t>
            </a:r>
          </a:p>
        </p:txBody>
      </p:sp>
      <p:sp>
        <p:nvSpPr>
          <p:cNvPr id="59" name="TextBox 58">
            <a:extLst>
              <a:ext uri="{FF2B5EF4-FFF2-40B4-BE49-F238E27FC236}">
                <a16:creationId xmlns:a16="http://schemas.microsoft.com/office/drawing/2014/main" id="{E499EB9D-D89C-1563-9975-3C553866FEC4}"/>
              </a:ext>
            </a:extLst>
          </p:cNvPr>
          <p:cNvSpPr txBox="1"/>
          <p:nvPr/>
        </p:nvSpPr>
        <p:spPr>
          <a:xfrm>
            <a:off x="5175482" y="5510901"/>
            <a:ext cx="515700"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Application Insights</a:t>
            </a:r>
          </a:p>
        </p:txBody>
      </p:sp>
      <p:grpSp>
        <p:nvGrpSpPr>
          <p:cNvPr id="1040" name="Group 1039">
            <a:extLst>
              <a:ext uri="{FF2B5EF4-FFF2-40B4-BE49-F238E27FC236}">
                <a16:creationId xmlns:a16="http://schemas.microsoft.com/office/drawing/2014/main" id="{71E539D6-C097-59CC-10B6-F2B48089F12A}"/>
              </a:ext>
            </a:extLst>
          </p:cNvPr>
          <p:cNvGrpSpPr/>
          <p:nvPr/>
        </p:nvGrpSpPr>
        <p:grpSpPr>
          <a:xfrm>
            <a:off x="604083" y="1491421"/>
            <a:ext cx="273670" cy="319851"/>
            <a:chOff x="-9974883" y="1407729"/>
            <a:chExt cx="1440531" cy="1683616"/>
          </a:xfrm>
        </p:grpSpPr>
        <p:sp>
          <p:nvSpPr>
            <p:cNvPr id="1041" name="Freeform: Shape 1040">
              <a:extLst>
                <a:ext uri="{FF2B5EF4-FFF2-40B4-BE49-F238E27FC236}">
                  <a16:creationId xmlns:a16="http://schemas.microsoft.com/office/drawing/2014/main" id="{6AC16492-E5EF-ABD0-05E5-93A5054A9FE1}"/>
                </a:ext>
              </a:extLst>
            </p:cNvPr>
            <p:cNvSpPr/>
            <p:nvPr/>
          </p:nvSpPr>
          <p:spPr>
            <a:xfrm>
              <a:off x="-9702197" y="1407729"/>
              <a:ext cx="895159" cy="895159"/>
            </a:xfrm>
            <a:custGeom>
              <a:avLst/>
              <a:gdLst>
                <a:gd name="csX0" fmla="*/ 895160 w 895159"/>
                <a:gd name="csY0" fmla="*/ 447580 h 895159"/>
                <a:gd name="csX1" fmla="*/ 447580 w 895159"/>
                <a:gd name="csY1" fmla="*/ 895160 h 895159"/>
                <a:gd name="csX2" fmla="*/ 0 w 895159"/>
                <a:gd name="csY2" fmla="*/ 447580 h 895159"/>
                <a:gd name="csX3" fmla="*/ 447580 w 895159"/>
                <a:gd name="csY3" fmla="*/ 0 h 895159"/>
                <a:gd name="csX4" fmla="*/ 895160 w 895159"/>
                <a:gd name="csY4" fmla="*/ 447580 h 895159"/>
              </a:gdLst>
              <a:ahLst/>
              <a:cxnLst>
                <a:cxn ang="0">
                  <a:pos x="csX0" y="csY0"/>
                </a:cxn>
                <a:cxn ang="0">
                  <a:pos x="csX1" y="csY1"/>
                </a:cxn>
                <a:cxn ang="0">
                  <a:pos x="csX2" y="csY2"/>
                </a:cxn>
                <a:cxn ang="0">
                  <a:pos x="csX3" y="csY3"/>
                </a:cxn>
                <a:cxn ang="0">
                  <a:pos x="csX4" y="csY4"/>
                </a:cxn>
              </a:cxnLst>
              <a:rect l="l" t="t" r="r" b="b"/>
              <a:pathLst>
                <a:path w="895159" h="895159">
                  <a:moveTo>
                    <a:pt x="895160" y="447580"/>
                  </a:moveTo>
                  <a:cubicBezTo>
                    <a:pt x="895160" y="694771"/>
                    <a:pt x="694771" y="895160"/>
                    <a:pt x="447580" y="895160"/>
                  </a:cubicBezTo>
                  <a:cubicBezTo>
                    <a:pt x="200388" y="895160"/>
                    <a:pt x="0" y="694771"/>
                    <a:pt x="0" y="447580"/>
                  </a:cubicBezTo>
                  <a:cubicBezTo>
                    <a:pt x="0" y="200388"/>
                    <a:pt x="200388" y="0"/>
                    <a:pt x="447580" y="0"/>
                  </a:cubicBezTo>
                  <a:cubicBezTo>
                    <a:pt x="694771" y="0"/>
                    <a:pt x="895160" y="200388"/>
                    <a:pt x="895160" y="447580"/>
                  </a:cubicBezTo>
                  <a:close/>
                </a:path>
              </a:pathLst>
            </a:custGeom>
            <a:solidFill>
              <a:schemeClr val="accent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1042" name="Freeform: Shape 1041">
              <a:extLst>
                <a:ext uri="{FF2B5EF4-FFF2-40B4-BE49-F238E27FC236}">
                  <a16:creationId xmlns:a16="http://schemas.microsoft.com/office/drawing/2014/main" id="{D1CF2BB2-628F-77AE-6319-710E2BD87B32}"/>
                </a:ext>
              </a:extLst>
            </p:cNvPr>
            <p:cNvSpPr/>
            <p:nvPr/>
          </p:nvSpPr>
          <p:spPr>
            <a:xfrm>
              <a:off x="-9974883" y="2389089"/>
              <a:ext cx="1440531" cy="702256"/>
            </a:xfrm>
            <a:custGeom>
              <a:avLst/>
              <a:gdLst>
                <a:gd name="csX0" fmla="*/ 720266 w 1440531"/>
                <a:gd name="csY0" fmla="*/ 667798 h 702256"/>
                <a:gd name="csX1" fmla="*/ 1237855 w 1440531"/>
                <a:gd name="csY1" fmla="*/ 700659 h 702256"/>
                <a:gd name="csX2" fmla="*/ 1422449 w 1440531"/>
                <a:gd name="csY2" fmla="*/ 443294 h 702256"/>
                <a:gd name="csX3" fmla="*/ 720171 w 1440531"/>
                <a:gd name="csY3" fmla="*/ 0 h 702256"/>
                <a:gd name="csX4" fmla="*/ 18083 w 1440531"/>
                <a:gd name="csY4" fmla="*/ 443294 h 702256"/>
                <a:gd name="csX5" fmla="*/ 202677 w 1440531"/>
                <a:gd name="csY5" fmla="*/ 700659 h 702256"/>
                <a:gd name="csX6" fmla="*/ 720266 w 1440531"/>
                <a:gd name="csY6" fmla="*/ 667798 h 7022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40531" h="702256">
                  <a:moveTo>
                    <a:pt x="720266" y="667798"/>
                  </a:moveTo>
                  <a:cubicBezTo>
                    <a:pt x="900193" y="667798"/>
                    <a:pt x="1074025" y="679323"/>
                    <a:pt x="1237855" y="700659"/>
                  </a:cubicBezTo>
                  <a:cubicBezTo>
                    <a:pt x="1379682" y="719138"/>
                    <a:pt x="1484076" y="572357"/>
                    <a:pt x="1422449" y="443294"/>
                  </a:cubicBezTo>
                  <a:cubicBezTo>
                    <a:pt x="1297290" y="181166"/>
                    <a:pt x="1030114" y="0"/>
                    <a:pt x="720171" y="0"/>
                  </a:cubicBezTo>
                  <a:cubicBezTo>
                    <a:pt x="410227" y="0"/>
                    <a:pt x="143241" y="181166"/>
                    <a:pt x="18083" y="443294"/>
                  </a:cubicBezTo>
                  <a:cubicBezTo>
                    <a:pt x="-43544" y="572357"/>
                    <a:pt x="60850" y="719233"/>
                    <a:pt x="202677" y="700659"/>
                  </a:cubicBezTo>
                  <a:cubicBezTo>
                    <a:pt x="366603" y="679228"/>
                    <a:pt x="540339" y="667798"/>
                    <a:pt x="720266" y="667798"/>
                  </a:cubicBezTo>
                  <a:close/>
                </a:path>
              </a:pathLst>
            </a:custGeom>
            <a:solidFill>
              <a:schemeClr val="accent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grpSp>
      <p:pic>
        <p:nvPicPr>
          <p:cNvPr id="1046" name="Picture 1045">
            <a:extLst>
              <a:ext uri="{FF2B5EF4-FFF2-40B4-BE49-F238E27FC236}">
                <a16:creationId xmlns:a16="http://schemas.microsoft.com/office/drawing/2014/main" id="{1387A9C3-D33E-193D-253C-AD7F78E1ADEC}"/>
              </a:ext>
            </a:extLst>
          </p:cNvPr>
          <p:cNvPicPr>
            <a:picLocks noChangeAspect="1"/>
          </p:cNvPicPr>
          <p:nvPr/>
        </p:nvPicPr>
        <p:blipFill>
          <a:blip r:embed="rId6"/>
          <a:srcRect l="7783" t="13801" r="90087" b="81874"/>
          <a:stretch>
            <a:fillRect/>
          </a:stretch>
        </p:blipFill>
        <p:spPr>
          <a:xfrm>
            <a:off x="1146016" y="1524000"/>
            <a:ext cx="275654" cy="310592"/>
          </a:xfrm>
          <a:custGeom>
            <a:avLst/>
            <a:gdLst>
              <a:gd name="csX0" fmla="*/ 0 w 226219"/>
              <a:gd name="csY0" fmla="*/ 0 h 254893"/>
              <a:gd name="csX1" fmla="*/ 226219 w 226219"/>
              <a:gd name="csY1" fmla="*/ 0 h 254893"/>
              <a:gd name="csX2" fmla="*/ 226219 w 226219"/>
              <a:gd name="csY2" fmla="*/ 254893 h 254893"/>
              <a:gd name="csX3" fmla="*/ 0 w 226219"/>
              <a:gd name="csY3" fmla="*/ 254893 h 254893"/>
            </a:gdLst>
            <a:ahLst/>
            <a:cxnLst>
              <a:cxn ang="0">
                <a:pos x="csX0" y="csY0"/>
              </a:cxn>
              <a:cxn ang="0">
                <a:pos x="csX1" y="csY1"/>
              </a:cxn>
              <a:cxn ang="0">
                <a:pos x="csX2" y="csY2"/>
              </a:cxn>
              <a:cxn ang="0">
                <a:pos x="csX3" y="csY3"/>
              </a:cxn>
            </a:cxnLst>
            <a:rect l="l" t="t" r="r" b="b"/>
            <a:pathLst>
              <a:path w="226219" h="254893">
                <a:moveTo>
                  <a:pt x="0" y="0"/>
                </a:moveTo>
                <a:lnTo>
                  <a:pt x="226219" y="0"/>
                </a:lnTo>
                <a:lnTo>
                  <a:pt x="226219" y="254893"/>
                </a:lnTo>
                <a:lnTo>
                  <a:pt x="0" y="254893"/>
                </a:lnTo>
                <a:close/>
              </a:path>
            </a:pathLst>
          </a:custGeom>
        </p:spPr>
      </p:pic>
      <p:sp>
        <p:nvSpPr>
          <p:cNvPr id="10" name="TextBox 9">
            <a:extLst>
              <a:ext uri="{FF2B5EF4-FFF2-40B4-BE49-F238E27FC236}">
                <a16:creationId xmlns:a16="http://schemas.microsoft.com/office/drawing/2014/main" id="{CF60BCD2-339A-AB04-A09A-9BA5F0886002}"/>
              </a:ext>
            </a:extLst>
          </p:cNvPr>
          <p:cNvSpPr txBox="1"/>
          <p:nvPr/>
        </p:nvSpPr>
        <p:spPr>
          <a:xfrm>
            <a:off x="1750121" y="2376858"/>
            <a:ext cx="540644" cy="2769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Entra ID Protection (1st Auth Layer)</a:t>
            </a:r>
          </a:p>
        </p:txBody>
      </p:sp>
      <p:pic>
        <p:nvPicPr>
          <p:cNvPr id="1047" name="Picture 1046">
            <a:extLst>
              <a:ext uri="{FF2B5EF4-FFF2-40B4-BE49-F238E27FC236}">
                <a16:creationId xmlns:a16="http://schemas.microsoft.com/office/drawing/2014/main" id="{77C7BECA-79E5-4CAB-78F6-2E282BB00238}"/>
              </a:ext>
            </a:extLst>
          </p:cNvPr>
          <p:cNvPicPr>
            <a:picLocks noChangeAspect="1"/>
          </p:cNvPicPr>
          <p:nvPr/>
        </p:nvPicPr>
        <p:blipFill>
          <a:blip r:embed="rId6"/>
          <a:srcRect l="13947" t="20679" r="83923" b="75402"/>
          <a:stretch>
            <a:fillRect/>
          </a:stretch>
        </p:blipFill>
        <p:spPr>
          <a:xfrm>
            <a:off x="1907334" y="2145189"/>
            <a:ext cx="226218" cy="230981"/>
          </a:xfrm>
          <a:custGeom>
            <a:avLst/>
            <a:gdLst>
              <a:gd name="csX0" fmla="*/ 0 w 226218"/>
              <a:gd name="csY0" fmla="*/ 0 h 230981"/>
              <a:gd name="csX1" fmla="*/ 226218 w 226218"/>
              <a:gd name="csY1" fmla="*/ 0 h 230981"/>
              <a:gd name="csX2" fmla="*/ 226218 w 226218"/>
              <a:gd name="csY2" fmla="*/ 230981 h 230981"/>
              <a:gd name="csX3" fmla="*/ 0 w 226218"/>
              <a:gd name="csY3" fmla="*/ 230981 h 230981"/>
            </a:gdLst>
            <a:ahLst/>
            <a:cxnLst>
              <a:cxn ang="0">
                <a:pos x="csX0" y="csY0"/>
              </a:cxn>
              <a:cxn ang="0">
                <a:pos x="csX1" y="csY1"/>
              </a:cxn>
              <a:cxn ang="0">
                <a:pos x="csX2" y="csY2"/>
              </a:cxn>
              <a:cxn ang="0">
                <a:pos x="csX3" y="csY3"/>
              </a:cxn>
            </a:cxnLst>
            <a:rect l="l" t="t" r="r" b="b"/>
            <a:pathLst>
              <a:path w="226218" h="230981">
                <a:moveTo>
                  <a:pt x="0" y="0"/>
                </a:moveTo>
                <a:lnTo>
                  <a:pt x="226218" y="0"/>
                </a:lnTo>
                <a:lnTo>
                  <a:pt x="226218" y="230981"/>
                </a:lnTo>
                <a:lnTo>
                  <a:pt x="0" y="230981"/>
                </a:lnTo>
                <a:close/>
              </a:path>
            </a:pathLst>
          </a:custGeom>
        </p:spPr>
      </p:pic>
      <p:pic>
        <p:nvPicPr>
          <p:cNvPr id="1048" name="Picture 1047">
            <a:extLst>
              <a:ext uri="{FF2B5EF4-FFF2-40B4-BE49-F238E27FC236}">
                <a16:creationId xmlns:a16="http://schemas.microsoft.com/office/drawing/2014/main" id="{BB0991C8-B0AF-8CA2-E575-D7A31357C1FF}"/>
              </a:ext>
            </a:extLst>
          </p:cNvPr>
          <p:cNvPicPr>
            <a:picLocks noChangeAspect="1"/>
          </p:cNvPicPr>
          <p:nvPr/>
        </p:nvPicPr>
        <p:blipFill>
          <a:blip r:embed="rId6"/>
          <a:srcRect l="21476" t="20679" r="76457" b="75402"/>
          <a:stretch>
            <a:fillRect/>
          </a:stretch>
        </p:blipFill>
        <p:spPr>
          <a:xfrm>
            <a:off x="3035851" y="2140744"/>
            <a:ext cx="219559" cy="230981"/>
          </a:xfrm>
          <a:custGeom>
            <a:avLst/>
            <a:gdLst>
              <a:gd name="csX0" fmla="*/ 0 w 219559"/>
              <a:gd name="csY0" fmla="*/ 0 h 230981"/>
              <a:gd name="csX1" fmla="*/ 219559 w 219559"/>
              <a:gd name="csY1" fmla="*/ 0 h 230981"/>
              <a:gd name="csX2" fmla="*/ 219559 w 219559"/>
              <a:gd name="csY2" fmla="*/ 230981 h 230981"/>
              <a:gd name="csX3" fmla="*/ 0 w 219559"/>
              <a:gd name="csY3" fmla="*/ 230981 h 230981"/>
            </a:gdLst>
            <a:ahLst/>
            <a:cxnLst>
              <a:cxn ang="0">
                <a:pos x="csX0" y="csY0"/>
              </a:cxn>
              <a:cxn ang="0">
                <a:pos x="csX1" y="csY1"/>
              </a:cxn>
              <a:cxn ang="0">
                <a:pos x="csX2" y="csY2"/>
              </a:cxn>
              <a:cxn ang="0">
                <a:pos x="csX3" y="csY3"/>
              </a:cxn>
            </a:cxnLst>
            <a:rect l="l" t="t" r="r" b="b"/>
            <a:pathLst>
              <a:path w="219559" h="230981">
                <a:moveTo>
                  <a:pt x="0" y="0"/>
                </a:moveTo>
                <a:lnTo>
                  <a:pt x="219559" y="0"/>
                </a:lnTo>
                <a:lnTo>
                  <a:pt x="219559" y="230981"/>
                </a:lnTo>
                <a:lnTo>
                  <a:pt x="0" y="230981"/>
                </a:lnTo>
                <a:close/>
              </a:path>
            </a:pathLst>
          </a:custGeom>
        </p:spPr>
      </p:pic>
      <p:pic>
        <p:nvPicPr>
          <p:cNvPr id="1050" name="Picture 1049">
            <a:extLst>
              <a:ext uri="{FF2B5EF4-FFF2-40B4-BE49-F238E27FC236}">
                <a16:creationId xmlns:a16="http://schemas.microsoft.com/office/drawing/2014/main" id="{38D4EC4A-7139-43EE-CAA4-83AEE8CDCC47}"/>
              </a:ext>
            </a:extLst>
          </p:cNvPr>
          <p:cNvPicPr>
            <a:picLocks noChangeAspect="1"/>
          </p:cNvPicPr>
          <p:nvPr/>
        </p:nvPicPr>
        <p:blipFill>
          <a:blip r:embed="rId6">
            <a:clrChange>
              <a:clrFrom>
                <a:srgbClr val="ECFFEE"/>
              </a:clrFrom>
              <a:clrTo>
                <a:srgbClr val="ECFFEE">
                  <a:alpha val="0"/>
                </a:srgbClr>
              </a:clrTo>
            </a:clrChange>
          </a:blip>
          <a:srcRect l="32317" t="13508" r="65680" b="82853"/>
          <a:stretch>
            <a:fillRect/>
          </a:stretch>
        </p:blipFill>
        <p:spPr>
          <a:xfrm>
            <a:off x="4584695" y="1539134"/>
            <a:ext cx="212735" cy="214394"/>
          </a:xfrm>
          <a:custGeom>
            <a:avLst/>
            <a:gdLst>
              <a:gd name="csX0" fmla="*/ 0 w 212735"/>
              <a:gd name="csY0" fmla="*/ 0 h 214394"/>
              <a:gd name="csX1" fmla="*/ 212735 w 212735"/>
              <a:gd name="csY1" fmla="*/ 0 h 214394"/>
              <a:gd name="csX2" fmla="*/ 212735 w 212735"/>
              <a:gd name="csY2" fmla="*/ 214394 h 214394"/>
              <a:gd name="csX3" fmla="*/ 0 w 212735"/>
              <a:gd name="csY3" fmla="*/ 214394 h 214394"/>
            </a:gdLst>
            <a:ahLst/>
            <a:cxnLst>
              <a:cxn ang="0">
                <a:pos x="csX0" y="csY0"/>
              </a:cxn>
              <a:cxn ang="0">
                <a:pos x="csX1" y="csY1"/>
              </a:cxn>
              <a:cxn ang="0">
                <a:pos x="csX2" y="csY2"/>
              </a:cxn>
              <a:cxn ang="0">
                <a:pos x="csX3" y="csY3"/>
              </a:cxn>
            </a:cxnLst>
            <a:rect l="l" t="t" r="r" b="b"/>
            <a:pathLst>
              <a:path w="212735" h="214394">
                <a:moveTo>
                  <a:pt x="0" y="0"/>
                </a:moveTo>
                <a:lnTo>
                  <a:pt x="212735" y="0"/>
                </a:lnTo>
                <a:lnTo>
                  <a:pt x="212735" y="214394"/>
                </a:lnTo>
                <a:lnTo>
                  <a:pt x="0" y="214394"/>
                </a:lnTo>
                <a:close/>
              </a:path>
            </a:pathLst>
          </a:custGeom>
        </p:spPr>
      </p:pic>
      <p:pic>
        <p:nvPicPr>
          <p:cNvPr id="1051" name="Picture 1050">
            <a:extLst>
              <a:ext uri="{FF2B5EF4-FFF2-40B4-BE49-F238E27FC236}">
                <a16:creationId xmlns:a16="http://schemas.microsoft.com/office/drawing/2014/main" id="{902649EB-8A61-16D8-AD98-B3A97829C71D}"/>
              </a:ext>
            </a:extLst>
          </p:cNvPr>
          <p:cNvPicPr>
            <a:picLocks/>
          </p:cNvPicPr>
          <p:nvPr/>
        </p:nvPicPr>
        <p:blipFill>
          <a:blip r:embed="rId6">
            <a:clrChange>
              <a:clrFrom>
                <a:srgbClr val="ECFFEE"/>
              </a:clrFrom>
              <a:clrTo>
                <a:srgbClr val="ECFFEE">
                  <a:alpha val="0"/>
                </a:srgbClr>
              </a:clrTo>
            </a:clrChange>
          </a:blip>
          <a:srcRect l="34310" t="21802" r="63426" b="73940"/>
          <a:stretch>
            <a:fillRect/>
          </a:stretch>
        </p:blipFill>
        <p:spPr>
          <a:xfrm>
            <a:off x="4838668" y="2245036"/>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1052" name="Picture 1051">
            <a:extLst>
              <a:ext uri="{FF2B5EF4-FFF2-40B4-BE49-F238E27FC236}">
                <a16:creationId xmlns:a16="http://schemas.microsoft.com/office/drawing/2014/main" id="{8C1444AD-E6FB-86CA-2608-D26D88C0A7A0}"/>
              </a:ext>
            </a:extLst>
          </p:cNvPr>
          <p:cNvPicPr>
            <a:picLocks/>
          </p:cNvPicPr>
          <p:nvPr/>
        </p:nvPicPr>
        <p:blipFill>
          <a:blip r:embed="rId6">
            <a:clrChange>
              <a:clrFrom>
                <a:srgbClr val="ECFFEE"/>
              </a:clrFrom>
              <a:clrTo>
                <a:srgbClr val="ECFFEE">
                  <a:alpha val="0"/>
                </a:srgbClr>
              </a:clrTo>
            </a:clrChange>
          </a:blip>
          <a:srcRect l="30063" t="21802" r="67673" b="73940"/>
          <a:stretch>
            <a:fillRect/>
          </a:stretch>
        </p:blipFill>
        <p:spPr>
          <a:xfrm>
            <a:off x="4346258" y="2245036"/>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1053" name="Picture 1052">
            <a:extLst>
              <a:ext uri="{FF2B5EF4-FFF2-40B4-BE49-F238E27FC236}">
                <a16:creationId xmlns:a16="http://schemas.microsoft.com/office/drawing/2014/main" id="{18CE730E-9F58-8E0D-769D-804C3B305321}"/>
              </a:ext>
            </a:extLst>
          </p:cNvPr>
          <p:cNvPicPr>
            <a:picLocks noChangeAspect="1"/>
          </p:cNvPicPr>
          <p:nvPr/>
        </p:nvPicPr>
        <p:blipFill>
          <a:blip r:embed="rId6"/>
          <a:srcRect l="41580" t="4066" r="56401" b="92020"/>
          <a:stretch>
            <a:fillRect/>
          </a:stretch>
        </p:blipFill>
        <p:spPr>
          <a:xfrm>
            <a:off x="5614617" y="1067437"/>
            <a:ext cx="214542" cy="230619"/>
          </a:xfrm>
          <a:custGeom>
            <a:avLst/>
            <a:gdLst>
              <a:gd name="csX0" fmla="*/ 0 w 214542"/>
              <a:gd name="csY0" fmla="*/ 0 h 230619"/>
              <a:gd name="csX1" fmla="*/ 214542 w 214542"/>
              <a:gd name="csY1" fmla="*/ 0 h 230619"/>
              <a:gd name="csX2" fmla="*/ 214542 w 214542"/>
              <a:gd name="csY2" fmla="*/ 230619 h 230619"/>
              <a:gd name="csX3" fmla="*/ 0 w 214542"/>
              <a:gd name="csY3" fmla="*/ 230619 h 230619"/>
            </a:gdLst>
            <a:ahLst/>
            <a:cxnLst>
              <a:cxn ang="0">
                <a:pos x="csX0" y="csY0"/>
              </a:cxn>
              <a:cxn ang="0">
                <a:pos x="csX1" y="csY1"/>
              </a:cxn>
              <a:cxn ang="0">
                <a:pos x="csX2" y="csY2"/>
              </a:cxn>
              <a:cxn ang="0">
                <a:pos x="csX3" y="csY3"/>
              </a:cxn>
            </a:cxnLst>
            <a:rect l="l" t="t" r="r" b="b"/>
            <a:pathLst>
              <a:path w="214542" h="230619">
                <a:moveTo>
                  <a:pt x="0" y="0"/>
                </a:moveTo>
                <a:lnTo>
                  <a:pt x="214542" y="0"/>
                </a:lnTo>
                <a:lnTo>
                  <a:pt x="214542" y="230619"/>
                </a:lnTo>
                <a:lnTo>
                  <a:pt x="0" y="230619"/>
                </a:lnTo>
                <a:close/>
              </a:path>
            </a:pathLst>
          </a:custGeom>
        </p:spPr>
      </p:pic>
      <p:sp>
        <p:nvSpPr>
          <p:cNvPr id="21" name="TextBox 20">
            <a:extLst>
              <a:ext uri="{FF2B5EF4-FFF2-40B4-BE49-F238E27FC236}">
                <a16:creationId xmlns:a16="http://schemas.microsoft.com/office/drawing/2014/main" id="{FB607BA0-3DEE-1C41-248A-489ED91F78D0}"/>
              </a:ext>
            </a:extLst>
          </p:cNvPr>
          <p:cNvSpPr txBox="1"/>
          <p:nvPr/>
        </p:nvSpPr>
        <p:spPr>
          <a:xfrm>
            <a:off x="6272434" y="2510526"/>
            <a:ext cx="258084"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Server 1</a:t>
            </a:r>
          </a:p>
        </p:txBody>
      </p:sp>
      <p:sp>
        <p:nvSpPr>
          <p:cNvPr id="23" name="TextBox 22">
            <a:extLst>
              <a:ext uri="{FF2B5EF4-FFF2-40B4-BE49-F238E27FC236}">
                <a16:creationId xmlns:a16="http://schemas.microsoft.com/office/drawing/2014/main" id="{587932BB-8F69-0120-1C42-3145BFFA71A8}"/>
              </a:ext>
            </a:extLst>
          </p:cNvPr>
          <p:cNvSpPr txBox="1"/>
          <p:nvPr/>
        </p:nvSpPr>
        <p:spPr>
          <a:xfrm>
            <a:off x="6431935" y="1791706"/>
            <a:ext cx="455254" cy="18466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Backend Apps </a:t>
            </a:r>
            <a:b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b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environments</a:t>
            </a:r>
          </a:p>
        </p:txBody>
      </p:sp>
      <p:pic>
        <p:nvPicPr>
          <p:cNvPr id="1055" name="Picture 1054">
            <a:extLst>
              <a:ext uri="{FF2B5EF4-FFF2-40B4-BE49-F238E27FC236}">
                <a16:creationId xmlns:a16="http://schemas.microsoft.com/office/drawing/2014/main" id="{A3472DBA-8C67-7DF0-654E-8EE7E1DF38F4}"/>
              </a:ext>
            </a:extLst>
          </p:cNvPr>
          <p:cNvPicPr>
            <a:picLocks/>
          </p:cNvPicPr>
          <p:nvPr/>
        </p:nvPicPr>
        <p:blipFill>
          <a:blip r:embed="rId6">
            <a:clrChange>
              <a:clrFrom>
                <a:srgbClr val="ECFFEE"/>
              </a:clrFrom>
              <a:clrTo>
                <a:srgbClr val="ECFFEE">
                  <a:alpha val="0"/>
                </a:srgbClr>
              </a:clrTo>
            </a:clrChange>
          </a:blip>
          <a:srcRect l="30063" t="21802" r="67673" b="73940"/>
          <a:stretch>
            <a:fillRect/>
          </a:stretch>
        </p:blipFill>
        <p:spPr>
          <a:xfrm>
            <a:off x="6281223" y="2225986"/>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1057" name="Picture 1056">
            <a:extLst>
              <a:ext uri="{FF2B5EF4-FFF2-40B4-BE49-F238E27FC236}">
                <a16:creationId xmlns:a16="http://schemas.microsoft.com/office/drawing/2014/main" id="{F81339B6-0166-76C1-2104-A8947F5F7D37}"/>
              </a:ext>
            </a:extLst>
          </p:cNvPr>
          <p:cNvPicPr>
            <a:picLocks noChangeAspect="1"/>
          </p:cNvPicPr>
          <p:nvPr/>
        </p:nvPicPr>
        <p:blipFill>
          <a:blip r:embed="rId6">
            <a:clrChange>
              <a:clrFrom>
                <a:srgbClr val="ECFFEE"/>
              </a:clrFrom>
              <a:clrTo>
                <a:srgbClr val="ECFFEE">
                  <a:alpha val="0"/>
                </a:srgbClr>
              </a:clrTo>
            </a:clrChange>
          </a:blip>
          <a:srcRect l="32317" t="13508" r="65680" b="82853"/>
          <a:stretch>
            <a:fillRect/>
          </a:stretch>
        </p:blipFill>
        <p:spPr>
          <a:xfrm>
            <a:off x="6553195" y="1541515"/>
            <a:ext cx="212735" cy="214394"/>
          </a:xfrm>
          <a:custGeom>
            <a:avLst/>
            <a:gdLst>
              <a:gd name="csX0" fmla="*/ 0 w 212735"/>
              <a:gd name="csY0" fmla="*/ 0 h 214394"/>
              <a:gd name="csX1" fmla="*/ 212735 w 212735"/>
              <a:gd name="csY1" fmla="*/ 0 h 214394"/>
              <a:gd name="csX2" fmla="*/ 212735 w 212735"/>
              <a:gd name="csY2" fmla="*/ 214394 h 214394"/>
              <a:gd name="csX3" fmla="*/ 0 w 212735"/>
              <a:gd name="csY3" fmla="*/ 214394 h 214394"/>
            </a:gdLst>
            <a:ahLst/>
            <a:cxnLst>
              <a:cxn ang="0">
                <a:pos x="csX0" y="csY0"/>
              </a:cxn>
              <a:cxn ang="0">
                <a:pos x="csX1" y="csY1"/>
              </a:cxn>
              <a:cxn ang="0">
                <a:pos x="csX2" y="csY2"/>
              </a:cxn>
              <a:cxn ang="0">
                <a:pos x="csX3" y="csY3"/>
              </a:cxn>
            </a:cxnLst>
            <a:rect l="l" t="t" r="r" b="b"/>
            <a:pathLst>
              <a:path w="212735" h="214394">
                <a:moveTo>
                  <a:pt x="0" y="0"/>
                </a:moveTo>
                <a:lnTo>
                  <a:pt x="212735" y="0"/>
                </a:lnTo>
                <a:lnTo>
                  <a:pt x="212735" y="214394"/>
                </a:lnTo>
                <a:lnTo>
                  <a:pt x="0" y="214394"/>
                </a:lnTo>
                <a:close/>
              </a:path>
            </a:pathLst>
          </a:custGeom>
        </p:spPr>
      </p:pic>
      <p:sp>
        <p:nvSpPr>
          <p:cNvPr id="1105" name="Rectangle 1104">
            <a:extLst>
              <a:ext uri="{FF2B5EF4-FFF2-40B4-BE49-F238E27FC236}">
                <a16:creationId xmlns:a16="http://schemas.microsoft.com/office/drawing/2014/main" id="{D7787396-3A75-A9F3-479F-3CD8B2A9849F}"/>
              </a:ext>
            </a:extLst>
          </p:cNvPr>
          <p:cNvSpPr/>
          <p:nvPr/>
        </p:nvSpPr>
        <p:spPr>
          <a:xfrm>
            <a:off x="9363764" y="1757064"/>
            <a:ext cx="1641366" cy="819747"/>
          </a:xfrm>
          <a:prstGeom prst="rect">
            <a:avLst/>
          </a:prstGeom>
          <a:solidFill>
            <a:srgbClr val="F6EBF9"/>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FE9A28C6-99D4-3C9F-957C-FF4FD35D829B}"/>
              </a:ext>
            </a:extLst>
          </p:cNvPr>
          <p:cNvSpPr txBox="1"/>
          <p:nvPr/>
        </p:nvSpPr>
        <p:spPr>
          <a:xfrm>
            <a:off x="9421379" y="1802500"/>
            <a:ext cx="586700"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1"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Persistent Storage</a:t>
            </a:r>
          </a:p>
        </p:txBody>
      </p:sp>
      <p:sp>
        <p:nvSpPr>
          <p:cNvPr id="30" name="TextBox 29">
            <a:extLst>
              <a:ext uri="{FF2B5EF4-FFF2-40B4-BE49-F238E27FC236}">
                <a16:creationId xmlns:a16="http://schemas.microsoft.com/office/drawing/2014/main" id="{AC7E116A-C74B-051A-1003-CEFD43AC16CC}"/>
              </a:ext>
            </a:extLst>
          </p:cNvPr>
          <p:cNvSpPr txBox="1"/>
          <p:nvPr/>
        </p:nvSpPr>
        <p:spPr>
          <a:xfrm>
            <a:off x="9421379" y="2254938"/>
            <a:ext cx="342479"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Storage Accounts</a:t>
            </a:r>
          </a:p>
        </p:txBody>
      </p:sp>
      <p:sp>
        <p:nvSpPr>
          <p:cNvPr id="31" name="TextBox 30">
            <a:extLst>
              <a:ext uri="{FF2B5EF4-FFF2-40B4-BE49-F238E27FC236}">
                <a16:creationId xmlns:a16="http://schemas.microsoft.com/office/drawing/2014/main" id="{D16517BC-F923-6A0C-5FB2-FBC0FCAA1955}"/>
              </a:ext>
            </a:extLst>
          </p:cNvPr>
          <p:cNvSpPr txBox="1"/>
          <p:nvPr/>
        </p:nvSpPr>
        <p:spPr>
          <a:xfrm>
            <a:off x="10019452" y="2254938"/>
            <a:ext cx="342479" cy="2769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Mitie Azure DataLake</a:t>
            </a:r>
          </a:p>
        </p:txBody>
      </p:sp>
      <p:sp>
        <p:nvSpPr>
          <p:cNvPr id="32" name="TextBox 31">
            <a:extLst>
              <a:ext uri="{FF2B5EF4-FFF2-40B4-BE49-F238E27FC236}">
                <a16:creationId xmlns:a16="http://schemas.microsoft.com/office/drawing/2014/main" id="{22D89700-FE24-D57C-935D-A2A41A5A9EF2}"/>
              </a:ext>
            </a:extLst>
          </p:cNvPr>
          <p:cNvSpPr txBox="1"/>
          <p:nvPr/>
        </p:nvSpPr>
        <p:spPr>
          <a:xfrm>
            <a:off x="10582971" y="2254938"/>
            <a:ext cx="342479"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IN"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a:t>
            </a: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QL Database</a:t>
            </a:r>
          </a:p>
        </p:txBody>
      </p:sp>
      <p:pic>
        <p:nvPicPr>
          <p:cNvPr id="1058" name="Picture 1057">
            <a:extLst>
              <a:ext uri="{FF2B5EF4-FFF2-40B4-BE49-F238E27FC236}">
                <a16:creationId xmlns:a16="http://schemas.microsoft.com/office/drawing/2014/main" id="{CD7E939A-E335-921E-948A-6C638222FE85}"/>
              </a:ext>
            </a:extLst>
          </p:cNvPr>
          <p:cNvPicPr>
            <a:picLocks noChangeAspect="1"/>
          </p:cNvPicPr>
          <p:nvPr/>
        </p:nvPicPr>
        <p:blipFill>
          <a:blip r:embed="rId6">
            <a:clrChange>
              <a:clrFrom>
                <a:srgbClr val="F3F1FF"/>
              </a:clrFrom>
              <a:clrTo>
                <a:srgbClr val="F3F1FF">
                  <a:alpha val="0"/>
                </a:srgbClr>
              </a:clrTo>
            </a:clrChange>
          </a:blip>
          <a:srcRect l="89341" t="20429" r="8738" b="75797"/>
          <a:stretch>
            <a:fillRect/>
          </a:stretch>
        </p:blipFill>
        <p:spPr>
          <a:xfrm>
            <a:off x="10652157" y="1973313"/>
            <a:ext cx="204106" cy="222413"/>
          </a:xfrm>
          <a:custGeom>
            <a:avLst/>
            <a:gdLst>
              <a:gd name="csX0" fmla="*/ 0 w 204106"/>
              <a:gd name="csY0" fmla="*/ 0 h 222413"/>
              <a:gd name="csX1" fmla="*/ 204106 w 204106"/>
              <a:gd name="csY1" fmla="*/ 0 h 222413"/>
              <a:gd name="csX2" fmla="*/ 204106 w 204106"/>
              <a:gd name="csY2" fmla="*/ 222413 h 222413"/>
              <a:gd name="csX3" fmla="*/ 0 w 204106"/>
              <a:gd name="csY3" fmla="*/ 222413 h 222413"/>
            </a:gdLst>
            <a:ahLst/>
            <a:cxnLst>
              <a:cxn ang="0">
                <a:pos x="csX0" y="csY0"/>
              </a:cxn>
              <a:cxn ang="0">
                <a:pos x="csX1" y="csY1"/>
              </a:cxn>
              <a:cxn ang="0">
                <a:pos x="csX2" y="csY2"/>
              </a:cxn>
              <a:cxn ang="0">
                <a:pos x="csX3" y="csY3"/>
              </a:cxn>
            </a:cxnLst>
            <a:rect l="l" t="t" r="r" b="b"/>
            <a:pathLst>
              <a:path w="204106" h="222413">
                <a:moveTo>
                  <a:pt x="0" y="0"/>
                </a:moveTo>
                <a:lnTo>
                  <a:pt x="204106" y="0"/>
                </a:lnTo>
                <a:lnTo>
                  <a:pt x="204106" y="222413"/>
                </a:lnTo>
                <a:lnTo>
                  <a:pt x="0" y="222413"/>
                </a:lnTo>
                <a:close/>
              </a:path>
            </a:pathLst>
          </a:custGeom>
        </p:spPr>
      </p:pic>
      <p:pic>
        <p:nvPicPr>
          <p:cNvPr id="1059" name="Picture 1058">
            <a:extLst>
              <a:ext uri="{FF2B5EF4-FFF2-40B4-BE49-F238E27FC236}">
                <a16:creationId xmlns:a16="http://schemas.microsoft.com/office/drawing/2014/main" id="{80289DC3-0D8A-3CF7-1FE7-1A849FB743A2}"/>
              </a:ext>
            </a:extLst>
          </p:cNvPr>
          <p:cNvPicPr>
            <a:picLocks noChangeAspect="1"/>
          </p:cNvPicPr>
          <p:nvPr/>
        </p:nvPicPr>
        <p:blipFill>
          <a:blip r:embed="rId6">
            <a:clrChange>
              <a:clrFrom>
                <a:srgbClr val="F3F1FF"/>
              </a:clrFrom>
              <a:clrTo>
                <a:srgbClr val="F3F1FF">
                  <a:alpha val="0"/>
                </a:srgbClr>
              </a:clrTo>
            </a:clrChange>
          </a:blip>
          <a:srcRect l="83796" t="20429" r="13848" b="75797"/>
          <a:stretch>
            <a:fillRect/>
          </a:stretch>
        </p:blipFill>
        <p:spPr>
          <a:xfrm>
            <a:off x="10065570" y="1973313"/>
            <a:ext cx="250243" cy="222413"/>
          </a:xfrm>
          <a:custGeom>
            <a:avLst/>
            <a:gdLst>
              <a:gd name="csX0" fmla="*/ 0 w 250243"/>
              <a:gd name="csY0" fmla="*/ 0 h 222413"/>
              <a:gd name="csX1" fmla="*/ 250243 w 250243"/>
              <a:gd name="csY1" fmla="*/ 0 h 222413"/>
              <a:gd name="csX2" fmla="*/ 250243 w 250243"/>
              <a:gd name="csY2" fmla="*/ 222413 h 222413"/>
              <a:gd name="csX3" fmla="*/ 0 w 250243"/>
              <a:gd name="csY3" fmla="*/ 222413 h 222413"/>
            </a:gdLst>
            <a:ahLst/>
            <a:cxnLst>
              <a:cxn ang="0">
                <a:pos x="csX0" y="csY0"/>
              </a:cxn>
              <a:cxn ang="0">
                <a:pos x="csX1" y="csY1"/>
              </a:cxn>
              <a:cxn ang="0">
                <a:pos x="csX2" y="csY2"/>
              </a:cxn>
              <a:cxn ang="0">
                <a:pos x="csX3" y="csY3"/>
              </a:cxn>
            </a:cxnLst>
            <a:rect l="l" t="t" r="r" b="b"/>
            <a:pathLst>
              <a:path w="250243" h="222413">
                <a:moveTo>
                  <a:pt x="0" y="0"/>
                </a:moveTo>
                <a:lnTo>
                  <a:pt x="250243" y="0"/>
                </a:lnTo>
                <a:lnTo>
                  <a:pt x="250243" y="222413"/>
                </a:lnTo>
                <a:lnTo>
                  <a:pt x="0" y="222413"/>
                </a:lnTo>
                <a:close/>
              </a:path>
            </a:pathLst>
          </a:custGeom>
        </p:spPr>
      </p:pic>
      <p:pic>
        <p:nvPicPr>
          <p:cNvPr id="1060" name="Picture 1059">
            <a:extLst>
              <a:ext uri="{FF2B5EF4-FFF2-40B4-BE49-F238E27FC236}">
                <a16:creationId xmlns:a16="http://schemas.microsoft.com/office/drawing/2014/main" id="{BD45095F-57D3-DD0B-85B7-1B11DCE2627B}"/>
              </a:ext>
            </a:extLst>
          </p:cNvPr>
          <p:cNvPicPr>
            <a:picLocks noChangeAspect="1"/>
          </p:cNvPicPr>
          <p:nvPr/>
        </p:nvPicPr>
        <p:blipFill>
          <a:blip r:embed="rId6">
            <a:clrChange>
              <a:clrFrom>
                <a:srgbClr val="F3F1FF"/>
              </a:clrFrom>
              <a:clrTo>
                <a:srgbClr val="F3F1FF">
                  <a:alpha val="0"/>
                </a:srgbClr>
              </a:clrTo>
            </a:clrChange>
          </a:blip>
          <a:srcRect l="78514" t="20705" r="19131" b="75668"/>
          <a:stretch>
            <a:fillRect/>
          </a:stretch>
        </p:blipFill>
        <p:spPr>
          <a:xfrm>
            <a:off x="9467497" y="1989557"/>
            <a:ext cx="250243" cy="213735"/>
          </a:xfrm>
          <a:custGeom>
            <a:avLst/>
            <a:gdLst>
              <a:gd name="csX0" fmla="*/ 0 w 250243"/>
              <a:gd name="csY0" fmla="*/ 0 h 213735"/>
              <a:gd name="csX1" fmla="*/ 250243 w 250243"/>
              <a:gd name="csY1" fmla="*/ 0 h 213735"/>
              <a:gd name="csX2" fmla="*/ 250243 w 250243"/>
              <a:gd name="csY2" fmla="*/ 213735 h 213735"/>
              <a:gd name="csX3" fmla="*/ 0 w 250243"/>
              <a:gd name="csY3" fmla="*/ 213735 h 213735"/>
            </a:gdLst>
            <a:ahLst/>
            <a:cxnLst>
              <a:cxn ang="0">
                <a:pos x="csX0" y="csY0"/>
              </a:cxn>
              <a:cxn ang="0">
                <a:pos x="csX1" y="csY1"/>
              </a:cxn>
              <a:cxn ang="0">
                <a:pos x="csX2" y="csY2"/>
              </a:cxn>
              <a:cxn ang="0">
                <a:pos x="csX3" y="csY3"/>
              </a:cxn>
            </a:cxnLst>
            <a:rect l="l" t="t" r="r" b="b"/>
            <a:pathLst>
              <a:path w="250243" h="213735">
                <a:moveTo>
                  <a:pt x="0" y="0"/>
                </a:moveTo>
                <a:lnTo>
                  <a:pt x="250243" y="0"/>
                </a:lnTo>
                <a:lnTo>
                  <a:pt x="250243" y="213735"/>
                </a:lnTo>
                <a:lnTo>
                  <a:pt x="0" y="213735"/>
                </a:lnTo>
                <a:close/>
              </a:path>
            </a:pathLst>
          </a:custGeom>
        </p:spPr>
      </p:pic>
      <p:pic>
        <p:nvPicPr>
          <p:cNvPr id="1066" name="Picture 1065">
            <a:extLst>
              <a:ext uri="{FF2B5EF4-FFF2-40B4-BE49-F238E27FC236}">
                <a16:creationId xmlns:a16="http://schemas.microsoft.com/office/drawing/2014/main" id="{A6F979F9-36FC-B170-A5A6-93474803F485}"/>
              </a:ext>
            </a:extLst>
          </p:cNvPr>
          <p:cNvPicPr>
            <a:picLocks noChangeAspect="1"/>
          </p:cNvPicPr>
          <p:nvPr/>
        </p:nvPicPr>
        <p:blipFill>
          <a:blip r:embed="rId6">
            <a:clrChange>
              <a:clrFrom>
                <a:srgbClr val="F6F5FF"/>
              </a:clrFrom>
              <a:clrTo>
                <a:srgbClr val="F6F5FF">
                  <a:alpha val="0"/>
                </a:srgbClr>
              </a:clrTo>
            </a:clrChange>
          </a:blip>
          <a:srcRect l="41791" t="74196" r="56401" b="21838"/>
          <a:stretch>
            <a:fillRect/>
          </a:stretch>
        </p:blipFill>
        <p:spPr>
          <a:xfrm>
            <a:off x="5337259" y="5253838"/>
            <a:ext cx="192147" cy="233758"/>
          </a:xfrm>
          <a:custGeom>
            <a:avLst/>
            <a:gdLst>
              <a:gd name="csX0" fmla="*/ 0 w 192147"/>
              <a:gd name="csY0" fmla="*/ 0 h 233758"/>
              <a:gd name="csX1" fmla="*/ 192147 w 192147"/>
              <a:gd name="csY1" fmla="*/ 0 h 233758"/>
              <a:gd name="csX2" fmla="*/ 192147 w 192147"/>
              <a:gd name="csY2" fmla="*/ 233758 h 233758"/>
              <a:gd name="csX3" fmla="*/ 0 w 192147"/>
              <a:gd name="csY3" fmla="*/ 233758 h 233758"/>
            </a:gdLst>
            <a:ahLst/>
            <a:cxnLst>
              <a:cxn ang="0">
                <a:pos x="csX0" y="csY0"/>
              </a:cxn>
              <a:cxn ang="0">
                <a:pos x="csX1" y="csY1"/>
              </a:cxn>
              <a:cxn ang="0">
                <a:pos x="csX2" y="csY2"/>
              </a:cxn>
              <a:cxn ang="0">
                <a:pos x="csX3" y="csY3"/>
              </a:cxn>
            </a:cxnLst>
            <a:rect l="l" t="t" r="r" b="b"/>
            <a:pathLst>
              <a:path w="192147" h="233758">
                <a:moveTo>
                  <a:pt x="0" y="0"/>
                </a:moveTo>
                <a:lnTo>
                  <a:pt x="192147" y="0"/>
                </a:lnTo>
                <a:lnTo>
                  <a:pt x="192147" y="233758"/>
                </a:lnTo>
                <a:lnTo>
                  <a:pt x="0" y="233758"/>
                </a:lnTo>
                <a:close/>
              </a:path>
            </a:pathLst>
          </a:custGeom>
        </p:spPr>
      </p:pic>
      <p:pic>
        <p:nvPicPr>
          <p:cNvPr id="1067" name="Picture 1066">
            <a:extLst>
              <a:ext uri="{FF2B5EF4-FFF2-40B4-BE49-F238E27FC236}">
                <a16:creationId xmlns:a16="http://schemas.microsoft.com/office/drawing/2014/main" id="{BDE65C7B-59B6-7A01-1637-FD8C8A10E364}"/>
              </a:ext>
            </a:extLst>
          </p:cNvPr>
          <p:cNvPicPr>
            <a:picLocks noChangeAspect="1"/>
          </p:cNvPicPr>
          <p:nvPr/>
        </p:nvPicPr>
        <p:blipFill>
          <a:blip r:embed="rId6">
            <a:clrChange>
              <a:clrFrom>
                <a:srgbClr val="F6F5FF"/>
              </a:clrFrom>
              <a:clrTo>
                <a:srgbClr val="F6F5FF">
                  <a:alpha val="0"/>
                </a:srgbClr>
              </a:clrTo>
            </a:clrChange>
          </a:blip>
          <a:srcRect l="33043" t="73994" r="64693" b="22040"/>
          <a:stretch>
            <a:fillRect/>
          </a:stretch>
        </p:blipFill>
        <p:spPr>
          <a:xfrm>
            <a:off x="3575711" y="5248283"/>
            <a:ext cx="240505" cy="233758"/>
          </a:xfrm>
          <a:custGeom>
            <a:avLst/>
            <a:gdLst>
              <a:gd name="csX0" fmla="*/ 0 w 240505"/>
              <a:gd name="csY0" fmla="*/ 0 h 233758"/>
              <a:gd name="csX1" fmla="*/ 240505 w 240505"/>
              <a:gd name="csY1" fmla="*/ 0 h 233758"/>
              <a:gd name="csX2" fmla="*/ 240505 w 240505"/>
              <a:gd name="csY2" fmla="*/ 233758 h 233758"/>
              <a:gd name="csX3" fmla="*/ 0 w 240505"/>
              <a:gd name="csY3" fmla="*/ 233758 h 233758"/>
            </a:gdLst>
            <a:ahLst/>
            <a:cxnLst>
              <a:cxn ang="0">
                <a:pos x="csX0" y="csY0"/>
              </a:cxn>
              <a:cxn ang="0">
                <a:pos x="csX1" y="csY1"/>
              </a:cxn>
              <a:cxn ang="0">
                <a:pos x="csX2" y="csY2"/>
              </a:cxn>
              <a:cxn ang="0">
                <a:pos x="csX3" y="csY3"/>
              </a:cxn>
            </a:cxnLst>
            <a:rect l="l" t="t" r="r" b="b"/>
            <a:pathLst>
              <a:path w="240505" h="233758">
                <a:moveTo>
                  <a:pt x="0" y="0"/>
                </a:moveTo>
                <a:lnTo>
                  <a:pt x="240505" y="0"/>
                </a:lnTo>
                <a:lnTo>
                  <a:pt x="240505" y="233758"/>
                </a:lnTo>
                <a:lnTo>
                  <a:pt x="0" y="233758"/>
                </a:lnTo>
                <a:close/>
              </a:path>
            </a:pathLst>
          </a:custGeom>
        </p:spPr>
      </p:pic>
      <p:sp>
        <p:nvSpPr>
          <p:cNvPr id="1025" name="TextBox 1024">
            <a:extLst>
              <a:ext uri="{FF2B5EF4-FFF2-40B4-BE49-F238E27FC236}">
                <a16:creationId xmlns:a16="http://schemas.microsoft.com/office/drawing/2014/main" id="{136B7F7F-4FCB-0A87-7792-1D6E9FE933F0}"/>
              </a:ext>
            </a:extLst>
          </p:cNvPr>
          <p:cNvSpPr txBox="1"/>
          <p:nvPr/>
        </p:nvSpPr>
        <p:spPr>
          <a:xfrm>
            <a:off x="6336874" y="5177526"/>
            <a:ext cx="129844"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LLM</a:t>
            </a:r>
          </a:p>
        </p:txBody>
      </p:sp>
      <p:sp>
        <p:nvSpPr>
          <p:cNvPr id="1027" name="TextBox 1026">
            <a:extLst>
              <a:ext uri="{FF2B5EF4-FFF2-40B4-BE49-F238E27FC236}">
                <a16:creationId xmlns:a16="http://schemas.microsoft.com/office/drawing/2014/main" id="{FAE1E5D5-C89B-DC53-2B53-623DA0926ECA}"/>
              </a:ext>
            </a:extLst>
          </p:cNvPr>
          <p:cNvSpPr txBox="1"/>
          <p:nvPr/>
        </p:nvSpPr>
        <p:spPr>
          <a:xfrm>
            <a:off x="6427432" y="5529951"/>
            <a:ext cx="234039"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OpenAI</a:t>
            </a:r>
          </a:p>
        </p:txBody>
      </p:sp>
      <p:sp>
        <p:nvSpPr>
          <p:cNvPr id="1028" name="TextBox 1027">
            <a:extLst>
              <a:ext uri="{FF2B5EF4-FFF2-40B4-BE49-F238E27FC236}">
                <a16:creationId xmlns:a16="http://schemas.microsoft.com/office/drawing/2014/main" id="{BD3D17CE-C436-F808-2683-BFF4ADEE9AEA}"/>
              </a:ext>
            </a:extLst>
          </p:cNvPr>
          <p:cNvSpPr txBox="1"/>
          <p:nvPr/>
        </p:nvSpPr>
        <p:spPr>
          <a:xfrm>
            <a:off x="6371555" y="5961752"/>
            <a:ext cx="345793"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Anthropic </a:t>
            </a:r>
            <a:r>
              <a:rPr kumimoji="0" lang="en-US" sz="600" b="0" i="0" u="none" strike="noStrike" kern="1200" cap="none" spc="0" normalizeH="0" baseline="0" noProof="0" dirty="0" err="1">
                <a:ln>
                  <a:noFill/>
                </a:ln>
                <a:solidFill>
                  <a:srgbClr val="565A5C"/>
                </a:solidFill>
                <a:effectLst/>
                <a:uLnTx/>
                <a:uFillTx/>
                <a:latin typeface="Calibri" panose="020F0502020204030204"/>
                <a:ea typeface="+mn-ea"/>
                <a:cs typeface="Arial" panose="020B0604020202020204" pitchFamily="34" charset="0"/>
              </a:rPr>
              <a:t>claude</a:t>
            </a:r>
            <a:endPar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endParaRPr>
          </a:p>
        </p:txBody>
      </p:sp>
      <p:pic>
        <p:nvPicPr>
          <p:cNvPr id="1068" name="Picture 1067">
            <a:extLst>
              <a:ext uri="{FF2B5EF4-FFF2-40B4-BE49-F238E27FC236}">
                <a16:creationId xmlns:a16="http://schemas.microsoft.com/office/drawing/2014/main" id="{FBD1C007-9751-5E48-FB34-7301DB0186CE}"/>
              </a:ext>
            </a:extLst>
          </p:cNvPr>
          <p:cNvPicPr>
            <a:picLocks noChangeAspect="1"/>
          </p:cNvPicPr>
          <p:nvPr/>
        </p:nvPicPr>
        <p:blipFill>
          <a:blip r:embed="rId6">
            <a:clrChange>
              <a:clrFrom>
                <a:srgbClr val="E0ECFD"/>
              </a:clrFrom>
              <a:clrTo>
                <a:srgbClr val="E0ECFD">
                  <a:alpha val="0"/>
                </a:srgbClr>
              </a:clrTo>
            </a:clrChange>
          </a:blip>
          <a:srcRect l="52139" t="84890" r="45864" b="11143"/>
          <a:stretch>
            <a:fillRect/>
          </a:stretch>
        </p:blipFill>
        <p:spPr>
          <a:xfrm>
            <a:off x="6438365" y="5735769"/>
            <a:ext cx="212173" cy="233758"/>
          </a:xfrm>
          <a:custGeom>
            <a:avLst/>
            <a:gdLst>
              <a:gd name="csX0" fmla="*/ 0 w 212173"/>
              <a:gd name="csY0" fmla="*/ 0 h 233758"/>
              <a:gd name="csX1" fmla="*/ 212173 w 212173"/>
              <a:gd name="csY1" fmla="*/ 0 h 233758"/>
              <a:gd name="csX2" fmla="*/ 212173 w 212173"/>
              <a:gd name="csY2" fmla="*/ 233758 h 233758"/>
              <a:gd name="csX3" fmla="*/ 0 w 212173"/>
              <a:gd name="csY3" fmla="*/ 233758 h 233758"/>
            </a:gdLst>
            <a:ahLst/>
            <a:cxnLst>
              <a:cxn ang="0">
                <a:pos x="csX0" y="csY0"/>
              </a:cxn>
              <a:cxn ang="0">
                <a:pos x="csX1" y="csY1"/>
              </a:cxn>
              <a:cxn ang="0">
                <a:pos x="csX2" y="csY2"/>
              </a:cxn>
              <a:cxn ang="0">
                <a:pos x="csX3" y="csY3"/>
              </a:cxn>
            </a:cxnLst>
            <a:rect l="l" t="t" r="r" b="b"/>
            <a:pathLst>
              <a:path w="212173" h="233758">
                <a:moveTo>
                  <a:pt x="0" y="0"/>
                </a:moveTo>
                <a:lnTo>
                  <a:pt x="212173" y="0"/>
                </a:lnTo>
                <a:lnTo>
                  <a:pt x="212173" y="233758"/>
                </a:lnTo>
                <a:lnTo>
                  <a:pt x="0" y="233758"/>
                </a:lnTo>
                <a:close/>
              </a:path>
            </a:pathLst>
          </a:custGeom>
        </p:spPr>
      </p:pic>
      <p:pic>
        <p:nvPicPr>
          <p:cNvPr id="1069" name="Picture 1068">
            <a:extLst>
              <a:ext uri="{FF2B5EF4-FFF2-40B4-BE49-F238E27FC236}">
                <a16:creationId xmlns:a16="http://schemas.microsoft.com/office/drawing/2014/main" id="{39799958-795D-0149-883E-B8C4A006BF3C}"/>
              </a:ext>
            </a:extLst>
          </p:cNvPr>
          <p:cNvPicPr>
            <a:picLocks noChangeAspect="1"/>
          </p:cNvPicPr>
          <p:nvPr/>
        </p:nvPicPr>
        <p:blipFill>
          <a:blip r:embed="rId6">
            <a:clrChange>
              <a:clrFrom>
                <a:srgbClr val="E0ECFD"/>
              </a:clrFrom>
              <a:clrTo>
                <a:srgbClr val="E0ECFD">
                  <a:alpha val="0"/>
                </a:srgbClr>
              </a:clrTo>
            </a:clrChange>
          </a:blip>
          <a:srcRect l="52139" t="77374" r="45864" b="18659"/>
          <a:stretch>
            <a:fillRect/>
          </a:stretch>
        </p:blipFill>
        <p:spPr>
          <a:xfrm>
            <a:off x="6438365" y="5312860"/>
            <a:ext cx="212173" cy="233758"/>
          </a:xfrm>
          <a:custGeom>
            <a:avLst/>
            <a:gdLst>
              <a:gd name="csX0" fmla="*/ 0 w 212173"/>
              <a:gd name="csY0" fmla="*/ 0 h 233758"/>
              <a:gd name="csX1" fmla="*/ 212173 w 212173"/>
              <a:gd name="csY1" fmla="*/ 0 h 233758"/>
              <a:gd name="csX2" fmla="*/ 212173 w 212173"/>
              <a:gd name="csY2" fmla="*/ 233758 h 233758"/>
              <a:gd name="csX3" fmla="*/ 0 w 212173"/>
              <a:gd name="csY3" fmla="*/ 233758 h 233758"/>
            </a:gdLst>
            <a:ahLst/>
            <a:cxnLst>
              <a:cxn ang="0">
                <a:pos x="csX0" y="csY0"/>
              </a:cxn>
              <a:cxn ang="0">
                <a:pos x="csX1" y="csY1"/>
              </a:cxn>
              <a:cxn ang="0">
                <a:pos x="csX2" y="csY2"/>
              </a:cxn>
              <a:cxn ang="0">
                <a:pos x="csX3" y="csY3"/>
              </a:cxn>
            </a:cxnLst>
            <a:rect l="l" t="t" r="r" b="b"/>
            <a:pathLst>
              <a:path w="212173" h="233758">
                <a:moveTo>
                  <a:pt x="0" y="0"/>
                </a:moveTo>
                <a:lnTo>
                  <a:pt x="212173" y="0"/>
                </a:lnTo>
                <a:lnTo>
                  <a:pt x="212173" y="233758"/>
                </a:lnTo>
                <a:lnTo>
                  <a:pt x="0" y="233758"/>
                </a:lnTo>
                <a:close/>
              </a:path>
            </a:pathLst>
          </a:custGeom>
        </p:spPr>
      </p:pic>
      <p:sp>
        <p:nvSpPr>
          <p:cNvPr id="1038" name="TextBox 1037">
            <a:extLst>
              <a:ext uri="{FF2B5EF4-FFF2-40B4-BE49-F238E27FC236}">
                <a16:creationId xmlns:a16="http://schemas.microsoft.com/office/drawing/2014/main" id="{0AB0C4DB-82B3-C352-71BA-61CC80806EA5}"/>
              </a:ext>
            </a:extLst>
          </p:cNvPr>
          <p:cNvSpPr txBox="1"/>
          <p:nvPr/>
        </p:nvSpPr>
        <p:spPr>
          <a:xfrm>
            <a:off x="8357063" y="6145901"/>
            <a:ext cx="508152"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Testing datasets</a:t>
            </a:r>
          </a:p>
        </p:txBody>
      </p:sp>
      <p:pic>
        <p:nvPicPr>
          <p:cNvPr id="1072" name="Picture 1071">
            <a:extLst>
              <a:ext uri="{FF2B5EF4-FFF2-40B4-BE49-F238E27FC236}">
                <a16:creationId xmlns:a16="http://schemas.microsoft.com/office/drawing/2014/main" id="{6C30463C-CDBE-CC74-7B11-B6293693D5B9}"/>
              </a:ext>
            </a:extLst>
          </p:cNvPr>
          <p:cNvPicPr>
            <a:picLocks noChangeAspect="1"/>
          </p:cNvPicPr>
          <p:nvPr/>
        </p:nvPicPr>
        <p:blipFill>
          <a:blip r:embed="rId6">
            <a:clrChange>
              <a:clrFrom>
                <a:srgbClr val="E0ECFD"/>
              </a:clrFrom>
              <a:clrTo>
                <a:srgbClr val="E0ECFD">
                  <a:alpha val="0"/>
                </a:srgbClr>
              </a:clrTo>
            </a:clrChange>
          </a:blip>
          <a:srcRect l="68794" t="85318" r="29389" b="10716"/>
          <a:stretch>
            <a:fillRect/>
          </a:stretch>
        </p:blipFill>
        <p:spPr>
          <a:xfrm>
            <a:off x="8514622" y="5889560"/>
            <a:ext cx="193034" cy="233759"/>
          </a:xfrm>
          <a:custGeom>
            <a:avLst/>
            <a:gdLst>
              <a:gd name="csX0" fmla="*/ 0 w 193034"/>
              <a:gd name="csY0" fmla="*/ 0 h 233759"/>
              <a:gd name="csX1" fmla="*/ 193034 w 193034"/>
              <a:gd name="csY1" fmla="*/ 0 h 233759"/>
              <a:gd name="csX2" fmla="*/ 193034 w 193034"/>
              <a:gd name="csY2" fmla="*/ 233759 h 233759"/>
              <a:gd name="csX3" fmla="*/ 0 w 193034"/>
              <a:gd name="csY3" fmla="*/ 233759 h 233759"/>
            </a:gdLst>
            <a:ahLst/>
            <a:cxnLst>
              <a:cxn ang="0">
                <a:pos x="csX0" y="csY0"/>
              </a:cxn>
              <a:cxn ang="0">
                <a:pos x="csX1" y="csY1"/>
              </a:cxn>
              <a:cxn ang="0">
                <a:pos x="csX2" y="csY2"/>
              </a:cxn>
              <a:cxn ang="0">
                <a:pos x="csX3" y="csY3"/>
              </a:cxn>
            </a:cxnLst>
            <a:rect l="l" t="t" r="r" b="b"/>
            <a:pathLst>
              <a:path w="193034" h="233759">
                <a:moveTo>
                  <a:pt x="0" y="0"/>
                </a:moveTo>
                <a:lnTo>
                  <a:pt x="193034" y="0"/>
                </a:lnTo>
                <a:lnTo>
                  <a:pt x="193034" y="233759"/>
                </a:lnTo>
                <a:lnTo>
                  <a:pt x="0" y="233759"/>
                </a:lnTo>
                <a:close/>
              </a:path>
            </a:pathLst>
          </a:custGeom>
        </p:spPr>
      </p:pic>
      <p:grpSp>
        <p:nvGrpSpPr>
          <p:cNvPr id="1096" name="Group 1095">
            <a:extLst>
              <a:ext uri="{FF2B5EF4-FFF2-40B4-BE49-F238E27FC236}">
                <a16:creationId xmlns:a16="http://schemas.microsoft.com/office/drawing/2014/main" id="{C05881F1-E448-BD2B-8601-1018705EB413}"/>
              </a:ext>
            </a:extLst>
          </p:cNvPr>
          <p:cNvGrpSpPr/>
          <p:nvPr/>
        </p:nvGrpSpPr>
        <p:grpSpPr>
          <a:xfrm>
            <a:off x="8406695" y="5490656"/>
            <a:ext cx="421590" cy="350703"/>
            <a:chOff x="9057570" y="5404931"/>
            <a:chExt cx="421590" cy="350703"/>
          </a:xfrm>
        </p:grpSpPr>
        <p:sp>
          <p:nvSpPr>
            <p:cNvPr id="1037" name="TextBox 1036">
              <a:extLst>
                <a:ext uri="{FF2B5EF4-FFF2-40B4-BE49-F238E27FC236}">
                  <a16:creationId xmlns:a16="http://schemas.microsoft.com/office/drawing/2014/main" id="{A4876791-6E2D-4147-E54E-ECB95FCE099B}"/>
                </a:ext>
              </a:extLst>
            </p:cNvPr>
            <p:cNvSpPr txBox="1"/>
            <p:nvPr/>
          </p:nvSpPr>
          <p:spPr>
            <a:xfrm>
              <a:off x="9057570" y="5663301"/>
              <a:ext cx="421590"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Tools registry</a:t>
              </a:r>
            </a:p>
          </p:txBody>
        </p:sp>
        <p:pic>
          <p:nvPicPr>
            <p:cNvPr id="1073" name="Picture 1072">
              <a:extLst>
                <a:ext uri="{FF2B5EF4-FFF2-40B4-BE49-F238E27FC236}">
                  <a16:creationId xmlns:a16="http://schemas.microsoft.com/office/drawing/2014/main" id="{B01037C2-9C0A-1AAF-9D38-DD83CEE1210F}"/>
                </a:ext>
              </a:extLst>
            </p:cNvPr>
            <p:cNvPicPr>
              <a:picLocks noChangeAspect="1"/>
            </p:cNvPicPr>
            <p:nvPr/>
          </p:nvPicPr>
          <p:blipFill>
            <a:blip r:embed="rId6">
              <a:clrChange>
                <a:clrFrom>
                  <a:srgbClr val="E0ECFD"/>
                </a:clrFrom>
                <a:clrTo>
                  <a:srgbClr val="E0ECFD">
                    <a:alpha val="0"/>
                  </a:srgbClr>
                </a:clrTo>
              </a:clrChange>
            </a:blip>
            <a:srcRect l="68679" t="77040" r="29192" b="18993"/>
            <a:stretch>
              <a:fillRect/>
            </a:stretch>
          </p:blipFill>
          <p:spPr>
            <a:xfrm>
              <a:off x="9155256" y="5404931"/>
              <a:ext cx="226219" cy="233759"/>
            </a:xfrm>
            <a:custGeom>
              <a:avLst/>
              <a:gdLst>
                <a:gd name="csX0" fmla="*/ 0 w 226219"/>
                <a:gd name="csY0" fmla="*/ 0 h 233759"/>
                <a:gd name="csX1" fmla="*/ 226219 w 226219"/>
                <a:gd name="csY1" fmla="*/ 0 h 233759"/>
                <a:gd name="csX2" fmla="*/ 226219 w 226219"/>
                <a:gd name="csY2" fmla="*/ 233759 h 233759"/>
                <a:gd name="csX3" fmla="*/ 0 w 226219"/>
                <a:gd name="csY3" fmla="*/ 233759 h 233759"/>
              </a:gdLst>
              <a:ahLst/>
              <a:cxnLst>
                <a:cxn ang="0">
                  <a:pos x="csX0" y="csY0"/>
                </a:cxn>
                <a:cxn ang="0">
                  <a:pos x="csX1" y="csY1"/>
                </a:cxn>
                <a:cxn ang="0">
                  <a:pos x="csX2" y="csY2"/>
                </a:cxn>
                <a:cxn ang="0">
                  <a:pos x="csX3" y="csY3"/>
                </a:cxn>
              </a:cxnLst>
              <a:rect l="l" t="t" r="r" b="b"/>
              <a:pathLst>
                <a:path w="226219" h="233759">
                  <a:moveTo>
                    <a:pt x="0" y="0"/>
                  </a:moveTo>
                  <a:lnTo>
                    <a:pt x="226219" y="0"/>
                  </a:lnTo>
                  <a:lnTo>
                    <a:pt x="226219" y="233759"/>
                  </a:lnTo>
                  <a:lnTo>
                    <a:pt x="0" y="233759"/>
                  </a:lnTo>
                  <a:close/>
                </a:path>
              </a:pathLst>
            </a:custGeom>
          </p:spPr>
        </p:pic>
      </p:grpSp>
      <p:grpSp>
        <p:nvGrpSpPr>
          <p:cNvPr id="1116" name="Group 1115">
            <a:extLst>
              <a:ext uri="{FF2B5EF4-FFF2-40B4-BE49-F238E27FC236}">
                <a16:creationId xmlns:a16="http://schemas.microsoft.com/office/drawing/2014/main" id="{4EEEE308-BA90-E22C-4CC7-460B2165D0DD}"/>
              </a:ext>
            </a:extLst>
          </p:cNvPr>
          <p:cNvGrpSpPr/>
          <p:nvPr/>
        </p:nvGrpSpPr>
        <p:grpSpPr>
          <a:xfrm>
            <a:off x="11291888" y="4994207"/>
            <a:ext cx="347663" cy="419738"/>
            <a:chOff x="11291888" y="4603682"/>
            <a:chExt cx="347663" cy="419738"/>
          </a:xfrm>
        </p:grpSpPr>
        <p:sp>
          <p:nvSpPr>
            <p:cNvPr id="51" name="TextBox 50">
              <a:extLst>
                <a:ext uri="{FF2B5EF4-FFF2-40B4-BE49-F238E27FC236}">
                  <a16:creationId xmlns:a16="http://schemas.microsoft.com/office/drawing/2014/main" id="{3362E520-BECC-C36F-8DB0-71BAAD635500}"/>
                </a:ext>
              </a:extLst>
            </p:cNvPr>
            <p:cNvSpPr txBox="1"/>
            <p:nvPr/>
          </p:nvSpPr>
          <p:spPr>
            <a:xfrm>
              <a:off x="11291888" y="4838754"/>
              <a:ext cx="347663"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Managed Identities</a:t>
              </a:r>
            </a:p>
          </p:txBody>
        </p:sp>
        <p:pic>
          <p:nvPicPr>
            <p:cNvPr id="1078" name="Picture 1077">
              <a:extLst>
                <a:ext uri="{FF2B5EF4-FFF2-40B4-BE49-F238E27FC236}">
                  <a16:creationId xmlns:a16="http://schemas.microsoft.com/office/drawing/2014/main" id="{1608A862-8737-393F-28C2-74B56199B2A6}"/>
                </a:ext>
              </a:extLst>
            </p:cNvPr>
            <p:cNvPicPr>
              <a:picLocks noChangeAspect="1"/>
            </p:cNvPicPr>
            <p:nvPr/>
          </p:nvPicPr>
          <p:blipFill>
            <a:blip r:embed="rId6"/>
            <a:srcRect l="94929" t="66783" r="2942" b="29250"/>
            <a:stretch>
              <a:fillRect/>
            </a:stretch>
          </p:blipFill>
          <p:spPr>
            <a:xfrm>
              <a:off x="11352610" y="4603682"/>
              <a:ext cx="226218" cy="233759"/>
            </a:xfrm>
            <a:custGeom>
              <a:avLst/>
              <a:gdLst>
                <a:gd name="csX0" fmla="*/ 0 w 226218"/>
                <a:gd name="csY0" fmla="*/ 0 h 233759"/>
                <a:gd name="csX1" fmla="*/ 226218 w 226218"/>
                <a:gd name="csY1" fmla="*/ 0 h 233759"/>
                <a:gd name="csX2" fmla="*/ 226218 w 226218"/>
                <a:gd name="csY2" fmla="*/ 233759 h 233759"/>
                <a:gd name="csX3" fmla="*/ 0 w 226218"/>
                <a:gd name="csY3" fmla="*/ 233759 h 233759"/>
              </a:gdLst>
              <a:ahLst/>
              <a:cxnLst>
                <a:cxn ang="0">
                  <a:pos x="csX0" y="csY0"/>
                </a:cxn>
                <a:cxn ang="0">
                  <a:pos x="csX1" y="csY1"/>
                </a:cxn>
                <a:cxn ang="0">
                  <a:pos x="csX2" y="csY2"/>
                </a:cxn>
                <a:cxn ang="0">
                  <a:pos x="csX3" y="csY3"/>
                </a:cxn>
              </a:cxnLst>
              <a:rect l="l" t="t" r="r" b="b"/>
              <a:pathLst>
                <a:path w="226218" h="233759">
                  <a:moveTo>
                    <a:pt x="0" y="0"/>
                  </a:moveTo>
                  <a:lnTo>
                    <a:pt x="226218" y="0"/>
                  </a:lnTo>
                  <a:lnTo>
                    <a:pt x="226218" y="233759"/>
                  </a:lnTo>
                  <a:lnTo>
                    <a:pt x="0" y="233759"/>
                  </a:lnTo>
                  <a:close/>
                </a:path>
              </a:pathLst>
            </a:custGeom>
          </p:spPr>
        </p:pic>
      </p:grpSp>
      <p:sp>
        <p:nvSpPr>
          <p:cNvPr id="46" name="TextBox 45">
            <a:extLst>
              <a:ext uri="{FF2B5EF4-FFF2-40B4-BE49-F238E27FC236}">
                <a16:creationId xmlns:a16="http://schemas.microsoft.com/office/drawing/2014/main" id="{601BEDFB-B5EF-CF07-B744-9DA0BCF31EC5}"/>
              </a:ext>
            </a:extLst>
          </p:cNvPr>
          <p:cNvSpPr txBox="1"/>
          <p:nvPr/>
        </p:nvSpPr>
        <p:spPr>
          <a:xfrm>
            <a:off x="10137465" y="5263886"/>
            <a:ext cx="197170"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Tool A</a:t>
            </a:r>
          </a:p>
        </p:txBody>
      </p:sp>
      <p:sp>
        <p:nvSpPr>
          <p:cNvPr id="47" name="TextBox 46">
            <a:extLst>
              <a:ext uri="{FF2B5EF4-FFF2-40B4-BE49-F238E27FC236}">
                <a16:creationId xmlns:a16="http://schemas.microsoft.com/office/drawing/2014/main" id="{059BFD22-7979-0798-981E-6DA6BFF1754C}"/>
              </a:ext>
            </a:extLst>
          </p:cNvPr>
          <p:cNvSpPr txBox="1"/>
          <p:nvPr/>
        </p:nvSpPr>
        <p:spPr>
          <a:xfrm>
            <a:off x="10687372" y="5263886"/>
            <a:ext cx="193964"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Tool B</a:t>
            </a:r>
          </a:p>
        </p:txBody>
      </p:sp>
      <p:pic>
        <p:nvPicPr>
          <p:cNvPr id="1079" name="Picture 1078">
            <a:extLst>
              <a:ext uri="{FF2B5EF4-FFF2-40B4-BE49-F238E27FC236}">
                <a16:creationId xmlns:a16="http://schemas.microsoft.com/office/drawing/2014/main" id="{C21D7FF6-719E-963F-F6D3-D420A7153775}"/>
              </a:ext>
            </a:extLst>
          </p:cNvPr>
          <p:cNvPicPr>
            <a:picLocks noChangeAspect="1"/>
          </p:cNvPicPr>
          <p:nvPr/>
        </p:nvPicPr>
        <p:blipFill>
          <a:blip r:embed="rId6">
            <a:clrChange>
              <a:clrFrom>
                <a:srgbClr val="ECFFEE"/>
              </a:clrFrom>
              <a:clrTo>
                <a:srgbClr val="ECFFEE">
                  <a:alpha val="0"/>
                </a:srgbClr>
              </a:clrTo>
            </a:clrChange>
          </a:blip>
          <a:srcRect l="30063" t="21802" r="67673" b="73940"/>
          <a:stretch>
            <a:fillRect/>
          </a:stretch>
        </p:blipFill>
        <p:spPr>
          <a:xfrm>
            <a:off x="10115797" y="4996946"/>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1080" name="Picture 1079">
            <a:extLst>
              <a:ext uri="{FF2B5EF4-FFF2-40B4-BE49-F238E27FC236}">
                <a16:creationId xmlns:a16="http://schemas.microsoft.com/office/drawing/2014/main" id="{E2E0DCD4-5CE6-25EB-130D-05CC426DE464}"/>
              </a:ext>
            </a:extLst>
          </p:cNvPr>
          <p:cNvPicPr>
            <a:picLocks noChangeAspect="1"/>
          </p:cNvPicPr>
          <p:nvPr/>
        </p:nvPicPr>
        <p:blipFill>
          <a:blip r:embed="rId6">
            <a:clrChange>
              <a:clrFrom>
                <a:srgbClr val="ECFFEE"/>
              </a:clrFrom>
              <a:clrTo>
                <a:srgbClr val="ECFFEE">
                  <a:alpha val="0"/>
                </a:srgbClr>
              </a:clrTo>
            </a:clrChange>
          </a:blip>
          <a:srcRect l="30063" t="21802" r="67673" b="73940"/>
          <a:stretch>
            <a:fillRect/>
          </a:stretch>
        </p:blipFill>
        <p:spPr>
          <a:xfrm>
            <a:off x="10664101" y="4996946"/>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1081" name="Picture 1080">
            <a:extLst>
              <a:ext uri="{FF2B5EF4-FFF2-40B4-BE49-F238E27FC236}">
                <a16:creationId xmlns:a16="http://schemas.microsoft.com/office/drawing/2014/main" id="{F1F64A78-657C-4E32-7578-8D1361794F4F}"/>
              </a:ext>
            </a:extLst>
          </p:cNvPr>
          <p:cNvPicPr>
            <a:picLocks noChangeAspect="1"/>
          </p:cNvPicPr>
          <p:nvPr/>
        </p:nvPicPr>
        <p:blipFill>
          <a:blip r:embed="rId6">
            <a:clrChange>
              <a:clrFrom>
                <a:srgbClr val="ECFFEE"/>
              </a:clrFrom>
              <a:clrTo>
                <a:srgbClr val="ECFFEE">
                  <a:alpha val="0"/>
                </a:srgbClr>
              </a:clrTo>
            </a:clrChange>
          </a:blip>
          <a:srcRect l="32317" t="13508" r="65680" b="82853"/>
          <a:stretch>
            <a:fillRect/>
          </a:stretch>
        </p:blipFill>
        <p:spPr>
          <a:xfrm>
            <a:off x="10403835" y="4492683"/>
            <a:ext cx="212735" cy="214394"/>
          </a:xfrm>
          <a:custGeom>
            <a:avLst/>
            <a:gdLst>
              <a:gd name="csX0" fmla="*/ 0 w 212735"/>
              <a:gd name="csY0" fmla="*/ 0 h 214394"/>
              <a:gd name="csX1" fmla="*/ 212735 w 212735"/>
              <a:gd name="csY1" fmla="*/ 0 h 214394"/>
              <a:gd name="csX2" fmla="*/ 212735 w 212735"/>
              <a:gd name="csY2" fmla="*/ 214394 h 214394"/>
              <a:gd name="csX3" fmla="*/ 0 w 212735"/>
              <a:gd name="csY3" fmla="*/ 214394 h 214394"/>
            </a:gdLst>
            <a:ahLst/>
            <a:cxnLst>
              <a:cxn ang="0">
                <a:pos x="csX0" y="csY0"/>
              </a:cxn>
              <a:cxn ang="0">
                <a:pos x="csX1" y="csY1"/>
              </a:cxn>
              <a:cxn ang="0">
                <a:pos x="csX2" y="csY2"/>
              </a:cxn>
              <a:cxn ang="0">
                <a:pos x="csX3" y="csY3"/>
              </a:cxn>
            </a:cxnLst>
            <a:rect l="l" t="t" r="r" b="b"/>
            <a:pathLst>
              <a:path w="212735" h="214394">
                <a:moveTo>
                  <a:pt x="0" y="0"/>
                </a:moveTo>
                <a:lnTo>
                  <a:pt x="212735" y="0"/>
                </a:lnTo>
                <a:lnTo>
                  <a:pt x="212735" y="214394"/>
                </a:lnTo>
                <a:lnTo>
                  <a:pt x="0" y="214394"/>
                </a:lnTo>
                <a:close/>
              </a:path>
            </a:pathLst>
          </a:custGeom>
        </p:spPr>
      </p:pic>
      <p:grpSp>
        <p:nvGrpSpPr>
          <p:cNvPr id="1113" name="Group 1112">
            <a:extLst>
              <a:ext uri="{FF2B5EF4-FFF2-40B4-BE49-F238E27FC236}">
                <a16:creationId xmlns:a16="http://schemas.microsoft.com/office/drawing/2014/main" id="{5EC0D06F-B33F-FDBB-15CD-C609D475BE1B}"/>
              </a:ext>
            </a:extLst>
          </p:cNvPr>
          <p:cNvGrpSpPr/>
          <p:nvPr/>
        </p:nvGrpSpPr>
        <p:grpSpPr>
          <a:xfrm>
            <a:off x="11249476" y="5830381"/>
            <a:ext cx="380550" cy="446529"/>
            <a:chOff x="11011351" y="5830381"/>
            <a:chExt cx="380550" cy="446529"/>
          </a:xfrm>
        </p:grpSpPr>
        <p:sp>
          <p:nvSpPr>
            <p:cNvPr id="55" name="TextBox 54">
              <a:extLst>
                <a:ext uri="{FF2B5EF4-FFF2-40B4-BE49-F238E27FC236}">
                  <a16:creationId xmlns:a16="http://schemas.microsoft.com/office/drawing/2014/main" id="{9A3E7C37-9D83-D392-412C-92DA24E5D3F3}"/>
                </a:ext>
              </a:extLst>
            </p:cNvPr>
            <p:cNvSpPr txBox="1"/>
            <p:nvPr/>
          </p:nvSpPr>
          <p:spPr>
            <a:xfrm>
              <a:off x="11011351" y="6092244"/>
              <a:ext cx="380550"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IN"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a:t>
              </a: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aximo AWS DB2</a:t>
              </a:r>
            </a:p>
          </p:txBody>
        </p:sp>
        <p:pic>
          <p:nvPicPr>
            <p:cNvPr id="1082" name="Picture 1081">
              <a:extLst>
                <a:ext uri="{FF2B5EF4-FFF2-40B4-BE49-F238E27FC236}">
                  <a16:creationId xmlns:a16="http://schemas.microsoft.com/office/drawing/2014/main" id="{DBA7B3AC-56DE-B1CE-173E-49EFE5EC02E8}"/>
                </a:ext>
              </a:extLst>
            </p:cNvPr>
            <p:cNvPicPr>
              <a:picLocks noChangeAspect="1"/>
            </p:cNvPicPr>
            <p:nvPr/>
          </p:nvPicPr>
          <p:blipFill>
            <a:blip r:embed="rId6"/>
            <a:srcRect l="96026" t="84475" r="2246" b="11558"/>
            <a:stretch>
              <a:fillRect/>
            </a:stretch>
          </p:blipFill>
          <p:spPr>
            <a:xfrm>
              <a:off x="11109845" y="5830381"/>
              <a:ext cx="183560" cy="233759"/>
            </a:xfrm>
            <a:custGeom>
              <a:avLst/>
              <a:gdLst>
                <a:gd name="csX0" fmla="*/ 0 w 183560"/>
                <a:gd name="csY0" fmla="*/ 0 h 233759"/>
                <a:gd name="csX1" fmla="*/ 183560 w 183560"/>
                <a:gd name="csY1" fmla="*/ 0 h 233759"/>
                <a:gd name="csX2" fmla="*/ 183560 w 183560"/>
                <a:gd name="csY2" fmla="*/ 233759 h 233759"/>
                <a:gd name="csX3" fmla="*/ 0 w 183560"/>
                <a:gd name="csY3" fmla="*/ 233759 h 233759"/>
              </a:gdLst>
              <a:ahLst/>
              <a:cxnLst>
                <a:cxn ang="0">
                  <a:pos x="csX0" y="csY0"/>
                </a:cxn>
                <a:cxn ang="0">
                  <a:pos x="csX1" y="csY1"/>
                </a:cxn>
                <a:cxn ang="0">
                  <a:pos x="csX2" y="csY2"/>
                </a:cxn>
                <a:cxn ang="0">
                  <a:pos x="csX3" y="csY3"/>
                </a:cxn>
              </a:cxnLst>
              <a:rect l="l" t="t" r="r" b="b"/>
              <a:pathLst>
                <a:path w="183560" h="233759">
                  <a:moveTo>
                    <a:pt x="0" y="0"/>
                  </a:moveTo>
                  <a:lnTo>
                    <a:pt x="183560" y="0"/>
                  </a:lnTo>
                  <a:lnTo>
                    <a:pt x="183560" y="233759"/>
                  </a:lnTo>
                  <a:lnTo>
                    <a:pt x="0" y="233759"/>
                  </a:lnTo>
                  <a:close/>
                </a:path>
              </a:pathLst>
            </a:custGeom>
          </p:spPr>
        </p:pic>
      </p:grpSp>
      <p:grpSp>
        <p:nvGrpSpPr>
          <p:cNvPr id="1114" name="Group 1113">
            <a:extLst>
              <a:ext uri="{FF2B5EF4-FFF2-40B4-BE49-F238E27FC236}">
                <a16:creationId xmlns:a16="http://schemas.microsoft.com/office/drawing/2014/main" id="{BE685F26-D8D4-4455-3CB4-AD1C0EE60619}"/>
              </a:ext>
            </a:extLst>
          </p:cNvPr>
          <p:cNvGrpSpPr/>
          <p:nvPr/>
        </p:nvGrpSpPr>
        <p:grpSpPr>
          <a:xfrm>
            <a:off x="10782270" y="5830381"/>
            <a:ext cx="276953" cy="354196"/>
            <a:chOff x="10542317" y="5830381"/>
            <a:chExt cx="276953" cy="354196"/>
          </a:xfrm>
        </p:grpSpPr>
        <p:sp>
          <p:nvSpPr>
            <p:cNvPr id="54" name="TextBox 53">
              <a:extLst>
                <a:ext uri="{FF2B5EF4-FFF2-40B4-BE49-F238E27FC236}">
                  <a16:creationId xmlns:a16="http://schemas.microsoft.com/office/drawing/2014/main" id="{69838227-F8FF-A499-720A-BD11A5115F0D}"/>
                </a:ext>
              </a:extLst>
            </p:cNvPr>
            <p:cNvSpPr txBox="1"/>
            <p:nvPr/>
          </p:nvSpPr>
          <p:spPr>
            <a:xfrm>
              <a:off x="10542317" y="6092244"/>
              <a:ext cx="276953" cy="92333"/>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IN"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a:t>
              </a: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aximo</a:t>
              </a:r>
            </a:p>
          </p:txBody>
        </p:sp>
        <p:pic>
          <p:nvPicPr>
            <p:cNvPr id="1083" name="Picture 1082">
              <a:extLst>
                <a:ext uri="{FF2B5EF4-FFF2-40B4-BE49-F238E27FC236}">
                  <a16:creationId xmlns:a16="http://schemas.microsoft.com/office/drawing/2014/main" id="{D12F9D39-6F8C-80FE-327B-4637838DC731}"/>
                </a:ext>
              </a:extLst>
            </p:cNvPr>
            <p:cNvPicPr>
              <a:picLocks noChangeAspect="1"/>
            </p:cNvPicPr>
            <p:nvPr/>
          </p:nvPicPr>
          <p:blipFill>
            <a:blip r:embed="rId6"/>
            <a:srcRect l="90623" t="84475" r="7248" b="11558"/>
            <a:stretch>
              <a:fillRect/>
            </a:stretch>
          </p:blipFill>
          <p:spPr>
            <a:xfrm>
              <a:off x="10567684" y="5830381"/>
              <a:ext cx="226219" cy="233759"/>
            </a:xfrm>
            <a:custGeom>
              <a:avLst/>
              <a:gdLst>
                <a:gd name="csX0" fmla="*/ 0 w 226219"/>
                <a:gd name="csY0" fmla="*/ 0 h 233759"/>
                <a:gd name="csX1" fmla="*/ 226219 w 226219"/>
                <a:gd name="csY1" fmla="*/ 0 h 233759"/>
                <a:gd name="csX2" fmla="*/ 226219 w 226219"/>
                <a:gd name="csY2" fmla="*/ 233759 h 233759"/>
                <a:gd name="csX3" fmla="*/ 0 w 226219"/>
                <a:gd name="csY3" fmla="*/ 233759 h 233759"/>
              </a:gdLst>
              <a:ahLst/>
              <a:cxnLst>
                <a:cxn ang="0">
                  <a:pos x="csX0" y="csY0"/>
                </a:cxn>
                <a:cxn ang="0">
                  <a:pos x="csX1" y="csY1"/>
                </a:cxn>
                <a:cxn ang="0">
                  <a:pos x="csX2" y="csY2"/>
                </a:cxn>
                <a:cxn ang="0">
                  <a:pos x="csX3" y="csY3"/>
                </a:cxn>
              </a:cxnLst>
              <a:rect l="l" t="t" r="r" b="b"/>
              <a:pathLst>
                <a:path w="226219" h="233759">
                  <a:moveTo>
                    <a:pt x="0" y="0"/>
                  </a:moveTo>
                  <a:lnTo>
                    <a:pt x="226219" y="0"/>
                  </a:lnTo>
                  <a:lnTo>
                    <a:pt x="226219" y="233759"/>
                  </a:lnTo>
                  <a:lnTo>
                    <a:pt x="0" y="233759"/>
                  </a:lnTo>
                  <a:close/>
                </a:path>
              </a:pathLst>
            </a:custGeom>
          </p:spPr>
        </p:pic>
      </p:grpSp>
      <p:grpSp>
        <p:nvGrpSpPr>
          <p:cNvPr id="1115" name="Group 1114">
            <a:extLst>
              <a:ext uri="{FF2B5EF4-FFF2-40B4-BE49-F238E27FC236}">
                <a16:creationId xmlns:a16="http://schemas.microsoft.com/office/drawing/2014/main" id="{42B54D31-0D10-5CCA-CFDB-91F19281DBC1}"/>
              </a:ext>
            </a:extLst>
          </p:cNvPr>
          <p:cNvGrpSpPr/>
          <p:nvPr/>
        </p:nvGrpSpPr>
        <p:grpSpPr>
          <a:xfrm>
            <a:off x="10261021" y="5843081"/>
            <a:ext cx="226219" cy="341496"/>
            <a:chOff x="10099096" y="5843081"/>
            <a:chExt cx="226219" cy="341496"/>
          </a:xfrm>
        </p:grpSpPr>
        <p:sp>
          <p:nvSpPr>
            <p:cNvPr id="53" name="TextBox 52">
              <a:extLst>
                <a:ext uri="{FF2B5EF4-FFF2-40B4-BE49-F238E27FC236}">
                  <a16:creationId xmlns:a16="http://schemas.microsoft.com/office/drawing/2014/main" id="{AD4B72F2-17F1-3378-307E-0F80E6F917CF}"/>
                </a:ext>
              </a:extLst>
            </p:cNvPr>
            <p:cNvSpPr txBox="1"/>
            <p:nvPr/>
          </p:nvSpPr>
          <p:spPr>
            <a:xfrm>
              <a:off x="10127246" y="6092244"/>
              <a:ext cx="169918" cy="92333"/>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APIM</a:t>
              </a:r>
            </a:p>
          </p:txBody>
        </p:sp>
        <p:pic>
          <p:nvPicPr>
            <p:cNvPr id="1084" name="Picture 1083">
              <a:extLst>
                <a:ext uri="{FF2B5EF4-FFF2-40B4-BE49-F238E27FC236}">
                  <a16:creationId xmlns:a16="http://schemas.microsoft.com/office/drawing/2014/main" id="{D01ACD15-4DA3-9A2E-E506-19E74B497FF6}"/>
                </a:ext>
              </a:extLst>
            </p:cNvPr>
            <p:cNvPicPr>
              <a:picLocks noChangeAspect="1"/>
            </p:cNvPicPr>
            <p:nvPr/>
          </p:nvPicPr>
          <p:blipFill>
            <a:blip r:embed="rId6"/>
            <a:srcRect l="85708" t="84475" r="12163" b="11558"/>
            <a:stretch>
              <a:fillRect/>
            </a:stretch>
          </p:blipFill>
          <p:spPr>
            <a:xfrm>
              <a:off x="10099096" y="5843081"/>
              <a:ext cx="226219" cy="233759"/>
            </a:xfrm>
            <a:custGeom>
              <a:avLst/>
              <a:gdLst>
                <a:gd name="csX0" fmla="*/ 0 w 226219"/>
                <a:gd name="csY0" fmla="*/ 0 h 233759"/>
                <a:gd name="csX1" fmla="*/ 226219 w 226219"/>
                <a:gd name="csY1" fmla="*/ 0 h 233759"/>
                <a:gd name="csX2" fmla="*/ 226219 w 226219"/>
                <a:gd name="csY2" fmla="*/ 233759 h 233759"/>
                <a:gd name="csX3" fmla="*/ 0 w 226219"/>
                <a:gd name="csY3" fmla="*/ 233759 h 233759"/>
              </a:gdLst>
              <a:ahLst/>
              <a:cxnLst>
                <a:cxn ang="0">
                  <a:pos x="csX0" y="csY0"/>
                </a:cxn>
                <a:cxn ang="0">
                  <a:pos x="csX1" y="csY1"/>
                </a:cxn>
                <a:cxn ang="0">
                  <a:pos x="csX2" y="csY2"/>
                </a:cxn>
                <a:cxn ang="0">
                  <a:pos x="csX3" y="csY3"/>
                </a:cxn>
              </a:cxnLst>
              <a:rect l="l" t="t" r="r" b="b"/>
              <a:pathLst>
                <a:path w="226219" h="233759">
                  <a:moveTo>
                    <a:pt x="0" y="0"/>
                  </a:moveTo>
                  <a:lnTo>
                    <a:pt x="226219" y="0"/>
                  </a:lnTo>
                  <a:lnTo>
                    <a:pt x="226219" y="233759"/>
                  </a:lnTo>
                  <a:lnTo>
                    <a:pt x="0" y="233759"/>
                  </a:lnTo>
                  <a:close/>
                </a:path>
              </a:pathLst>
            </a:custGeom>
          </p:spPr>
        </p:pic>
      </p:grpSp>
      <p:pic>
        <p:nvPicPr>
          <p:cNvPr id="1086" name="Picture 1085">
            <a:extLst>
              <a:ext uri="{FF2B5EF4-FFF2-40B4-BE49-F238E27FC236}">
                <a16:creationId xmlns:a16="http://schemas.microsoft.com/office/drawing/2014/main" id="{53D1B5FD-F21E-4E5D-5D35-9810F3E444D3}"/>
              </a:ext>
            </a:extLst>
          </p:cNvPr>
          <p:cNvPicPr>
            <a:picLocks noChangeAspect="1"/>
          </p:cNvPicPr>
          <p:nvPr/>
        </p:nvPicPr>
        <p:blipFill>
          <a:blip r:embed="rId6"/>
          <a:srcRect l="13947" t="20679" r="83923" b="75402"/>
          <a:stretch>
            <a:fillRect/>
          </a:stretch>
        </p:blipFill>
        <p:spPr>
          <a:xfrm>
            <a:off x="4580334" y="3058637"/>
            <a:ext cx="226218" cy="230981"/>
          </a:xfrm>
          <a:custGeom>
            <a:avLst/>
            <a:gdLst>
              <a:gd name="csX0" fmla="*/ 0 w 226218"/>
              <a:gd name="csY0" fmla="*/ 0 h 230981"/>
              <a:gd name="csX1" fmla="*/ 226218 w 226218"/>
              <a:gd name="csY1" fmla="*/ 0 h 230981"/>
              <a:gd name="csX2" fmla="*/ 226218 w 226218"/>
              <a:gd name="csY2" fmla="*/ 230981 h 230981"/>
              <a:gd name="csX3" fmla="*/ 0 w 226218"/>
              <a:gd name="csY3" fmla="*/ 230981 h 230981"/>
            </a:gdLst>
            <a:ahLst/>
            <a:cxnLst>
              <a:cxn ang="0">
                <a:pos x="csX0" y="csY0"/>
              </a:cxn>
              <a:cxn ang="0">
                <a:pos x="csX1" y="csY1"/>
              </a:cxn>
              <a:cxn ang="0">
                <a:pos x="csX2" y="csY2"/>
              </a:cxn>
              <a:cxn ang="0">
                <a:pos x="csX3" y="csY3"/>
              </a:cxn>
            </a:cxnLst>
            <a:rect l="l" t="t" r="r" b="b"/>
            <a:pathLst>
              <a:path w="226218" h="230981">
                <a:moveTo>
                  <a:pt x="0" y="0"/>
                </a:moveTo>
                <a:lnTo>
                  <a:pt x="226218" y="0"/>
                </a:lnTo>
                <a:lnTo>
                  <a:pt x="226218" y="230981"/>
                </a:lnTo>
                <a:lnTo>
                  <a:pt x="0" y="230981"/>
                </a:lnTo>
                <a:close/>
              </a:path>
            </a:pathLst>
          </a:custGeom>
        </p:spPr>
      </p:pic>
      <p:sp>
        <p:nvSpPr>
          <p:cNvPr id="1087" name="TextBox 1086">
            <a:extLst>
              <a:ext uri="{FF2B5EF4-FFF2-40B4-BE49-F238E27FC236}">
                <a16:creationId xmlns:a16="http://schemas.microsoft.com/office/drawing/2014/main" id="{43AD09B9-3FCD-F6D9-8918-B4BE27C06D73}"/>
              </a:ext>
            </a:extLst>
          </p:cNvPr>
          <p:cNvSpPr txBox="1"/>
          <p:nvPr/>
        </p:nvSpPr>
        <p:spPr>
          <a:xfrm>
            <a:off x="4376873" y="2800698"/>
            <a:ext cx="628378" cy="92333"/>
          </a:xfrm>
          <a:prstGeom prst="rect">
            <a:avLst/>
          </a:prstGeom>
          <a:solidFill>
            <a:schemeClr val="bg1"/>
          </a:solid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User Authentication</a:t>
            </a:r>
          </a:p>
        </p:txBody>
      </p:sp>
      <p:cxnSp>
        <p:nvCxnSpPr>
          <p:cNvPr id="1097" name="Straight Arrow Connector 1096">
            <a:extLst>
              <a:ext uri="{FF2B5EF4-FFF2-40B4-BE49-F238E27FC236}">
                <a16:creationId xmlns:a16="http://schemas.microsoft.com/office/drawing/2014/main" id="{CB5A17F2-C84C-49D7-E10D-C0043203501C}"/>
              </a:ext>
            </a:extLst>
          </p:cNvPr>
          <p:cNvCxnSpPr>
            <a:cxnSpLocks/>
          </p:cNvCxnSpPr>
          <p:nvPr/>
        </p:nvCxnSpPr>
        <p:spPr>
          <a:xfrm>
            <a:off x="850117" y="1657300"/>
            <a:ext cx="253418"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sp>
        <p:nvSpPr>
          <p:cNvPr id="1102" name="Freeform: Shape 1101">
            <a:extLst>
              <a:ext uri="{FF2B5EF4-FFF2-40B4-BE49-F238E27FC236}">
                <a16:creationId xmlns:a16="http://schemas.microsoft.com/office/drawing/2014/main" id="{4BF6C4D6-E749-73EB-3119-82516F145726}"/>
              </a:ext>
            </a:extLst>
          </p:cNvPr>
          <p:cNvSpPr>
            <a:spLocks/>
          </p:cNvSpPr>
          <p:nvPr/>
        </p:nvSpPr>
        <p:spPr>
          <a:xfrm>
            <a:off x="1409700" y="1666875"/>
            <a:ext cx="485775" cy="600075"/>
          </a:xfrm>
          <a:custGeom>
            <a:avLst/>
            <a:gdLst>
              <a:gd name="csX0" fmla="*/ 0 w 485775"/>
              <a:gd name="csY0" fmla="*/ 0 h 600075"/>
              <a:gd name="csX1" fmla="*/ 266700 w 485775"/>
              <a:gd name="csY1" fmla="*/ 0 h 600075"/>
              <a:gd name="csX2" fmla="*/ 266700 w 485775"/>
              <a:gd name="csY2" fmla="*/ 600075 h 600075"/>
              <a:gd name="csX3" fmla="*/ 485775 w 485775"/>
              <a:gd name="csY3" fmla="*/ 600075 h 600075"/>
            </a:gdLst>
            <a:ahLst/>
            <a:cxnLst>
              <a:cxn ang="0">
                <a:pos x="csX0" y="csY0"/>
              </a:cxn>
              <a:cxn ang="0">
                <a:pos x="csX1" y="csY1"/>
              </a:cxn>
              <a:cxn ang="0">
                <a:pos x="csX2" y="csY2"/>
              </a:cxn>
              <a:cxn ang="0">
                <a:pos x="csX3" y="csY3"/>
              </a:cxn>
            </a:cxnLst>
            <a:rect l="l" t="t" r="r" b="b"/>
            <a:pathLst>
              <a:path w="485775" h="600075">
                <a:moveTo>
                  <a:pt x="0" y="0"/>
                </a:moveTo>
                <a:lnTo>
                  <a:pt x="266700" y="0"/>
                </a:lnTo>
                <a:lnTo>
                  <a:pt x="266700" y="600075"/>
                </a:lnTo>
                <a:lnTo>
                  <a:pt x="485775" y="600075"/>
                </a:lnTo>
              </a:path>
            </a:pathLst>
          </a:cu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1103" name="Freeform: Shape 1102">
            <a:extLst>
              <a:ext uri="{FF2B5EF4-FFF2-40B4-BE49-F238E27FC236}">
                <a16:creationId xmlns:a16="http://schemas.microsoft.com/office/drawing/2014/main" id="{098FBC56-A756-1D2B-9FDE-A24F704045EF}"/>
              </a:ext>
            </a:extLst>
          </p:cNvPr>
          <p:cNvSpPr>
            <a:spLocks/>
          </p:cNvSpPr>
          <p:nvPr/>
        </p:nvSpPr>
        <p:spPr>
          <a:xfrm flipV="1">
            <a:off x="1409700" y="2266949"/>
            <a:ext cx="485775" cy="593725"/>
          </a:xfrm>
          <a:custGeom>
            <a:avLst/>
            <a:gdLst>
              <a:gd name="csX0" fmla="*/ 0 w 485775"/>
              <a:gd name="csY0" fmla="*/ 0 h 600075"/>
              <a:gd name="csX1" fmla="*/ 266700 w 485775"/>
              <a:gd name="csY1" fmla="*/ 0 h 600075"/>
              <a:gd name="csX2" fmla="*/ 266700 w 485775"/>
              <a:gd name="csY2" fmla="*/ 600075 h 600075"/>
              <a:gd name="csX3" fmla="*/ 485775 w 485775"/>
              <a:gd name="csY3" fmla="*/ 600075 h 600075"/>
            </a:gdLst>
            <a:ahLst/>
            <a:cxnLst>
              <a:cxn ang="0">
                <a:pos x="csX0" y="csY0"/>
              </a:cxn>
              <a:cxn ang="0">
                <a:pos x="csX1" y="csY1"/>
              </a:cxn>
              <a:cxn ang="0">
                <a:pos x="csX2" y="csY2"/>
              </a:cxn>
              <a:cxn ang="0">
                <a:pos x="csX3" y="csY3"/>
              </a:cxn>
            </a:cxnLst>
            <a:rect l="l" t="t" r="r" b="b"/>
            <a:pathLst>
              <a:path w="485775" h="600075">
                <a:moveTo>
                  <a:pt x="0" y="0"/>
                </a:moveTo>
                <a:lnTo>
                  <a:pt x="266700" y="0"/>
                </a:lnTo>
                <a:lnTo>
                  <a:pt x="266700" y="600075"/>
                </a:lnTo>
                <a:lnTo>
                  <a:pt x="485775" y="600075"/>
                </a:lnTo>
              </a:path>
            </a:pathLst>
          </a:cu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502D79DC-BC82-6D52-C23E-0B821B1B0350}"/>
              </a:ext>
            </a:extLst>
          </p:cNvPr>
          <p:cNvSpPr txBox="1"/>
          <p:nvPr/>
        </p:nvSpPr>
        <p:spPr>
          <a:xfrm>
            <a:off x="554736" y="3047101"/>
            <a:ext cx="372365"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Internal users</a:t>
            </a:r>
          </a:p>
        </p:txBody>
      </p:sp>
      <p:sp>
        <p:nvSpPr>
          <p:cNvPr id="9" name="TextBox 8">
            <a:extLst>
              <a:ext uri="{FF2B5EF4-FFF2-40B4-BE49-F238E27FC236}">
                <a16:creationId xmlns:a16="http://schemas.microsoft.com/office/drawing/2014/main" id="{6FE80D21-DAFC-9398-A3D8-661A03412EFE}"/>
              </a:ext>
            </a:extLst>
          </p:cNvPr>
          <p:cNvSpPr txBox="1"/>
          <p:nvPr/>
        </p:nvSpPr>
        <p:spPr>
          <a:xfrm>
            <a:off x="1046321" y="3047101"/>
            <a:ext cx="475045"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Internal network</a:t>
            </a:r>
          </a:p>
        </p:txBody>
      </p:sp>
      <p:grpSp>
        <p:nvGrpSpPr>
          <p:cNvPr id="1043" name="Group 1042">
            <a:extLst>
              <a:ext uri="{FF2B5EF4-FFF2-40B4-BE49-F238E27FC236}">
                <a16:creationId xmlns:a16="http://schemas.microsoft.com/office/drawing/2014/main" id="{9B03FC41-9B11-D536-2375-88ABFF970BF0}"/>
              </a:ext>
            </a:extLst>
          </p:cNvPr>
          <p:cNvGrpSpPr/>
          <p:nvPr/>
        </p:nvGrpSpPr>
        <p:grpSpPr>
          <a:xfrm>
            <a:off x="604083" y="2682681"/>
            <a:ext cx="273670" cy="319851"/>
            <a:chOff x="-9974883" y="1407729"/>
            <a:chExt cx="1440531" cy="1683616"/>
          </a:xfrm>
        </p:grpSpPr>
        <p:sp>
          <p:nvSpPr>
            <p:cNvPr id="1044" name="Freeform: Shape 1043">
              <a:extLst>
                <a:ext uri="{FF2B5EF4-FFF2-40B4-BE49-F238E27FC236}">
                  <a16:creationId xmlns:a16="http://schemas.microsoft.com/office/drawing/2014/main" id="{8708CAC6-1467-5E7F-4F2E-9DB613520009}"/>
                </a:ext>
              </a:extLst>
            </p:cNvPr>
            <p:cNvSpPr/>
            <p:nvPr/>
          </p:nvSpPr>
          <p:spPr>
            <a:xfrm>
              <a:off x="-9702197" y="1407729"/>
              <a:ext cx="895159" cy="895159"/>
            </a:xfrm>
            <a:custGeom>
              <a:avLst/>
              <a:gdLst>
                <a:gd name="csX0" fmla="*/ 895160 w 895159"/>
                <a:gd name="csY0" fmla="*/ 447580 h 895159"/>
                <a:gd name="csX1" fmla="*/ 447580 w 895159"/>
                <a:gd name="csY1" fmla="*/ 895160 h 895159"/>
                <a:gd name="csX2" fmla="*/ 0 w 895159"/>
                <a:gd name="csY2" fmla="*/ 447580 h 895159"/>
                <a:gd name="csX3" fmla="*/ 447580 w 895159"/>
                <a:gd name="csY3" fmla="*/ 0 h 895159"/>
                <a:gd name="csX4" fmla="*/ 895160 w 895159"/>
                <a:gd name="csY4" fmla="*/ 447580 h 895159"/>
              </a:gdLst>
              <a:ahLst/>
              <a:cxnLst>
                <a:cxn ang="0">
                  <a:pos x="csX0" y="csY0"/>
                </a:cxn>
                <a:cxn ang="0">
                  <a:pos x="csX1" y="csY1"/>
                </a:cxn>
                <a:cxn ang="0">
                  <a:pos x="csX2" y="csY2"/>
                </a:cxn>
                <a:cxn ang="0">
                  <a:pos x="csX3" y="csY3"/>
                </a:cxn>
                <a:cxn ang="0">
                  <a:pos x="csX4" y="csY4"/>
                </a:cxn>
              </a:cxnLst>
              <a:rect l="l" t="t" r="r" b="b"/>
              <a:pathLst>
                <a:path w="895159" h="895159">
                  <a:moveTo>
                    <a:pt x="895160" y="447580"/>
                  </a:moveTo>
                  <a:cubicBezTo>
                    <a:pt x="895160" y="694771"/>
                    <a:pt x="694771" y="895160"/>
                    <a:pt x="447580" y="895160"/>
                  </a:cubicBezTo>
                  <a:cubicBezTo>
                    <a:pt x="200388" y="895160"/>
                    <a:pt x="0" y="694771"/>
                    <a:pt x="0" y="447580"/>
                  </a:cubicBezTo>
                  <a:cubicBezTo>
                    <a:pt x="0" y="200388"/>
                    <a:pt x="200388" y="0"/>
                    <a:pt x="447580" y="0"/>
                  </a:cubicBezTo>
                  <a:cubicBezTo>
                    <a:pt x="694771" y="0"/>
                    <a:pt x="895160" y="200388"/>
                    <a:pt x="895160" y="447580"/>
                  </a:cubicBezTo>
                  <a:close/>
                </a:path>
              </a:pathLst>
            </a:custGeom>
            <a:solidFill>
              <a:schemeClr val="accent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1045" name="Freeform: Shape 1044">
              <a:extLst>
                <a:ext uri="{FF2B5EF4-FFF2-40B4-BE49-F238E27FC236}">
                  <a16:creationId xmlns:a16="http://schemas.microsoft.com/office/drawing/2014/main" id="{98D046B4-A5D0-CC6D-1EDF-D3A00F789CFD}"/>
                </a:ext>
              </a:extLst>
            </p:cNvPr>
            <p:cNvSpPr/>
            <p:nvPr/>
          </p:nvSpPr>
          <p:spPr>
            <a:xfrm>
              <a:off x="-9974883" y="2389089"/>
              <a:ext cx="1440531" cy="702256"/>
            </a:xfrm>
            <a:custGeom>
              <a:avLst/>
              <a:gdLst>
                <a:gd name="csX0" fmla="*/ 720266 w 1440531"/>
                <a:gd name="csY0" fmla="*/ 667798 h 702256"/>
                <a:gd name="csX1" fmla="*/ 1237855 w 1440531"/>
                <a:gd name="csY1" fmla="*/ 700659 h 702256"/>
                <a:gd name="csX2" fmla="*/ 1422449 w 1440531"/>
                <a:gd name="csY2" fmla="*/ 443294 h 702256"/>
                <a:gd name="csX3" fmla="*/ 720171 w 1440531"/>
                <a:gd name="csY3" fmla="*/ 0 h 702256"/>
                <a:gd name="csX4" fmla="*/ 18083 w 1440531"/>
                <a:gd name="csY4" fmla="*/ 443294 h 702256"/>
                <a:gd name="csX5" fmla="*/ 202677 w 1440531"/>
                <a:gd name="csY5" fmla="*/ 700659 h 702256"/>
                <a:gd name="csX6" fmla="*/ 720266 w 1440531"/>
                <a:gd name="csY6" fmla="*/ 667798 h 7022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40531" h="702256">
                  <a:moveTo>
                    <a:pt x="720266" y="667798"/>
                  </a:moveTo>
                  <a:cubicBezTo>
                    <a:pt x="900193" y="667798"/>
                    <a:pt x="1074025" y="679323"/>
                    <a:pt x="1237855" y="700659"/>
                  </a:cubicBezTo>
                  <a:cubicBezTo>
                    <a:pt x="1379682" y="719138"/>
                    <a:pt x="1484076" y="572357"/>
                    <a:pt x="1422449" y="443294"/>
                  </a:cubicBezTo>
                  <a:cubicBezTo>
                    <a:pt x="1297290" y="181166"/>
                    <a:pt x="1030114" y="0"/>
                    <a:pt x="720171" y="0"/>
                  </a:cubicBezTo>
                  <a:cubicBezTo>
                    <a:pt x="410227" y="0"/>
                    <a:pt x="143241" y="181166"/>
                    <a:pt x="18083" y="443294"/>
                  </a:cubicBezTo>
                  <a:cubicBezTo>
                    <a:pt x="-43544" y="572357"/>
                    <a:pt x="60850" y="719233"/>
                    <a:pt x="202677" y="700659"/>
                  </a:cubicBezTo>
                  <a:cubicBezTo>
                    <a:pt x="366603" y="679228"/>
                    <a:pt x="540339" y="667798"/>
                    <a:pt x="720266" y="667798"/>
                  </a:cubicBezTo>
                  <a:close/>
                </a:path>
              </a:pathLst>
            </a:custGeom>
            <a:solidFill>
              <a:schemeClr val="accent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grpSp>
      <p:pic>
        <p:nvPicPr>
          <p:cNvPr id="1049" name="Picture 1048">
            <a:extLst>
              <a:ext uri="{FF2B5EF4-FFF2-40B4-BE49-F238E27FC236}">
                <a16:creationId xmlns:a16="http://schemas.microsoft.com/office/drawing/2014/main" id="{DCA2651C-08C5-3DBB-7665-412759FD8EBA}"/>
              </a:ext>
            </a:extLst>
          </p:cNvPr>
          <p:cNvPicPr>
            <a:picLocks noChangeAspect="1"/>
          </p:cNvPicPr>
          <p:nvPr/>
        </p:nvPicPr>
        <p:blipFill>
          <a:blip r:embed="rId6"/>
          <a:srcRect l="7783" t="27144" r="90087" b="69083"/>
          <a:stretch>
            <a:fillRect/>
          </a:stretch>
        </p:blipFill>
        <p:spPr>
          <a:xfrm>
            <a:off x="1119886" y="2699105"/>
            <a:ext cx="327914" cy="322250"/>
          </a:xfrm>
          <a:custGeom>
            <a:avLst/>
            <a:gdLst>
              <a:gd name="csX0" fmla="*/ 0 w 226219"/>
              <a:gd name="csY0" fmla="*/ 0 h 222312"/>
              <a:gd name="csX1" fmla="*/ 226219 w 226219"/>
              <a:gd name="csY1" fmla="*/ 0 h 222312"/>
              <a:gd name="csX2" fmla="*/ 226219 w 226219"/>
              <a:gd name="csY2" fmla="*/ 222312 h 222312"/>
              <a:gd name="csX3" fmla="*/ 0 w 226219"/>
              <a:gd name="csY3" fmla="*/ 222312 h 222312"/>
            </a:gdLst>
            <a:ahLst/>
            <a:cxnLst>
              <a:cxn ang="0">
                <a:pos x="csX0" y="csY0"/>
              </a:cxn>
              <a:cxn ang="0">
                <a:pos x="csX1" y="csY1"/>
              </a:cxn>
              <a:cxn ang="0">
                <a:pos x="csX2" y="csY2"/>
              </a:cxn>
              <a:cxn ang="0">
                <a:pos x="csX3" y="csY3"/>
              </a:cxn>
            </a:cxnLst>
            <a:rect l="l" t="t" r="r" b="b"/>
            <a:pathLst>
              <a:path w="226219" h="222312">
                <a:moveTo>
                  <a:pt x="0" y="0"/>
                </a:moveTo>
                <a:lnTo>
                  <a:pt x="226219" y="0"/>
                </a:lnTo>
                <a:lnTo>
                  <a:pt x="226219" y="222312"/>
                </a:lnTo>
                <a:lnTo>
                  <a:pt x="0" y="222312"/>
                </a:lnTo>
                <a:close/>
              </a:path>
            </a:pathLst>
          </a:custGeom>
        </p:spPr>
      </p:pic>
      <p:cxnSp>
        <p:nvCxnSpPr>
          <p:cNvPr id="1098" name="Straight Arrow Connector 1097">
            <a:extLst>
              <a:ext uri="{FF2B5EF4-FFF2-40B4-BE49-F238E27FC236}">
                <a16:creationId xmlns:a16="http://schemas.microsoft.com/office/drawing/2014/main" id="{C9A82448-4F17-D7DC-FB30-6E96CB35635A}"/>
              </a:ext>
            </a:extLst>
          </p:cNvPr>
          <p:cNvCxnSpPr>
            <a:cxnSpLocks/>
          </p:cNvCxnSpPr>
          <p:nvPr/>
        </p:nvCxnSpPr>
        <p:spPr>
          <a:xfrm>
            <a:off x="850117" y="2873325"/>
            <a:ext cx="253418"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cxnSp>
        <p:nvCxnSpPr>
          <p:cNvPr id="1104" name="Straight Arrow Connector 1103">
            <a:extLst>
              <a:ext uri="{FF2B5EF4-FFF2-40B4-BE49-F238E27FC236}">
                <a16:creationId xmlns:a16="http://schemas.microsoft.com/office/drawing/2014/main" id="{78AE447F-B76E-0D8D-4CD5-271B96D3796D}"/>
              </a:ext>
            </a:extLst>
          </p:cNvPr>
          <p:cNvCxnSpPr>
            <a:cxnSpLocks/>
          </p:cNvCxnSpPr>
          <p:nvPr/>
        </p:nvCxnSpPr>
        <p:spPr>
          <a:xfrm flipV="1">
            <a:off x="2164567" y="2251869"/>
            <a:ext cx="871284"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8CCD335-0A8A-948B-1070-F3218C0CBB9D}"/>
              </a:ext>
            </a:extLst>
          </p:cNvPr>
          <p:cNvSpPr txBox="1"/>
          <p:nvPr/>
        </p:nvSpPr>
        <p:spPr>
          <a:xfrm>
            <a:off x="2337722" y="2115556"/>
            <a:ext cx="470342" cy="276999"/>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Only Authenticated Users</a:t>
            </a:r>
          </a:p>
        </p:txBody>
      </p:sp>
      <p:cxnSp>
        <p:nvCxnSpPr>
          <p:cNvPr id="1106" name="Straight Arrow Connector 1105">
            <a:extLst>
              <a:ext uri="{FF2B5EF4-FFF2-40B4-BE49-F238E27FC236}">
                <a16:creationId xmlns:a16="http://schemas.microsoft.com/office/drawing/2014/main" id="{40884BB6-1E16-70DF-14AF-8980CBE026F8}"/>
              </a:ext>
            </a:extLst>
          </p:cNvPr>
          <p:cNvCxnSpPr>
            <a:cxnSpLocks/>
          </p:cNvCxnSpPr>
          <p:nvPr/>
        </p:nvCxnSpPr>
        <p:spPr>
          <a:xfrm flipV="1">
            <a:off x="3231367" y="2251869"/>
            <a:ext cx="871284"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3F97AE5-BA6D-5859-ED19-7E79FDBB3FA2}"/>
              </a:ext>
            </a:extLst>
          </p:cNvPr>
          <p:cNvSpPr txBox="1"/>
          <p:nvPr/>
        </p:nvSpPr>
        <p:spPr>
          <a:xfrm>
            <a:off x="3371752" y="2151751"/>
            <a:ext cx="540644"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Drives the Users to correct App</a:t>
            </a:r>
          </a:p>
        </p:txBody>
      </p:sp>
      <p:cxnSp>
        <p:nvCxnSpPr>
          <p:cNvPr id="5" name="Straight Arrow Connector 4">
            <a:extLst>
              <a:ext uri="{FF2B5EF4-FFF2-40B4-BE49-F238E27FC236}">
                <a16:creationId xmlns:a16="http://schemas.microsoft.com/office/drawing/2014/main" id="{C4D61B21-7EDF-D7EC-B56E-6F749F090C0B}"/>
              </a:ext>
            </a:extLst>
          </p:cNvPr>
          <p:cNvCxnSpPr>
            <a:cxnSpLocks/>
          </p:cNvCxnSpPr>
          <p:nvPr/>
        </p:nvCxnSpPr>
        <p:spPr>
          <a:xfrm>
            <a:off x="5277147" y="2251869"/>
            <a:ext cx="798470"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3B22230-6299-5A99-5710-C06011A1E3F3}"/>
              </a:ext>
            </a:extLst>
          </p:cNvPr>
          <p:cNvSpPr txBox="1"/>
          <p:nvPr/>
        </p:nvSpPr>
        <p:spPr>
          <a:xfrm>
            <a:off x="5297617" y="1830440"/>
            <a:ext cx="522579" cy="184666"/>
          </a:xfrm>
          <a:prstGeom prst="rect">
            <a:avLst/>
          </a:prstGeom>
          <a:solidFill>
            <a:schemeClr val="bg1"/>
          </a:solid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Entra ID </a:t>
            </a:r>
            <a:b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b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(3rd Auth Layer)</a:t>
            </a:r>
          </a:p>
        </p:txBody>
      </p:sp>
      <p:sp>
        <p:nvSpPr>
          <p:cNvPr id="20" name="Rectangle 19">
            <a:extLst>
              <a:ext uri="{FF2B5EF4-FFF2-40B4-BE49-F238E27FC236}">
                <a16:creationId xmlns:a16="http://schemas.microsoft.com/office/drawing/2014/main" id="{363509AF-C242-5B95-0162-95C18DE5282B}"/>
              </a:ext>
            </a:extLst>
          </p:cNvPr>
          <p:cNvSpPr/>
          <p:nvPr/>
        </p:nvSpPr>
        <p:spPr>
          <a:xfrm>
            <a:off x="7175500" y="2955925"/>
            <a:ext cx="2019300" cy="1362075"/>
          </a:xfrm>
          <a:prstGeom prst="rect">
            <a:avLst/>
          </a:prstGeom>
          <a:solidFill>
            <a:schemeClr val="accent5">
              <a:lumMod val="40000"/>
              <a:lumOff val="60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A984CE09-C92E-14E0-D841-06E436DFC606}"/>
              </a:ext>
            </a:extLst>
          </p:cNvPr>
          <p:cNvSpPr/>
          <p:nvPr/>
        </p:nvSpPr>
        <p:spPr>
          <a:xfrm>
            <a:off x="7413625" y="3441700"/>
            <a:ext cx="1543050" cy="774700"/>
          </a:xfrm>
          <a:prstGeom prst="rect">
            <a:avLst/>
          </a:prstGeom>
          <a:solidFill>
            <a:schemeClr val="accent3">
              <a:lumMod val="10000"/>
              <a:lumOff val="90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F599EB61-CB75-255E-9B56-E1EFE32CF836}"/>
              </a:ext>
            </a:extLst>
          </p:cNvPr>
          <p:cNvSpPr txBox="1"/>
          <p:nvPr/>
        </p:nvSpPr>
        <p:spPr>
          <a:xfrm>
            <a:off x="7230986" y="2839456"/>
            <a:ext cx="679673"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Azure Managed Redis</a:t>
            </a:r>
          </a:p>
        </p:txBody>
      </p:sp>
      <p:sp>
        <p:nvSpPr>
          <p:cNvPr id="35" name="TextBox 34">
            <a:extLst>
              <a:ext uri="{FF2B5EF4-FFF2-40B4-BE49-F238E27FC236}">
                <a16:creationId xmlns:a16="http://schemas.microsoft.com/office/drawing/2014/main" id="{E4E6CF00-339D-A73A-CBB2-F75E730E218B}"/>
              </a:ext>
            </a:extLst>
          </p:cNvPr>
          <p:cNvSpPr txBox="1"/>
          <p:nvPr/>
        </p:nvSpPr>
        <p:spPr>
          <a:xfrm>
            <a:off x="7206486" y="2986776"/>
            <a:ext cx="493726"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1"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Server In Detail</a:t>
            </a:r>
          </a:p>
        </p:txBody>
      </p:sp>
      <p:sp>
        <p:nvSpPr>
          <p:cNvPr id="41" name="TextBox 40">
            <a:extLst>
              <a:ext uri="{FF2B5EF4-FFF2-40B4-BE49-F238E27FC236}">
                <a16:creationId xmlns:a16="http://schemas.microsoft.com/office/drawing/2014/main" id="{8495F397-41BF-6550-7FB8-63182171A2A1}"/>
              </a:ext>
            </a:extLst>
          </p:cNvPr>
          <p:cNvSpPr txBox="1"/>
          <p:nvPr/>
        </p:nvSpPr>
        <p:spPr>
          <a:xfrm>
            <a:off x="9257267" y="3270621"/>
            <a:ext cx="404408"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Managed Identities</a:t>
            </a:r>
          </a:p>
        </p:txBody>
      </p:sp>
      <p:pic>
        <p:nvPicPr>
          <p:cNvPr id="1061" name="Picture 1060">
            <a:extLst>
              <a:ext uri="{FF2B5EF4-FFF2-40B4-BE49-F238E27FC236}">
                <a16:creationId xmlns:a16="http://schemas.microsoft.com/office/drawing/2014/main" id="{D8B9B3D0-EF22-274F-025C-E13A8F946853}"/>
              </a:ext>
            </a:extLst>
          </p:cNvPr>
          <p:cNvPicPr>
            <a:picLocks noChangeAspect="1"/>
          </p:cNvPicPr>
          <p:nvPr/>
        </p:nvPicPr>
        <p:blipFill>
          <a:blip r:embed="rId6"/>
          <a:srcRect l="60188" t="27521" r="37683" b="68512"/>
          <a:stretch>
            <a:fillRect/>
          </a:stretch>
        </p:blipFill>
        <p:spPr>
          <a:xfrm>
            <a:off x="7457713" y="2579536"/>
            <a:ext cx="226219" cy="233758"/>
          </a:xfrm>
          <a:custGeom>
            <a:avLst/>
            <a:gdLst>
              <a:gd name="csX0" fmla="*/ 0 w 226219"/>
              <a:gd name="csY0" fmla="*/ 0 h 233758"/>
              <a:gd name="csX1" fmla="*/ 226219 w 226219"/>
              <a:gd name="csY1" fmla="*/ 0 h 233758"/>
              <a:gd name="csX2" fmla="*/ 226219 w 226219"/>
              <a:gd name="csY2" fmla="*/ 233758 h 233758"/>
              <a:gd name="csX3" fmla="*/ 0 w 226219"/>
              <a:gd name="csY3" fmla="*/ 233758 h 233758"/>
            </a:gdLst>
            <a:ahLst/>
            <a:cxnLst>
              <a:cxn ang="0">
                <a:pos x="csX0" y="csY0"/>
              </a:cxn>
              <a:cxn ang="0">
                <a:pos x="csX1" y="csY1"/>
              </a:cxn>
              <a:cxn ang="0">
                <a:pos x="csX2" y="csY2"/>
              </a:cxn>
              <a:cxn ang="0">
                <a:pos x="csX3" y="csY3"/>
              </a:cxn>
            </a:cxnLst>
            <a:rect l="l" t="t" r="r" b="b"/>
            <a:pathLst>
              <a:path w="226219" h="233758">
                <a:moveTo>
                  <a:pt x="0" y="0"/>
                </a:moveTo>
                <a:lnTo>
                  <a:pt x="226219" y="0"/>
                </a:lnTo>
                <a:lnTo>
                  <a:pt x="226219" y="233758"/>
                </a:lnTo>
                <a:lnTo>
                  <a:pt x="0" y="233758"/>
                </a:lnTo>
                <a:close/>
              </a:path>
            </a:pathLst>
          </a:custGeom>
        </p:spPr>
      </p:pic>
      <p:grpSp>
        <p:nvGrpSpPr>
          <p:cNvPr id="43" name="Group 42">
            <a:extLst>
              <a:ext uri="{FF2B5EF4-FFF2-40B4-BE49-F238E27FC236}">
                <a16:creationId xmlns:a16="http://schemas.microsoft.com/office/drawing/2014/main" id="{12A72D7A-776E-390F-3668-F9563F812B58}"/>
              </a:ext>
            </a:extLst>
          </p:cNvPr>
          <p:cNvGrpSpPr/>
          <p:nvPr/>
        </p:nvGrpSpPr>
        <p:grpSpPr>
          <a:xfrm>
            <a:off x="8083585" y="3022111"/>
            <a:ext cx="177182" cy="290043"/>
            <a:chOff x="5791235" y="3666636"/>
            <a:chExt cx="177182" cy="290043"/>
          </a:xfrm>
        </p:grpSpPr>
        <p:sp>
          <p:nvSpPr>
            <p:cNvPr id="37" name="TextBox 36">
              <a:extLst>
                <a:ext uri="{FF2B5EF4-FFF2-40B4-BE49-F238E27FC236}">
                  <a16:creationId xmlns:a16="http://schemas.microsoft.com/office/drawing/2014/main" id="{0540271B-6D96-5121-934D-214379392DB9}"/>
                </a:ext>
              </a:extLst>
            </p:cNvPr>
            <p:cNvSpPr txBox="1">
              <a:spLocks/>
            </p:cNvSpPr>
            <p:nvPr/>
          </p:nvSpPr>
          <p:spPr>
            <a:xfrm>
              <a:off x="5791235" y="3864346"/>
              <a:ext cx="177182" cy="92333"/>
            </a:xfrm>
            <a:prstGeom prst="rect">
              <a:avLst/>
            </a:prstGeom>
          </p:spPr>
          <p:txBody>
            <a:bodyPr vert="horz" wrap="square" lIns="0" tIns="0" rIns="0" bIns="0" rtlCol="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FastAPI</a:t>
              </a:r>
            </a:p>
          </p:txBody>
        </p:sp>
        <p:pic>
          <p:nvPicPr>
            <p:cNvPr id="1062" name="Picture 1061">
              <a:extLst>
                <a:ext uri="{FF2B5EF4-FFF2-40B4-BE49-F238E27FC236}">
                  <a16:creationId xmlns:a16="http://schemas.microsoft.com/office/drawing/2014/main" id="{8FB4348D-E479-E9FE-BD17-59903AE2B042}"/>
                </a:ext>
              </a:extLst>
            </p:cNvPr>
            <p:cNvPicPr>
              <a:picLocks/>
            </p:cNvPicPr>
            <p:nvPr/>
          </p:nvPicPr>
          <p:blipFill>
            <a:blip r:embed="rId6">
              <a:clrChange>
                <a:clrFrom>
                  <a:srgbClr val="FFF6C7"/>
                </a:clrFrom>
                <a:clrTo>
                  <a:srgbClr val="FFF6C7">
                    <a:alpha val="0"/>
                  </a:srgbClr>
                </a:clrTo>
              </a:clrChange>
            </a:blip>
            <a:srcRect l="65350" t="35904" r="32982" b="61259"/>
            <a:stretch>
              <a:fillRect/>
            </a:stretch>
          </p:blipFill>
          <p:spPr>
            <a:xfrm>
              <a:off x="5791235" y="3666636"/>
              <a:ext cx="177182" cy="167177"/>
            </a:xfrm>
            <a:custGeom>
              <a:avLst/>
              <a:gdLst>
                <a:gd name="csX0" fmla="*/ 0 w 177182"/>
                <a:gd name="csY0" fmla="*/ 0 h 167177"/>
                <a:gd name="csX1" fmla="*/ 177182 w 177182"/>
                <a:gd name="csY1" fmla="*/ 0 h 167177"/>
                <a:gd name="csX2" fmla="*/ 177182 w 177182"/>
                <a:gd name="csY2" fmla="*/ 167177 h 167177"/>
                <a:gd name="csX3" fmla="*/ 0 w 177182"/>
                <a:gd name="csY3" fmla="*/ 167177 h 167177"/>
              </a:gdLst>
              <a:ahLst/>
              <a:cxnLst>
                <a:cxn ang="0">
                  <a:pos x="csX0" y="csY0"/>
                </a:cxn>
                <a:cxn ang="0">
                  <a:pos x="csX1" y="csY1"/>
                </a:cxn>
                <a:cxn ang="0">
                  <a:pos x="csX2" y="csY2"/>
                </a:cxn>
                <a:cxn ang="0">
                  <a:pos x="csX3" y="csY3"/>
                </a:cxn>
              </a:cxnLst>
              <a:rect l="l" t="t" r="r" b="b"/>
              <a:pathLst>
                <a:path w="177182" h="167177">
                  <a:moveTo>
                    <a:pt x="0" y="0"/>
                  </a:moveTo>
                  <a:lnTo>
                    <a:pt x="177182" y="0"/>
                  </a:lnTo>
                  <a:lnTo>
                    <a:pt x="177182" y="167177"/>
                  </a:lnTo>
                  <a:lnTo>
                    <a:pt x="0" y="167177"/>
                  </a:lnTo>
                  <a:close/>
                </a:path>
              </a:pathLst>
            </a:custGeom>
          </p:spPr>
        </p:pic>
      </p:grpSp>
      <p:pic>
        <p:nvPicPr>
          <p:cNvPr id="1063" name="Picture 1062">
            <a:extLst>
              <a:ext uri="{FF2B5EF4-FFF2-40B4-BE49-F238E27FC236}">
                <a16:creationId xmlns:a16="http://schemas.microsoft.com/office/drawing/2014/main" id="{1C4EC223-4938-36D6-BDA8-CEAE8E4A7C59}"/>
              </a:ext>
            </a:extLst>
          </p:cNvPr>
          <p:cNvPicPr>
            <a:picLocks noChangeAspect="1"/>
          </p:cNvPicPr>
          <p:nvPr/>
        </p:nvPicPr>
        <p:blipFill>
          <a:blip r:embed="rId6"/>
          <a:srcRect l="78222" t="35569" r="19514" b="60731"/>
          <a:stretch>
            <a:fillRect/>
          </a:stretch>
        </p:blipFill>
        <p:spPr>
          <a:xfrm>
            <a:off x="9339218" y="3015049"/>
            <a:ext cx="240506" cy="218031"/>
          </a:xfrm>
          <a:custGeom>
            <a:avLst/>
            <a:gdLst>
              <a:gd name="csX0" fmla="*/ 0 w 240506"/>
              <a:gd name="csY0" fmla="*/ 0 h 218031"/>
              <a:gd name="csX1" fmla="*/ 240506 w 240506"/>
              <a:gd name="csY1" fmla="*/ 0 h 218031"/>
              <a:gd name="csX2" fmla="*/ 240506 w 240506"/>
              <a:gd name="csY2" fmla="*/ 218031 h 218031"/>
              <a:gd name="csX3" fmla="*/ 0 w 240506"/>
              <a:gd name="csY3" fmla="*/ 218031 h 218031"/>
            </a:gdLst>
            <a:ahLst/>
            <a:cxnLst>
              <a:cxn ang="0">
                <a:pos x="csX0" y="csY0"/>
              </a:cxn>
              <a:cxn ang="0">
                <a:pos x="csX1" y="csY1"/>
              </a:cxn>
              <a:cxn ang="0">
                <a:pos x="csX2" y="csY2"/>
              </a:cxn>
              <a:cxn ang="0">
                <a:pos x="csX3" y="csY3"/>
              </a:cxn>
            </a:cxnLst>
            <a:rect l="l" t="t" r="r" b="b"/>
            <a:pathLst>
              <a:path w="240506" h="218031">
                <a:moveTo>
                  <a:pt x="0" y="0"/>
                </a:moveTo>
                <a:lnTo>
                  <a:pt x="240506" y="0"/>
                </a:lnTo>
                <a:lnTo>
                  <a:pt x="240506" y="218031"/>
                </a:lnTo>
                <a:lnTo>
                  <a:pt x="0" y="218031"/>
                </a:lnTo>
                <a:close/>
              </a:path>
            </a:pathLst>
          </a:custGeom>
        </p:spPr>
      </p:pic>
      <p:sp>
        <p:nvSpPr>
          <p:cNvPr id="39" name="TextBox 38">
            <a:extLst>
              <a:ext uri="{FF2B5EF4-FFF2-40B4-BE49-F238E27FC236}">
                <a16:creationId xmlns:a16="http://schemas.microsoft.com/office/drawing/2014/main" id="{EB0B083B-8209-B6A6-A4FC-EFC7A178D07C}"/>
              </a:ext>
            </a:extLst>
          </p:cNvPr>
          <p:cNvSpPr txBox="1"/>
          <p:nvPr/>
        </p:nvSpPr>
        <p:spPr>
          <a:xfrm>
            <a:off x="7689911" y="3895461"/>
            <a:ext cx="481931" cy="2769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Microsoft Agentic framework</a:t>
            </a:r>
          </a:p>
        </p:txBody>
      </p:sp>
      <p:sp>
        <p:nvSpPr>
          <p:cNvPr id="40" name="TextBox 39">
            <a:extLst>
              <a:ext uri="{FF2B5EF4-FFF2-40B4-BE49-F238E27FC236}">
                <a16:creationId xmlns:a16="http://schemas.microsoft.com/office/drawing/2014/main" id="{02258382-08D9-7BA6-6D49-18F6AE7482C5}"/>
              </a:ext>
            </a:extLst>
          </p:cNvPr>
          <p:cNvSpPr txBox="1"/>
          <p:nvPr/>
        </p:nvSpPr>
        <p:spPr>
          <a:xfrm>
            <a:off x="8204261" y="3895461"/>
            <a:ext cx="481931" cy="92333"/>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HITL Request</a:t>
            </a:r>
          </a:p>
        </p:txBody>
      </p:sp>
      <p:pic>
        <p:nvPicPr>
          <p:cNvPr id="1064" name="Picture 1063">
            <a:extLst>
              <a:ext uri="{FF2B5EF4-FFF2-40B4-BE49-F238E27FC236}">
                <a16:creationId xmlns:a16="http://schemas.microsoft.com/office/drawing/2014/main" id="{E713BD2B-D0A5-53F2-B452-EABD8AEEFB73}"/>
              </a:ext>
            </a:extLst>
          </p:cNvPr>
          <p:cNvPicPr>
            <a:picLocks noChangeAspect="1"/>
          </p:cNvPicPr>
          <p:nvPr/>
        </p:nvPicPr>
        <p:blipFill>
          <a:blip r:embed="rId6">
            <a:clrChange>
              <a:clrFrom>
                <a:srgbClr val="E5ECFF"/>
              </a:clrFrom>
              <a:clrTo>
                <a:srgbClr val="E5ECFF">
                  <a:alpha val="0"/>
                </a:srgbClr>
              </a:clrTo>
            </a:clrChange>
          </a:blip>
          <a:srcRect l="68856" t="45549" r="29077" b="50751"/>
          <a:stretch>
            <a:fillRect/>
          </a:stretch>
        </p:blipFill>
        <p:spPr>
          <a:xfrm>
            <a:off x="8335444" y="3643565"/>
            <a:ext cx="219565" cy="218031"/>
          </a:xfrm>
          <a:custGeom>
            <a:avLst/>
            <a:gdLst>
              <a:gd name="csX0" fmla="*/ 0 w 219565"/>
              <a:gd name="csY0" fmla="*/ 0 h 218031"/>
              <a:gd name="csX1" fmla="*/ 219565 w 219565"/>
              <a:gd name="csY1" fmla="*/ 0 h 218031"/>
              <a:gd name="csX2" fmla="*/ 219565 w 219565"/>
              <a:gd name="csY2" fmla="*/ 218031 h 218031"/>
              <a:gd name="csX3" fmla="*/ 0 w 219565"/>
              <a:gd name="csY3" fmla="*/ 218031 h 218031"/>
            </a:gdLst>
            <a:ahLst/>
            <a:cxnLst>
              <a:cxn ang="0">
                <a:pos x="csX0" y="csY0"/>
              </a:cxn>
              <a:cxn ang="0">
                <a:pos x="csX1" y="csY1"/>
              </a:cxn>
              <a:cxn ang="0">
                <a:pos x="csX2" y="csY2"/>
              </a:cxn>
              <a:cxn ang="0">
                <a:pos x="csX3" y="csY3"/>
              </a:cxn>
            </a:cxnLst>
            <a:rect l="l" t="t" r="r" b="b"/>
            <a:pathLst>
              <a:path w="219565" h="218031">
                <a:moveTo>
                  <a:pt x="0" y="0"/>
                </a:moveTo>
                <a:lnTo>
                  <a:pt x="219565" y="0"/>
                </a:lnTo>
                <a:lnTo>
                  <a:pt x="219565" y="218031"/>
                </a:lnTo>
                <a:lnTo>
                  <a:pt x="0" y="218031"/>
                </a:lnTo>
                <a:close/>
              </a:path>
            </a:pathLst>
          </a:custGeom>
        </p:spPr>
      </p:pic>
      <p:sp>
        <p:nvSpPr>
          <p:cNvPr id="44" name="TextBox 43">
            <a:extLst>
              <a:ext uri="{FF2B5EF4-FFF2-40B4-BE49-F238E27FC236}">
                <a16:creationId xmlns:a16="http://schemas.microsoft.com/office/drawing/2014/main" id="{1779D77F-6BEF-7CD2-9520-793A88A62BE9}"/>
              </a:ext>
            </a:extLst>
          </p:cNvPr>
          <p:cNvSpPr txBox="1"/>
          <p:nvPr/>
        </p:nvSpPr>
        <p:spPr>
          <a:xfrm>
            <a:off x="7469913" y="3482076"/>
            <a:ext cx="843180"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1"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Agent Orchestration Layer</a:t>
            </a:r>
          </a:p>
        </p:txBody>
      </p:sp>
      <p:pic>
        <p:nvPicPr>
          <p:cNvPr id="1076" name="Picture 1075">
            <a:extLst>
              <a:ext uri="{FF2B5EF4-FFF2-40B4-BE49-F238E27FC236}">
                <a16:creationId xmlns:a16="http://schemas.microsoft.com/office/drawing/2014/main" id="{FAB6074A-F92D-82D0-12F2-E5938FEF6FF1}"/>
              </a:ext>
            </a:extLst>
          </p:cNvPr>
          <p:cNvPicPr>
            <a:picLocks noChangeAspect="1"/>
          </p:cNvPicPr>
          <p:nvPr/>
        </p:nvPicPr>
        <p:blipFill>
          <a:blip r:embed="rId6">
            <a:clrChange>
              <a:clrFrom>
                <a:srgbClr val="E0ECFD"/>
              </a:clrFrom>
              <a:clrTo>
                <a:srgbClr val="E0ECFD">
                  <a:alpha val="0"/>
                </a:srgbClr>
              </a:clrTo>
            </a:clrChange>
          </a:blip>
          <a:srcRect l="62317" t="58555" r="35352" b="37103"/>
          <a:stretch>
            <a:fillRect/>
          </a:stretch>
        </p:blipFill>
        <p:spPr>
          <a:xfrm>
            <a:off x="7587502" y="4461651"/>
            <a:ext cx="247650" cy="255904"/>
          </a:xfrm>
          <a:custGeom>
            <a:avLst/>
            <a:gdLst>
              <a:gd name="csX0" fmla="*/ 0 w 247650"/>
              <a:gd name="csY0" fmla="*/ 0 h 255904"/>
              <a:gd name="csX1" fmla="*/ 247650 w 247650"/>
              <a:gd name="csY1" fmla="*/ 0 h 255904"/>
              <a:gd name="csX2" fmla="*/ 247650 w 247650"/>
              <a:gd name="csY2" fmla="*/ 255904 h 255904"/>
              <a:gd name="csX3" fmla="*/ 0 w 247650"/>
              <a:gd name="csY3" fmla="*/ 255904 h 255904"/>
            </a:gdLst>
            <a:ahLst/>
            <a:cxnLst>
              <a:cxn ang="0">
                <a:pos x="csX0" y="csY0"/>
              </a:cxn>
              <a:cxn ang="0">
                <a:pos x="csX1" y="csY1"/>
              </a:cxn>
              <a:cxn ang="0">
                <a:pos x="csX2" y="csY2"/>
              </a:cxn>
              <a:cxn ang="0">
                <a:pos x="csX3" y="csY3"/>
              </a:cxn>
            </a:cxnLst>
            <a:rect l="l" t="t" r="r" b="b"/>
            <a:pathLst>
              <a:path w="247650" h="255904">
                <a:moveTo>
                  <a:pt x="0" y="0"/>
                </a:moveTo>
                <a:lnTo>
                  <a:pt x="247650" y="0"/>
                </a:lnTo>
                <a:lnTo>
                  <a:pt x="247650" y="255904"/>
                </a:lnTo>
                <a:lnTo>
                  <a:pt x="0" y="255904"/>
                </a:lnTo>
                <a:close/>
              </a:path>
            </a:pathLst>
          </a:custGeom>
        </p:spPr>
      </p:pic>
      <p:sp>
        <p:nvSpPr>
          <p:cNvPr id="1085" name="Rectangle 1084">
            <a:extLst>
              <a:ext uri="{FF2B5EF4-FFF2-40B4-BE49-F238E27FC236}">
                <a16:creationId xmlns:a16="http://schemas.microsoft.com/office/drawing/2014/main" id="{E33D60D1-92F9-AB61-1D4C-9350406C5528}"/>
              </a:ext>
            </a:extLst>
          </p:cNvPr>
          <p:cNvSpPr/>
          <p:nvPr/>
        </p:nvSpPr>
        <p:spPr>
          <a:xfrm>
            <a:off x="6279425" y="5131537"/>
            <a:ext cx="518975" cy="1090727"/>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1029" name="TextBox 1028">
            <a:extLst>
              <a:ext uri="{FF2B5EF4-FFF2-40B4-BE49-F238E27FC236}">
                <a16:creationId xmlns:a16="http://schemas.microsoft.com/office/drawing/2014/main" id="{266579F6-4F76-71E9-DA19-6085A316EC74}"/>
              </a:ext>
            </a:extLst>
          </p:cNvPr>
          <p:cNvSpPr txBox="1"/>
          <p:nvPr/>
        </p:nvSpPr>
        <p:spPr>
          <a:xfrm>
            <a:off x="7076429" y="4796526"/>
            <a:ext cx="222817"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Agents</a:t>
            </a:r>
          </a:p>
        </p:txBody>
      </p:sp>
      <p:sp>
        <p:nvSpPr>
          <p:cNvPr id="1031" name="TextBox 1030">
            <a:extLst>
              <a:ext uri="{FF2B5EF4-FFF2-40B4-BE49-F238E27FC236}">
                <a16:creationId xmlns:a16="http://schemas.microsoft.com/office/drawing/2014/main" id="{E758CCAC-1394-EC3F-7BD2-55E70E6C0FA2}"/>
              </a:ext>
            </a:extLst>
          </p:cNvPr>
          <p:cNvSpPr txBox="1"/>
          <p:nvPr/>
        </p:nvSpPr>
        <p:spPr>
          <a:xfrm>
            <a:off x="7169982" y="5634726"/>
            <a:ext cx="245260"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Agent B</a:t>
            </a:r>
          </a:p>
        </p:txBody>
      </p:sp>
      <p:pic>
        <p:nvPicPr>
          <p:cNvPr id="1070" name="Picture 1069">
            <a:extLst>
              <a:ext uri="{FF2B5EF4-FFF2-40B4-BE49-F238E27FC236}">
                <a16:creationId xmlns:a16="http://schemas.microsoft.com/office/drawing/2014/main" id="{FBE8704D-7957-BD12-EB73-FFC40033F9AC}"/>
              </a:ext>
            </a:extLst>
          </p:cNvPr>
          <p:cNvPicPr>
            <a:picLocks noChangeAspect="1"/>
          </p:cNvPicPr>
          <p:nvPr/>
        </p:nvPicPr>
        <p:blipFill>
          <a:blip r:embed="rId6">
            <a:clrChange>
              <a:clrFrom>
                <a:srgbClr val="E0ECFD"/>
              </a:clrFrom>
              <a:clrTo>
                <a:srgbClr val="E0ECFD">
                  <a:alpha val="0"/>
                </a:srgbClr>
              </a:clrTo>
            </a:clrChange>
          </a:blip>
          <a:srcRect l="59499" t="74869" r="38372" b="21165"/>
          <a:stretch>
            <a:fillRect/>
          </a:stretch>
        </p:blipFill>
        <p:spPr>
          <a:xfrm>
            <a:off x="7179503" y="5381756"/>
            <a:ext cx="226218" cy="233758"/>
          </a:xfrm>
          <a:custGeom>
            <a:avLst/>
            <a:gdLst>
              <a:gd name="csX0" fmla="*/ 0 w 226218"/>
              <a:gd name="csY0" fmla="*/ 0 h 233758"/>
              <a:gd name="csX1" fmla="*/ 226218 w 226218"/>
              <a:gd name="csY1" fmla="*/ 0 h 233758"/>
              <a:gd name="csX2" fmla="*/ 226218 w 226218"/>
              <a:gd name="csY2" fmla="*/ 233758 h 233758"/>
              <a:gd name="csX3" fmla="*/ 0 w 226218"/>
              <a:gd name="csY3" fmla="*/ 233758 h 233758"/>
            </a:gdLst>
            <a:ahLst/>
            <a:cxnLst>
              <a:cxn ang="0">
                <a:pos x="csX0" y="csY0"/>
              </a:cxn>
              <a:cxn ang="0">
                <a:pos x="csX1" y="csY1"/>
              </a:cxn>
              <a:cxn ang="0">
                <a:pos x="csX2" y="csY2"/>
              </a:cxn>
              <a:cxn ang="0">
                <a:pos x="csX3" y="csY3"/>
              </a:cxn>
            </a:cxnLst>
            <a:rect l="l" t="t" r="r" b="b"/>
            <a:pathLst>
              <a:path w="226218" h="233758">
                <a:moveTo>
                  <a:pt x="0" y="0"/>
                </a:moveTo>
                <a:lnTo>
                  <a:pt x="226218" y="0"/>
                </a:lnTo>
                <a:lnTo>
                  <a:pt x="226218" y="233758"/>
                </a:lnTo>
                <a:lnTo>
                  <a:pt x="0" y="233758"/>
                </a:lnTo>
                <a:close/>
              </a:path>
            </a:pathLst>
          </a:custGeom>
        </p:spPr>
      </p:pic>
      <p:grpSp>
        <p:nvGrpSpPr>
          <p:cNvPr id="1088" name="Group 1087">
            <a:extLst>
              <a:ext uri="{FF2B5EF4-FFF2-40B4-BE49-F238E27FC236}">
                <a16:creationId xmlns:a16="http://schemas.microsoft.com/office/drawing/2014/main" id="{C6B6FAA7-9044-A6A8-0C0E-026ED678A1BC}"/>
              </a:ext>
            </a:extLst>
          </p:cNvPr>
          <p:cNvGrpSpPr/>
          <p:nvPr/>
        </p:nvGrpSpPr>
        <p:grpSpPr>
          <a:xfrm>
            <a:off x="7168379" y="4943606"/>
            <a:ext cx="248466" cy="335778"/>
            <a:chOff x="6980261" y="5076956"/>
            <a:chExt cx="248466" cy="335778"/>
          </a:xfrm>
        </p:grpSpPr>
        <p:sp>
          <p:nvSpPr>
            <p:cNvPr id="1030" name="TextBox 1029">
              <a:extLst>
                <a:ext uri="{FF2B5EF4-FFF2-40B4-BE49-F238E27FC236}">
                  <a16:creationId xmlns:a16="http://schemas.microsoft.com/office/drawing/2014/main" id="{F3EAC11F-B56A-87F6-1047-10CA7C2DC918}"/>
                </a:ext>
              </a:extLst>
            </p:cNvPr>
            <p:cNvSpPr txBox="1"/>
            <p:nvPr/>
          </p:nvSpPr>
          <p:spPr>
            <a:xfrm>
              <a:off x="6980261" y="5320401"/>
              <a:ext cx="248466"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Agent A</a:t>
              </a:r>
            </a:p>
          </p:txBody>
        </p:sp>
        <p:pic>
          <p:nvPicPr>
            <p:cNvPr id="1071" name="Picture 1070">
              <a:extLst>
                <a:ext uri="{FF2B5EF4-FFF2-40B4-BE49-F238E27FC236}">
                  <a16:creationId xmlns:a16="http://schemas.microsoft.com/office/drawing/2014/main" id="{3CB3C0E0-1B92-F067-63CB-709133E99066}"/>
                </a:ext>
              </a:extLst>
            </p:cNvPr>
            <p:cNvPicPr>
              <a:picLocks noChangeAspect="1"/>
            </p:cNvPicPr>
            <p:nvPr/>
          </p:nvPicPr>
          <p:blipFill>
            <a:blip r:embed="rId6">
              <a:clrChange>
                <a:clrFrom>
                  <a:srgbClr val="E0ECFD"/>
                </a:clrFrom>
                <a:clrTo>
                  <a:srgbClr val="E0ECFD">
                    <a:alpha val="0"/>
                  </a:srgbClr>
                </a:clrTo>
              </a:clrChange>
            </a:blip>
            <a:srcRect l="59499" t="67272" r="38372" b="28762"/>
            <a:stretch>
              <a:fillRect/>
            </a:stretch>
          </p:blipFill>
          <p:spPr>
            <a:xfrm>
              <a:off x="6991385" y="5076956"/>
              <a:ext cx="226218" cy="233758"/>
            </a:xfrm>
            <a:custGeom>
              <a:avLst/>
              <a:gdLst>
                <a:gd name="csX0" fmla="*/ 0 w 226218"/>
                <a:gd name="csY0" fmla="*/ 0 h 233758"/>
                <a:gd name="csX1" fmla="*/ 226218 w 226218"/>
                <a:gd name="csY1" fmla="*/ 0 h 233758"/>
                <a:gd name="csX2" fmla="*/ 226218 w 226218"/>
                <a:gd name="csY2" fmla="*/ 233758 h 233758"/>
                <a:gd name="csX3" fmla="*/ 0 w 226218"/>
                <a:gd name="csY3" fmla="*/ 233758 h 233758"/>
              </a:gdLst>
              <a:ahLst/>
              <a:cxnLst>
                <a:cxn ang="0">
                  <a:pos x="csX0" y="csY0"/>
                </a:cxn>
                <a:cxn ang="0">
                  <a:pos x="csX1" y="csY1"/>
                </a:cxn>
                <a:cxn ang="0">
                  <a:pos x="csX2" y="csY2"/>
                </a:cxn>
                <a:cxn ang="0">
                  <a:pos x="csX3" y="csY3"/>
                </a:cxn>
              </a:cxnLst>
              <a:rect l="l" t="t" r="r" b="b"/>
              <a:pathLst>
                <a:path w="226218" h="233758">
                  <a:moveTo>
                    <a:pt x="0" y="0"/>
                  </a:moveTo>
                  <a:lnTo>
                    <a:pt x="226218" y="0"/>
                  </a:lnTo>
                  <a:lnTo>
                    <a:pt x="226218" y="233758"/>
                  </a:lnTo>
                  <a:lnTo>
                    <a:pt x="0" y="233758"/>
                  </a:lnTo>
                  <a:close/>
                </a:path>
              </a:pathLst>
            </a:custGeom>
          </p:spPr>
        </p:pic>
      </p:grpSp>
      <p:sp>
        <p:nvSpPr>
          <p:cNvPr id="1032" name="TextBox 1031">
            <a:extLst>
              <a:ext uri="{FF2B5EF4-FFF2-40B4-BE49-F238E27FC236}">
                <a16:creationId xmlns:a16="http://schemas.microsoft.com/office/drawing/2014/main" id="{1F027A30-C845-B234-1F62-FCC527A2977A}"/>
              </a:ext>
            </a:extLst>
          </p:cNvPr>
          <p:cNvSpPr txBox="1"/>
          <p:nvPr/>
        </p:nvSpPr>
        <p:spPr>
          <a:xfrm>
            <a:off x="7112274" y="6180826"/>
            <a:ext cx="360676"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Agent Evals</a:t>
            </a:r>
          </a:p>
        </p:txBody>
      </p:sp>
      <p:pic>
        <p:nvPicPr>
          <p:cNvPr id="1074" name="Picture 1073">
            <a:extLst>
              <a:ext uri="{FF2B5EF4-FFF2-40B4-BE49-F238E27FC236}">
                <a16:creationId xmlns:a16="http://schemas.microsoft.com/office/drawing/2014/main" id="{CA1AFC6D-DB77-6425-32B9-70116379FA4A}"/>
              </a:ext>
            </a:extLst>
          </p:cNvPr>
          <p:cNvPicPr>
            <a:picLocks noChangeAspect="1"/>
          </p:cNvPicPr>
          <p:nvPr/>
        </p:nvPicPr>
        <p:blipFill>
          <a:blip r:embed="rId6">
            <a:clrChange>
              <a:clrFrom>
                <a:srgbClr val="E0ECFD"/>
              </a:clrFrom>
              <a:clrTo>
                <a:srgbClr val="E0ECFD">
                  <a:alpha val="0"/>
                </a:srgbClr>
              </a:clrTo>
            </a:clrChange>
          </a:blip>
          <a:srcRect l="59586" t="85398" r="38417" b="10635"/>
          <a:stretch>
            <a:fillRect/>
          </a:stretch>
        </p:blipFill>
        <p:spPr>
          <a:xfrm>
            <a:off x="7186526" y="5932424"/>
            <a:ext cx="212173" cy="233759"/>
          </a:xfrm>
          <a:custGeom>
            <a:avLst/>
            <a:gdLst>
              <a:gd name="csX0" fmla="*/ 0 w 212173"/>
              <a:gd name="csY0" fmla="*/ 0 h 233759"/>
              <a:gd name="csX1" fmla="*/ 212173 w 212173"/>
              <a:gd name="csY1" fmla="*/ 0 h 233759"/>
              <a:gd name="csX2" fmla="*/ 212173 w 212173"/>
              <a:gd name="csY2" fmla="*/ 233759 h 233759"/>
              <a:gd name="csX3" fmla="*/ 0 w 212173"/>
              <a:gd name="csY3" fmla="*/ 233759 h 233759"/>
            </a:gdLst>
            <a:ahLst/>
            <a:cxnLst>
              <a:cxn ang="0">
                <a:pos x="csX0" y="csY0"/>
              </a:cxn>
              <a:cxn ang="0">
                <a:pos x="csX1" y="csY1"/>
              </a:cxn>
              <a:cxn ang="0">
                <a:pos x="csX2" y="csY2"/>
              </a:cxn>
              <a:cxn ang="0">
                <a:pos x="csX3" y="csY3"/>
              </a:cxn>
            </a:cxnLst>
            <a:rect l="l" t="t" r="r" b="b"/>
            <a:pathLst>
              <a:path w="212173" h="233759">
                <a:moveTo>
                  <a:pt x="0" y="0"/>
                </a:moveTo>
                <a:lnTo>
                  <a:pt x="212173" y="0"/>
                </a:lnTo>
                <a:lnTo>
                  <a:pt x="212173" y="233759"/>
                </a:lnTo>
                <a:lnTo>
                  <a:pt x="0" y="233759"/>
                </a:lnTo>
                <a:close/>
              </a:path>
            </a:pathLst>
          </a:custGeom>
        </p:spPr>
      </p:pic>
      <p:sp>
        <p:nvSpPr>
          <p:cNvPr id="1090" name="Rectangle 1089">
            <a:extLst>
              <a:ext uri="{FF2B5EF4-FFF2-40B4-BE49-F238E27FC236}">
                <a16:creationId xmlns:a16="http://schemas.microsoft.com/office/drawing/2014/main" id="{48ED7039-EA3C-D5DE-AEB8-7CB699C38C80}"/>
              </a:ext>
            </a:extLst>
          </p:cNvPr>
          <p:cNvSpPr/>
          <p:nvPr/>
        </p:nvSpPr>
        <p:spPr>
          <a:xfrm>
            <a:off x="7050950" y="4772025"/>
            <a:ext cx="483325" cy="1019175"/>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endParaRPr>
          </a:p>
        </p:txBody>
      </p:sp>
      <p:sp>
        <p:nvSpPr>
          <p:cNvPr id="1101" name="TextBox 1100">
            <a:extLst>
              <a:ext uri="{FF2B5EF4-FFF2-40B4-BE49-F238E27FC236}">
                <a16:creationId xmlns:a16="http://schemas.microsoft.com/office/drawing/2014/main" id="{175C3778-60E8-ADC5-2CB1-29286909A349}"/>
              </a:ext>
            </a:extLst>
          </p:cNvPr>
          <p:cNvSpPr txBox="1"/>
          <p:nvPr/>
        </p:nvSpPr>
        <p:spPr>
          <a:xfrm>
            <a:off x="7582285" y="4713976"/>
            <a:ext cx="258084" cy="92333"/>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Foundry</a:t>
            </a:r>
          </a:p>
        </p:txBody>
      </p:sp>
      <p:cxnSp>
        <p:nvCxnSpPr>
          <p:cNvPr id="1118" name="Connector: Elbow 1117">
            <a:extLst>
              <a:ext uri="{FF2B5EF4-FFF2-40B4-BE49-F238E27FC236}">
                <a16:creationId xmlns:a16="http://schemas.microsoft.com/office/drawing/2014/main" id="{4A5DB58D-032A-4707-4D33-7C78A09D3916}"/>
              </a:ext>
            </a:extLst>
          </p:cNvPr>
          <p:cNvCxnSpPr>
            <a:stCxn id="1085" idx="3"/>
            <a:endCxn id="1090" idx="1"/>
          </p:cNvCxnSpPr>
          <p:nvPr/>
        </p:nvCxnSpPr>
        <p:spPr>
          <a:xfrm flipV="1">
            <a:off x="6798400" y="5281613"/>
            <a:ext cx="252550" cy="395288"/>
          </a:xfrm>
          <a:prstGeom prst="bentConnector3">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9" name="Connector: Elbow 1118">
            <a:extLst>
              <a:ext uri="{FF2B5EF4-FFF2-40B4-BE49-F238E27FC236}">
                <a16:creationId xmlns:a16="http://schemas.microsoft.com/office/drawing/2014/main" id="{BF990877-73C9-F7C9-88BE-D36ACE7DFAD3}"/>
              </a:ext>
            </a:extLst>
          </p:cNvPr>
          <p:cNvCxnSpPr>
            <a:cxnSpLocks/>
            <a:stCxn id="1074" idx="1"/>
            <a:endCxn id="1090" idx="2"/>
          </p:cNvCxnSpPr>
          <p:nvPr/>
        </p:nvCxnSpPr>
        <p:spPr>
          <a:xfrm flipH="1" flipV="1">
            <a:off x="7292613" y="5791200"/>
            <a:ext cx="0" cy="141224"/>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24" name="Straight Arrow Connector 1123">
            <a:extLst>
              <a:ext uri="{FF2B5EF4-FFF2-40B4-BE49-F238E27FC236}">
                <a16:creationId xmlns:a16="http://schemas.microsoft.com/office/drawing/2014/main" id="{4B8AEF15-BAF8-4B0D-F72C-2BCBD2D7549B}"/>
              </a:ext>
            </a:extLst>
          </p:cNvPr>
          <p:cNvCxnSpPr>
            <a:cxnSpLocks/>
          </p:cNvCxnSpPr>
          <p:nvPr/>
        </p:nvCxnSpPr>
        <p:spPr>
          <a:xfrm>
            <a:off x="7391170" y="6042819"/>
            <a:ext cx="1142425"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34" name="TextBox 1033">
            <a:extLst>
              <a:ext uri="{FF2B5EF4-FFF2-40B4-BE49-F238E27FC236}">
                <a16:creationId xmlns:a16="http://schemas.microsoft.com/office/drawing/2014/main" id="{1238BC75-1B05-2ED4-4A7D-6D8E2944B59D}"/>
              </a:ext>
            </a:extLst>
          </p:cNvPr>
          <p:cNvSpPr txBox="1"/>
          <p:nvPr/>
        </p:nvSpPr>
        <p:spPr>
          <a:xfrm>
            <a:off x="7594601" y="5945876"/>
            <a:ext cx="749300" cy="184666"/>
          </a:xfrm>
          <a:prstGeom prst="rect">
            <a:avLst/>
          </a:prstGeom>
          <a:solidFill>
            <a:srgbClr val="E0ECFD"/>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Use SOP data to Evaluate agent metrics</a:t>
            </a:r>
          </a:p>
        </p:txBody>
      </p:sp>
      <p:cxnSp>
        <p:nvCxnSpPr>
          <p:cNvPr id="1126" name="Straight Arrow Connector 1125">
            <a:extLst>
              <a:ext uri="{FF2B5EF4-FFF2-40B4-BE49-F238E27FC236}">
                <a16:creationId xmlns:a16="http://schemas.microsoft.com/office/drawing/2014/main" id="{D951F09D-D280-7AEC-8CA4-0CB014B3407C}"/>
              </a:ext>
            </a:extLst>
          </p:cNvPr>
          <p:cNvCxnSpPr>
            <a:cxnSpLocks/>
          </p:cNvCxnSpPr>
          <p:nvPr/>
        </p:nvCxnSpPr>
        <p:spPr>
          <a:xfrm>
            <a:off x="7537450" y="5623719"/>
            <a:ext cx="966216"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33" name="TextBox 1032">
            <a:extLst>
              <a:ext uri="{FF2B5EF4-FFF2-40B4-BE49-F238E27FC236}">
                <a16:creationId xmlns:a16="http://schemas.microsoft.com/office/drawing/2014/main" id="{68FA2030-AF4A-7F45-45D3-D6B3F79CD431}"/>
              </a:ext>
            </a:extLst>
          </p:cNvPr>
          <p:cNvSpPr txBox="1"/>
          <p:nvPr/>
        </p:nvSpPr>
        <p:spPr>
          <a:xfrm>
            <a:off x="7691212" y="5529951"/>
            <a:ext cx="658693" cy="184666"/>
          </a:xfrm>
          <a:prstGeom prst="rect">
            <a:avLst/>
          </a:prstGeom>
          <a:solidFill>
            <a:srgbClr val="E0ECFD"/>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Provides centralized view of tools</a:t>
            </a:r>
          </a:p>
        </p:txBody>
      </p:sp>
      <p:cxnSp>
        <p:nvCxnSpPr>
          <p:cNvPr id="1128" name="Straight Arrow Connector 1127">
            <a:extLst>
              <a:ext uri="{FF2B5EF4-FFF2-40B4-BE49-F238E27FC236}">
                <a16:creationId xmlns:a16="http://schemas.microsoft.com/office/drawing/2014/main" id="{7A16C266-2790-CE63-07FC-7F1CF9120C02}"/>
              </a:ext>
            </a:extLst>
          </p:cNvPr>
          <p:cNvCxnSpPr>
            <a:cxnSpLocks/>
          </p:cNvCxnSpPr>
          <p:nvPr/>
        </p:nvCxnSpPr>
        <p:spPr>
          <a:xfrm>
            <a:off x="7537450" y="5099844"/>
            <a:ext cx="2644775"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100" name="TextBox 1099">
            <a:extLst>
              <a:ext uri="{FF2B5EF4-FFF2-40B4-BE49-F238E27FC236}">
                <a16:creationId xmlns:a16="http://schemas.microsoft.com/office/drawing/2014/main" id="{164EE0FF-D26E-FFB6-A0B4-0A39E1086FC1}"/>
              </a:ext>
            </a:extLst>
          </p:cNvPr>
          <p:cNvSpPr txBox="1"/>
          <p:nvPr/>
        </p:nvSpPr>
        <p:spPr>
          <a:xfrm>
            <a:off x="8223250" y="5006711"/>
            <a:ext cx="838835" cy="184666"/>
          </a:xfrm>
          <a:prstGeom prst="rect">
            <a:avLst/>
          </a:prstGeom>
          <a:solidFill>
            <a:srgbClr val="E0ECFD"/>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Connect on the Endpoint provided by Tools Registry</a:t>
            </a:r>
          </a:p>
        </p:txBody>
      </p:sp>
      <p:cxnSp>
        <p:nvCxnSpPr>
          <p:cNvPr id="1130" name="Straight Arrow Connector 1129">
            <a:extLst>
              <a:ext uri="{FF2B5EF4-FFF2-40B4-BE49-F238E27FC236}">
                <a16:creationId xmlns:a16="http://schemas.microsoft.com/office/drawing/2014/main" id="{1E176A2A-6168-954E-AA38-2F0C6AEC4DB1}"/>
              </a:ext>
            </a:extLst>
          </p:cNvPr>
          <p:cNvCxnSpPr>
            <a:cxnSpLocks/>
          </p:cNvCxnSpPr>
          <p:nvPr/>
        </p:nvCxnSpPr>
        <p:spPr>
          <a:xfrm>
            <a:off x="10515602" y="5952014"/>
            <a:ext cx="238125"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32" name="Straight Arrow Connector 1131">
            <a:extLst>
              <a:ext uri="{FF2B5EF4-FFF2-40B4-BE49-F238E27FC236}">
                <a16:creationId xmlns:a16="http://schemas.microsoft.com/office/drawing/2014/main" id="{5F792D49-01CE-2A9E-74DC-9C06B2F0D84D}"/>
              </a:ext>
            </a:extLst>
          </p:cNvPr>
          <p:cNvCxnSpPr>
            <a:cxnSpLocks/>
          </p:cNvCxnSpPr>
          <p:nvPr/>
        </p:nvCxnSpPr>
        <p:spPr>
          <a:xfrm>
            <a:off x="11072812" y="5952014"/>
            <a:ext cx="238125"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2E1A3A31-DA97-504E-E2CC-EBC816EE3D51}"/>
              </a:ext>
            </a:extLst>
          </p:cNvPr>
          <p:cNvCxnSpPr>
            <a:cxnSpLocks/>
          </p:cNvCxnSpPr>
          <p:nvPr/>
        </p:nvCxnSpPr>
        <p:spPr>
          <a:xfrm flipH="1" flipV="1">
            <a:off x="11105515" y="5106671"/>
            <a:ext cx="247095" cy="0"/>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35" name="Freeform: Shape 1134">
            <a:extLst>
              <a:ext uri="{FF2B5EF4-FFF2-40B4-BE49-F238E27FC236}">
                <a16:creationId xmlns:a16="http://schemas.microsoft.com/office/drawing/2014/main" id="{D1E3C34A-76EE-CC9E-BADB-D211B5A130AA}"/>
              </a:ext>
            </a:extLst>
          </p:cNvPr>
          <p:cNvSpPr/>
          <p:nvPr/>
        </p:nvSpPr>
        <p:spPr>
          <a:xfrm>
            <a:off x="10991850" y="2095500"/>
            <a:ext cx="361950" cy="2686050"/>
          </a:xfrm>
          <a:custGeom>
            <a:avLst/>
            <a:gdLst>
              <a:gd name="csX0" fmla="*/ 104775 w 361950"/>
              <a:gd name="csY0" fmla="*/ 2686050 h 2686050"/>
              <a:gd name="csX1" fmla="*/ 361950 w 361950"/>
              <a:gd name="csY1" fmla="*/ 2686050 h 2686050"/>
              <a:gd name="csX2" fmla="*/ 361950 w 361950"/>
              <a:gd name="csY2" fmla="*/ 0 h 2686050"/>
              <a:gd name="csX3" fmla="*/ 0 w 361950"/>
              <a:gd name="csY3" fmla="*/ 0 h 2686050"/>
            </a:gdLst>
            <a:ahLst/>
            <a:cxnLst>
              <a:cxn ang="0">
                <a:pos x="csX0" y="csY0"/>
              </a:cxn>
              <a:cxn ang="0">
                <a:pos x="csX1" y="csY1"/>
              </a:cxn>
              <a:cxn ang="0">
                <a:pos x="csX2" y="csY2"/>
              </a:cxn>
              <a:cxn ang="0">
                <a:pos x="csX3" y="csY3"/>
              </a:cxn>
            </a:cxnLst>
            <a:rect l="l" t="t" r="r" b="b"/>
            <a:pathLst>
              <a:path w="361950" h="2686050">
                <a:moveTo>
                  <a:pt x="104775" y="2686050"/>
                </a:moveTo>
                <a:lnTo>
                  <a:pt x="361950" y="2686050"/>
                </a:lnTo>
                <a:lnTo>
                  <a:pt x="361950" y="0"/>
                </a:lnTo>
                <a:lnTo>
                  <a:pt x="0" y="0"/>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381C41D5-35A0-FC67-D049-ACEFE08499A0}"/>
              </a:ext>
            </a:extLst>
          </p:cNvPr>
          <p:cNvSpPr txBox="1"/>
          <p:nvPr/>
        </p:nvSpPr>
        <p:spPr>
          <a:xfrm>
            <a:off x="11006796" y="3366506"/>
            <a:ext cx="630468"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Provide agents with access to persistent storage through tools</a:t>
            </a:r>
          </a:p>
        </p:txBody>
      </p:sp>
      <p:sp>
        <p:nvSpPr>
          <p:cNvPr id="1136" name="Freeform: Shape 1135">
            <a:extLst>
              <a:ext uri="{FF2B5EF4-FFF2-40B4-BE49-F238E27FC236}">
                <a16:creationId xmlns:a16="http://schemas.microsoft.com/office/drawing/2014/main" id="{2A0365F5-1A94-568A-6715-CD168F454794}"/>
              </a:ext>
            </a:extLst>
          </p:cNvPr>
          <p:cNvSpPr/>
          <p:nvPr/>
        </p:nvSpPr>
        <p:spPr>
          <a:xfrm>
            <a:off x="8572500" y="2114550"/>
            <a:ext cx="2105025" cy="1657350"/>
          </a:xfrm>
          <a:custGeom>
            <a:avLst/>
            <a:gdLst>
              <a:gd name="csX0" fmla="*/ 0 w 2105025"/>
              <a:gd name="csY0" fmla="*/ 1657350 h 1657350"/>
              <a:gd name="csX1" fmla="*/ 1847850 w 2105025"/>
              <a:gd name="csY1" fmla="*/ 1657350 h 1657350"/>
              <a:gd name="csX2" fmla="*/ 1924050 w 2105025"/>
              <a:gd name="csY2" fmla="*/ 1657350 h 1657350"/>
              <a:gd name="csX3" fmla="*/ 1924050 w 2105025"/>
              <a:gd name="csY3" fmla="*/ 0 h 1657350"/>
              <a:gd name="csX4" fmla="*/ 2105025 w 2105025"/>
              <a:gd name="csY4" fmla="*/ 0 h 1657350"/>
            </a:gdLst>
            <a:ahLst/>
            <a:cxnLst>
              <a:cxn ang="0">
                <a:pos x="csX0" y="csY0"/>
              </a:cxn>
              <a:cxn ang="0">
                <a:pos x="csX1" y="csY1"/>
              </a:cxn>
              <a:cxn ang="0">
                <a:pos x="csX2" y="csY2"/>
              </a:cxn>
              <a:cxn ang="0">
                <a:pos x="csX3" y="csY3"/>
              </a:cxn>
              <a:cxn ang="0">
                <a:pos x="csX4" y="csY4"/>
              </a:cxn>
            </a:cxnLst>
            <a:rect l="l" t="t" r="r" b="b"/>
            <a:pathLst>
              <a:path w="2105025" h="1657350">
                <a:moveTo>
                  <a:pt x="0" y="1657350"/>
                </a:moveTo>
                <a:lnTo>
                  <a:pt x="1847850" y="1657350"/>
                </a:lnTo>
                <a:lnTo>
                  <a:pt x="1924050" y="1657350"/>
                </a:lnTo>
                <a:lnTo>
                  <a:pt x="1924050" y="0"/>
                </a:lnTo>
                <a:lnTo>
                  <a:pt x="2105025" y="0"/>
                </a:lnTo>
              </a:path>
            </a:pathLst>
          </a:custGeom>
          <a:ln w="6350" cap="flat">
            <a:solidFill>
              <a:srgbClr val="757575"/>
            </a:solidFill>
            <a:miter lim="800000"/>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45" name="TextBox 44">
            <a:extLst>
              <a:ext uri="{FF2B5EF4-FFF2-40B4-BE49-F238E27FC236}">
                <a16:creationId xmlns:a16="http://schemas.microsoft.com/office/drawing/2014/main" id="{1D400134-69B5-91B0-5AFA-F6D8B8FA0620}"/>
              </a:ext>
            </a:extLst>
          </p:cNvPr>
          <p:cNvSpPr txBox="1"/>
          <p:nvPr/>
        </p:nvSpPr>
        <p:spPr>
          <a:xfrm>
            <a:off x="10130877" y="3671306"/>
            <a:ext cx="630468"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Save workflow state + change job status</a:t>
            </a:r>
          </a:p>
        </p:txBody>
      </p:sp>
      <p:sp>
        <p:nvSpPr>
          <p:cNvPr id="1139" name="Freeform: Shape 1138">
            <a:extLst>
              <a:ext uri="{FF2B5EF4-FFF2-40B4-BE49-F238E27FC236}">
                <a16:creationId xmlns:a16="http://schemas.microsoft.com/office/drawing/2014/main" id="{F18F477F-97CC-1561-1B23-C6559E10265A}"/>
              </a:ext>
            </a:extLst>
          </p:cNvPr>
          <p:cNvSpPr/>
          <p:nvPr/>
        </p:nvSpPr>
        <p:spPr>
          <a:xfrm>
            <a:off x="7686675" y="2686050"/>
            <a:ext cx="481013" cy="333375"/>
          </a:xfrm>
          <a:custGeom>
            <a:avLst/>
            <a:gdLst>
              <a:gd name="csX0" fmla="*/ 0 w 361950"/>
              <a:gd name="csY0" fmla="*/ 0 h 361950"/>
              <a:gd name="csX1" fmla="*/ 361950 w 361950"/>
              <a:gd name="csY1" fmla="*/ 0 h 361950"/>
              <a:gd name="csX2" fmla="*/ 361950 w 361950"/>
              <a:gd name="csY2" fmla="*/ 361950 h 361950"/>
            </a:gdLst>
            <a:ahLst/>
            <a:cxnLst>
              <a:cxn ang="0">
                <a:pos x="csX0" y="csY0"/>
              </a:cxn>
              <a:cxn ang="0">
                <a:pos x="csX1" y="csY1"/>
              </a:cxn>
              <a:cxn ang="0">
                <a:pos x="csX2" y="csY2"/>
              </a:cxn>
            </a:cxnLst>
            <a:rect l="l" t="t" r="r" b="b"/>
            <a:pathLst>
              <a:path w="361950" h="361950">
                <a:moveTo>
                  <a:pt x="0" y="0"/>
                </a:moveTo>
                <a:lnTo>
                  <a:pt x="361950" y="0"/>
                </a:lnTo>
                <a:lnTo>
                  <a:pt x="361950" y="361950"/>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B80FA100-6485-6531-C1F9-CC96361CF7C2}"/>
              </a:ext>
            </a:extLst>
          </p:cNvPr>
          <p:cNvSpPr txBox="1"/>
          <p:nvPr/>
        </p:nvSpPr>
        <p:spPr>
          <a:xfrm>
            <a:off x="8018145" y="2715631"/>
            <a:ext cx="316073"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Transient Storage</a:t>
            </a:r>
          </a:p>
        </p:txBody>
      </p:sp>
      <p:cxnSp>
        <p:nvCxnSpPr>
          <p:cNvPr id="1141" name="Straight Connector 1140">
            <a:extLst>
              <a:ext uri="{FF2B5EF4-FFF2-40B4-BE49-F238E27FC236}">
                <a16:creationId xmlns:a16="http://schemas.microsoft.com/office/drawing/2014/main" id="{7883F4AE-4EB0-B6AC-9368-2913AB8171F0}"/>
              </a:ext>
            </a:extLst>
          </p:cNvPr>
          <p:cNvCxnSpPr>
            <a:cxnSpLocks/>
          </p:cNvCxnSpPr>
          <p:nvPr/>
        </p:nvCxnSpPr>
        <p:spPr>
          <a:xfrm flipV="1">
            <a:off x="8258175" y="3110299"/>
            <a:ext cx="1081043" cy="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468CA27-7ED6-73AD-D55B-413D628455A7}"/>
              </a:ext>
            </a:extLst>
          </p:cNvPr>
          <p:cNvSpPr txBox="1"/>
          <p:nvPr/>
        </p:nvSpPr>
        <p:spPr>
          <a:xfrm>
            <a:off x="8583075" y="3013446"/>
            <a:ext cx="391052" cy="276999"/>
          </a:xfrm>
          <a:prstGeom prst="rect">
            <a:avLst/>
          </a:prstGeom>
          <a:solidFill>
            <a:schemeClr val="accent5">
              <a:lumMod val="40000"/>
              <a:lumOff val="60000"/>
            </a:schemeClr>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Every Server has its Own MI</a:t>
            </a:r>
          </a:p>
        </p:txBody>
      </p:sp>
      <p:sp>
        <p:nvSpPr>
          <p:cNvPr id="1142" name="Freeform: Shape 1141">
            <a:extLst>
              <a:ext uri="{FF2B5EF4-FFF2-40B4-BE49-F238E27FC236}">
                <a16:creationId xmlns:a16="http://schemas.microsoft.com/office/drawing/2014/main" id="{DA9BCE63-34EE-13B6-8431-BCE0DA26F9AB}"/>
              </a:ext>
            </a:extLst>
          </p:cNvPr>
          <p:cNvSpPr/>
          <p:nvPr/>
        </p:nvSpPr>
        <p:spPr>
          <a:xfrm>
            <a:off x="7289800" y="3114675"/>
            <a:ext cx="796925" cy="625475"/>
          </a:xfrm>
          <a:custGeom>
            <a:avLst/>
            <a:gdLst>
              <a:gd name="csX0" fmla="*/ 752475 w 752475"/>
              <a:gd name="csY0" fmla="*/ 0 h 657225"/>
              <a:gd name="csX1" fmla="*/ 0 w 752475"/>
              <a:gd name="csY1" fmla="*/ 0 h 657225"/>
              <a:gd name="csX2" fmla="*/ 0 w 752475"/>
              <a:gd name="csY2" fmla="*/ 657225 h 657225"/>
              <a:gd name="csX3" fmla="*/ 485775 w 752475"/>
              <a:gd name="csY3" fmla="*/ 657225 h 657225"/>
            </a:gdLst>
            <a:ahLst/>
            <a:cxnLst>
              <a:cxn ang="0">
                <a:pos x="csX0" y="csY0"/>
              </a:cxn>
              <a:cxn ang="0">
                <a:pos x="csX1" y="csY1"/>
              </a:cxn>
              <a:cxn ang="0">
                <a:pos x="csX2" y="csY2"/>
              </a:cxn>
              <a:cxn ang="0">
                <a:pos x="csX3" y="csY3"/>
              </a:cxn>
            </a:cxnLst>
            <a:rect l="l" t="t" r="r" b="b"/>
            <a:pathLst>
              <a:path w="752475" h="657225">
                <a:moveTo>
                  <a:pt x="752475" y="0"/>
                </a:moveTo>
                <a:lnTo>
                  <a:pt x="0" y="0"/>
                </a:lnTo>
                <a:lnTo>
                  <a:pt x="0" y="657225"/>
                </a:lnTo>
                <a:lnTo>
                  <a:pt x="485775" y="657225"/>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CF9191AB-9702-CD03-683B-AE29AA7B98BB}"/>
              </a:ext>
            </a:extLst>
          </p:cNvPr>
          <p:cNvSpPr txBox="1"/>
          <p:nvPr/>
        </p:nvSpPr>
        <p:spPr>
          <a:xfrm>
            <a:off x="7209738" y="3184896"/>
            <a:ext cx="618046" cy="184666"/>
          </a:xfrm>
          <a:prstGeom prst="rect">
            <a:avLst/>
          </a:prstGeom>
          <a:solidFill>
            <a:schemeClr val="accent5">
              <a:lumMod val="40000"/>
              <a:lumOff val="60000"/>
            </a:schemeClr>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Calls Orchestration through function</a:t>
            </a:r>
          </a:p>
        </p:txBody>
      </p:sp>
      <p:sp>
        <p:nvSpPr>
          <p:cNvPr id="1143" name="Freeform: Shape 1142">
            <a:extLst>
              <a:ext uri="{FF2B5EF4-FFF2-40B4-BE49-F238E27FC236}">
                <a16:creationId xmlns:a16="http://schemas.microsoft.com/office/drawing/2014/main" id="{D3FA1568-A3F7-FC74-9C5A-071B9E2503AF}"/>
              </a:ext>
            </a:extLst>
          </p:cNvPr>
          <p:cNvSpPr/>
          <p:nvPr/>
        </p:nvSpPr>
        <p:spPr>
          <a:xfrm>
            <a:off x="7477760" y="3810000"/>
            <a:ext cx="332740" cy="965200"/>
          </a:xfrm>
          <a:custGeom>
            <a:avLst/>
            <a:gdLst>
              <a:gd name="csX0" fmla="*/ 0 w 538480"/>
              <a:gd name="csY0" fmla="*/ 904240 h 904240"/>
              <a:gd name="csX1" fmla="*/ 0 w 538480"/>
              <a:gd name="csY1" fmla="*/ 0 h 904240"/>
              <a:gd name="csX2" fmla="*/ 538480 w 538480"/>
              <a:gd name="csY2" fmla="*/ 0 h 904240"/>
            </a:gdLst>
            <a:ahLst/>
            <a:cxnLst>
              <a:cxn ang="0">
                <a:pos x="csX0" y="csY0"/>
              </a:cxn>
              <a:cxn ang="0">
                <a:pos x="csX1" y="csY1"/>
              </a:cxn>
              <a:cxn ang="0">
                <a:pos x="csX2" y="csY2"/>
              </a:cxn>
            </a:cxnLst>
            <a:rect l="l" t="t" r="r" b="b"/>
            <a:pathLst>
              <a:path w="538480" h="904240">
                <a:moveTo>
                  <a:pt x="0" y="904240"/>
                </a:moveTo>
                <a:lnTo>
                  <a:pt x="0" y="0"/>
                </a:lnTo>
                <a:lnTo>
                  <a:pt x="538480" y="0"/>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cxnSp>
        <p:nvCxnSpPr>
          <p:cNvPr id="1144" name="Straight Arrow Connector 1143">
            <a:extLst>
              <a:ext uri="{FF2B5EF4-FFF2-40B4-BE49-F238E27FC236}">
                <a16:creationId xmlns:a16="http://schemas.microsoft.com/office/drawing/2014/main" id="{ACED4AE4-6D51-9A8B-5C70-82038A0F0C75}"/>
              </a:ext>
            </a:extLst>
          </p:cNvPr>
          <p:cNvCxnSpPr>
            <a:cxnSpLocks/>
          </p:cNvCxnSpPr>
          <p:nvPr/>
        </p:nvCxnSpPr>
        <p:spPr>
          <a:xfrm>
            <a:off x="8030251" y="3765709"/>
            <a:ext cx="293521"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pic>
        <p:nvPicPr>
          <p:cNvPr id="1065" name="Picture 1064">
            <a:extLst>
              <a:ext uri="{FF2B5EF4-FFF2-40B4-BE49-F238E27FC236}">
                <a16:creationId xmlns:a16="http://schemas.microsoft.com/office/drawing/2014/main" id="{4D3CF2FB-751A-CF10-9E8C-1A1E7E23CAC1}"/>
              </a:ext>
            </a:extLst>
          </p:cNvPr>
          <p:cNvPicPr>
            <a:picLocks noChangeAspect="1"/>
          </p:cNvPicPr>
          <p:nvPr/>
        </p:nvPicPr>
        <p:blipFill>
          <a:blip r:embed="rId6">
            <a:clrChange>
              <a:clrFrom>
                <a:srgbClr val="E3E8FB"/>
              </a:clrFrom>
              <a:clrTo>
                <a:srgbClr val="E3E8FB">
                  <a:alpha val="0"/>
                </a:srgbClr>
              </a:clrTo>
            </a:clrChange>
          </a:blip>
          <a:srcRect l="61809" t="45416" r="36061" b="50618"/>
          <a:stretch>
            <a:fillRect/>
          </a:stretch>
        </p:blipFill>
        <p:spPr>
          <a:xfrm>
            <a:off x="7817767" y="3643565"/>
            <a:ext cx="226219" cy="233758"/>
          </a:xfrm>
          <a:custGeom>
            <a:avLst/>
            <a:gdLst>
              <a:gd name="csX0" fmla="*/ 0 w 226219"/>
              <a:gd name="csY0" fmla="*/ 0 h 233758"/>
              <a:gd name="csX1" fmla="*/ 226219 w 226219"/>
              <a:gd name="csY1" fmla="*/ 0 h 233758"/>
              <a:gd name="csX2" fmla="*/ 226219 w 226219"/>
              <a:gd name="csY2" fmla="*/ 233758 h 233758"/>
              <a:gd name="csX3" fmla="*/ 0 w 226219"/>
              <a:gd name="csY3" fmla="*/ 233758 h 233758"/>
            </a:gdLst>
            <a:ahLst/>
            <a:cxnLst>
              <a:cxn ang="0">
                <a:pos x="csX0" y="csY0"/>
              </a:cxn>
              <a:cxn ang="0">
                <a:pos x="csX1" y="csY1"/>
              </a:cxn>
              <a:cxn ang="0">
                <a:pos x="csX2" y="csY2"/>
              </a:cxn>
              <a:cxn ang="0">
                <a:pos x="csX3" y="csY3"/>
              </a:cxn>
            </a:cxnLst>
            <a:rect l="l" t="t" r="r" b="b"/>
            <a:pathLst>
              <a:path w="226219" h="233758">
                <a:moveTo>
                  <a:pt x="0" y="0"/>
                </a:moveTo>
                <a:lnTo>
                  <a:pt x="226219" y="0"/>
                </a:lnTo>
                <a:lnTo>
                  <a:pt x="226219" y="233758"/>
                </a:lnTo>
                <a:lnTo>
                  <a:pt x="0" y="233758"/>
                </a:lnTo>
                <a:close/>
              </a:path>
            </a:pathLst>
          </a:custGeom>
        </p:spPr>
      </p:pic>
      <p:cxnSp>
        <p:nvCxnSpPr>
          <p:cNvPr id="1146" name="Straight Arrow Connector 1145">
            <a:extLst>
              <a:ext uri="{FF2B5EF4-FFF2-40B4-BE49-F238E27FC236}">
                <a16:creationId xmlns:a16="http://schemas.microsoft.com/office/drawing/2014/main" id="{88D3C25B-439F-346A-C38C-DEC29E0A5F07}"/>
              </a:ext>
            </a:extLst>
          </p:cNvPr>
          <p:cNvCxnSpPr>
            <a:cxnSpLocks/>
            <a:stCxn id="2" idx="3"/>
            <a:endCxn id="1105" idx="1"/>
          </p:cNvCxnSpPr>
          <p:nvPr/>
        </p:nvCxnSpPr>
        <p:spPr>
          <a:xfrm>
            <a:off x="7254875" y="2166938"/>
            <a:ext cx="2108889" cy="0"/>
          </a:xfrm>
          <a:prstGeom prst="straightConnector1">
            <a:avLst/>
          </a:pr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8CA883D-F368-72A1-2501-E9E31CB452A6}"/>
              </a:ext>
            </a:extLst>
          </p:cNvPr>
          <p:cNvSpPr txBox="1"/>
          <p:nvPr/>
        </p:nvSpPr>
        <p:spPr>
          <a:xfrm>
            <a:off x="7904480" y="2100633"/>
            <a:ext cx="792480"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Access to all Persistent Data Sources</a:t>
            </a:r>
          </a:p>
        </p:txBody>
      </p:sp>
      <p:sp>
        <p:nvSpPr>
          <p:cNvPr id="1149" name="Freeform: Shape 1148">
            <a:extLst>
              <a:ext uri="{FF2B5EF4-FFF2-40B4-BE49-F238E27FC236}">
                <a16:creationId xmlns:a16="http://schemas.microsoft.com/office/drawing/2014/main" id="{854147D1-D046-43E8-D07D-76FA709D828A}"/>
              </a:ext>
            </a:extLst>
          </p:cNvPr>
          <p:cNvSpPr/>
          <p:nvPr/>
        </p:nvSpPr>
        <p:spPr>
          <a:xfrm>
            <a:off x="10058400" y="5438775"/>
            <a:ext cx="171450" cy="533400"/>
          </a:xfrm>
          <a:custGeom>
            <a:avLst/>
            <a:gdLst>
              <a:gd name="csX0" fmla="*/ 0 w 171450"/>
              <a:gd name="csY0" fmla="*/ 0 h 533400"/>
              <a:gd name="csX1" fmla="*/ 0 w 171450"/>
              <a:gd name="csY1" fmla="*/ 533400 h 533400"/>
              <a:gd name="csX2" fmla="*/ 171450 w 171450"/>
              <a:gd name="csY2" fmla="*/ 533400 h 533400"/>
            </a:gdLst>
            <a:ahLst/>
            <a:cxnLst>
              <a:cxn ang="0">
                <a:pos x="csX0" y="csY0"/>
              </a:cxn>
              <a:cxn ang="0">
                <a:pos x="csX1" y="csY1"/>
              </a:cxn>
              <a:cxn ang="0">
                <a:pos x="csX2" y="csY2"/>
              </a:cxn>
            </a:cxnLst>
            <a:rect l="l" t="t" r="r" b="b"/>
            <a:pathLst>
              <a:path w="171450" h="533400">
                <a:moveTo>
                  <a:pt x="0" y="0"/>
                </a:moveTo>
                <a:lnTo>
                  <a:pt x="0" y="533400"/>
                </a:lnTo>
                <a:lnTo>
                  <a:pt x="171450" y="533400"/>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52" name="TextBox 51">
            <a:extLst>
              <a:ext uri="{FF2B5EF4-FFF2-40B4-BE49-F238E27FC236}">
                <a16:creationId xmlns:a16="http://schemas.microsoft.com/office/drawing/2014/main" id="{5A417A5F-948D-D93C-E1A3-D47C908AE2C9}"/>
              </a:ext>
            </a:extLst>
          </p:cNvPr>
          <p:cNvSpPr txBox="1"/>
          <p:nvPr/>
        </p:nvSpPr>
        <p:spPr>
          <a:xfrm>
            <a:off x="9616628" y="5575671"/>
            <a:ext cx="888813"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Access Layer to communicate with Maximo</a:t>
            </a:r>
          </a:p>
        </p:txBody>
      </p:sp>
      <p:cxnSp>
        <p:nvCxnSpPr>
          <p:cNvPr id="1150" name="Straight Arrow Connector 1149">
            <a:extLst>
              <a:ext uri="{FF2B5EF4-FFF2-40B4-BE49-F238E27FC236}">
                <a16:creationId xmlns:a16="http://schemas.microsoft.com/office/drawing/2014/main" id="{DD33E04B-E030-7137-96F0-8E02D476FD00}"/>
              </a:ext>
            </a:extLst>
          </p:cNvPr>
          <p:cNvCxnSpPr>
            <a:cxnSpLocks/>
          </p:cNvCxnSpPr>
          <p:nvPr/>
        </p:nvCxnSpPr>
        <p:spPr>
          <a:xfrm flipH="1">
            <a:off x="3826147" y="5372441"/>
            <a:ext cx="1494278"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86D4ADB-04FF-8D74-D0D0-8574FA34612D}"/>
              </a:ext>
            </a:extLst>
          </p:cNvPr>
          <p:cNvSpPr txBox="1"/>
          <p:nvPr/>
        </p:nvSpPr>
        <p:spPr>
          <a:xfrm>
            <a:off x="4348102" y="5291826"/>
            <a:ext cx="450368" cy="184666"/>
          </a:xfrm>
          <a:prstGeom prst="rect">
            <a:avLst/>
          </a:prstGeom>
          <a:solidFill>
            <a:srgbClr val="F6EBF9"/>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Traces consolidation</a:t>
            </a:r>
          </a:p>
        </p:txBody>
      </p:sp>
      <p:cxnSp>
        <p:nvCxnSpPr>
          <p:cNvPr id="1153" name="Straight Arrow Connector 1152">
            <a:extLst>
              <a:ext uri="{FF2B5EF4-FFF2-40B4-BE49-F238E27FC236}">
                <a16:creationId xmlns:a16="http://schemas.microsoft.com/office/drawing/2014/main" id="{5DA2FD98-CFAC-575F-D771-F7EED962EF60}"/>
              </a:ext>
            </a:extLst>
          </p:cNvPr>
          <p:cNvCxnSpPr>
            <a:cxnSpLocks/>
          </p:cNvCxnSpPr>
          <p:nvPr/>
        </p:nvCxnSpPr>
        <p:spPr>
          <a:xfrm flipV="1">
            <a:off x="5468339" y="1729355"/>
            <a:ext cx="596961"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pic>
        <p:nvPicPr>
          <p:cNvPr id="1054" name="Picture 1053">
            <a:extLst>
              <a:ext uri="{FF2B5EF4-FFF2-40B4-BE49-F238E27FC236}">
                <a16:creationId xmlns:a16="http://schemas.microsoft.com/office/drawing/2014/main" id="{58960A03-AC3C-A4DC-82E9-F82B0DA184A8}"/>
              </a:ext>
            </a:extLst>
          </p:cNvPr>
          <p:cNvPicPr>
            <a:picLocks noChangeAspect="1"/>
          </p:cNvPicPr>
          <p:nvPr/>
        </p:nvPicPr>
        <p:blipFill>
          <a:blip r:embed="rId6"/>
          <a:srcRect l="13947" t="20679" r="83923" b="75402"/>
          <a:stretch>
            <a:fillRect/>
          </a:stretch>
        </p:blipFill>
        <p:spPr>
          <a:xfrm>
            <a:off x="5429624" y="1589422"/>
            <a:ext cx="226218" cy="230981"/>
          </a:xfrm>
          <a:custGeom>
            <a:avLst/>
            <a:gdLst>
              <a:gd name="csX0" fmla="*/ 0 w 226218"/>
              <a:gd name="csY0" fmla="*/ 0 h 230981"/>
              <a:gd name="csX1" fmla="*/ 226218 w 226218"/>
              <a:gd name="csY1" fmla="*/ 0 h 230981"/>
              <a:gd name="csX2" fmla="*/ 226218 w 226218"/>
              <a:gd name="csY2" fmla="*/ 230981 h 230981"/>
              <a:gd name="csX3" fmla="*/ 0 w 226218"/>
              <a:gd name="csY3" fmla="*/ 230981 h 230981"/>
            </a:gdLst>
            <a:ahLst/>
            <a:cxnLst>
              <a:cxn ang="0">
                <a:pos x="csX0" y="csY0"/>
              </a:cxn>
              <a:cxn ang="0">
                <a:pos x="csX1" y="csY1"/>
              </a:cxn>
              <a:cxn ang="0">
                <a:pos x="csX2" y="csY2"/>
              </a:cxn>
              <a:cxn ang="0">
                <a:pos x="csX3" y="csY3"/>
              </a:cxn>
            </a:cxnLst>
            <a:rect l="l" t="t" r="r" b="b"/>
            <a:pathLst>
              <a:path w="226218" h="230981">
                <a:moveTo>
                  <a:pt x="0" y="0"/>
                </a:moveTo>
                <a:lnTo>
                  <a:pt x="226218" y="0"/>
                </a:lnTo>
                <a:lnTo>
                  <a:pt x="226218" y="230981"/>
                </a:lnTo>
                <a:lnTo>
                  <a:pt x="0" y="230981"/>
                </a:lnTo>
                <a:close/>
              </a:path>
            </a:pathLst>
          </a:custGeom>
        </p:spPr>
      </p:pic>
      <p:sp>
        <p:nvSpPr>
          <p:cNvPr id="27" name="TextBox 26">
            <a:extLst>
              <a:ext uri="{FF2B5EF4-FFF2-40B4-BE49-F238E27FC236}">
                <a16:creationId xmlns:a16="http://schemas.microsoft.com/office/drawing/2014/main" id="{AE8C6C87-964F-9D20-EEFB-2C73BBA3FEE1}"/>
              </a:ext>
            </a:extLst>
          </p:cNvPr>
          <p:cNvSpPr txBox="1"/>
          <p:nvPr/>
        </p:nvSpPr>
        <p:spPr>
          <a:xfrm>
            <a:off x="5681860" y="1615176"/>
            <a:ext cx="310708"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Token validation</a:t>
            </a:r>
          </a:p>
        </p:txBody>
      </p:sp>
      <p:sp>
        <p:nvSpPr>
          <p:cNvPr id="1154" name="Freeform: Shape 1153">
            <a:extLst>
              <a:ext uri="{FF2B5EF4-FFF2-40B4-BE49-F238E27FC236}">
                <a16:creationId xmlns:a16="http://schemas.microsoft.com/office/drawing/2014/main" id="{06F92318-00AA-9DE8-4CF5-870490BABD1E}"/>
              </a:ext>
            </a:extLst>
          </p:cNvPr>
          <p:cNvSpPr/>
          <p:nvPr/>
        </p:nvSpPr>
        <p:spPr>
          <a:xfrm>
            <a:off x="5854700" y="1193800"/>
            <a:ext cx="355600" cy="457200"/>
          </a:xfrm>
          <a:custGeom>
            <a:avLst/>
            <a:gdLst>
              <a:gd name="csX0" fmla="*/ 0 w 355600"/>
              <a:gd name="csY0" fmla="*/ 0 h 457200"/>
              <a:gd name="csX1" fmla="*/ 355600 w 355600"/>
              <a:gd name="csY1" fmla="*/ 0 h 457200"/>
              <a:gd name="csX2" fmla="*/ 355600 w 355600"/>
              <a:gd name="csY2" fmla="*/ 457200 h 457200"/>
            </a:gdLst>
            <a:ahLst/>
            <a:cxnLst>
              <a:cxn ang="0">
                <a:pos x="csX0" y="csY0"/>
              </a:cxn>
              <a:cxn ang="0">
                <a:pos x="csX1" y="csY1"/>
              </a:cxn>
              <a:cxn ang="0">
                <a:pos x="csX2" y="csY2"/>
              </a:cxn>
            </a:cxnLst>
            <a:rect l="l" t="t" r="r" b="b"/>
            <a:pathLst>
              <a:path w="355600" h="457200">
                <a:moveTo>
                  <a:pt x="0" y="0"/>
                </a:moveTo>
                <a:lnTo>
                  <a:pt x="355600" y="0"/>
                </a:lnTo>
                <a:lnTo>
                  <a:pt x="355600" y="457200"/>
                </a:lnTo>
              </a:path>
            </a:pathLst>
          </a:cu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1155" name="Freeform: Shape 1154">
            <a:extLst>
              <a:ext uri="{FF2B5EF4-FFF2-40B4-BE49-F238E27FC236}">
                <a16:creationId xmlns:a16="http://schemas.microsoft.com/office/drawing/2014/main" id="{205E27DC-9428-BBCC-75DD-71408CF318B3}"/>
              </a:ext>
            </a:extLst>
          </p:cNvPr>
          <p:cNvSpPr/>
          <p:nvPr/>
        </p:nvSpPr>
        <p:spPr>
          <a:xfrm>
            <a:off x="5428343" y="2569029"/>
            <a:ext cx="653143" cy="2685142"/>
          </a:xfrm>
          <a:custGeom>
            <a:avLst/>
            <a:gdLst>
              <a:gd name="csX0" fmla="*/ 653143 w 653143"/>
              <a:gd name="csY0" fmla="*/ 0 h 2685142"/>
              <a:gd name="csX1" fmla="*/ 0 w 653143"/>
              <a:gd name="csY1" fmla="*/ 0 h 2685142"/>
              <a:gd name="csX2" fmla="*/ 0 w 653143"/>
              <a:gd name="csY2" fmla="*/ 2685142 h 2685142"/>
            </a:gdLst>
            <a:ahLst/>
            <a:cxnLst>
              <a:cxn ang="0">
                <a:pos x="csX0" y="csY0"/>
              </a:cxn>
              <a:cxn ang="0">
                <a:pos x="csX1" y="csY1"/>
              </a:cxn>
              <a:cxn ang="0">
                <a:pos x="csX2" y="csY2"/>
              </a:cxn>
            </a:cxnLst>
            <a:rect l="l" t="t" r="r" b="b"/>
            <a:pathLst>
              <a:path w="653143" h="2685142">
                <a:moveTo>
                  <a:pt x="653143" y="0"/>
                </a:moveTo>
                <a:lnTo>
                  <a:pt x="0" y="0"/>
                </a:lnTo>
                <a:lnTo>
                  <a:pt x="0" y="2685142"/>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32AED20B-56C6-93CE-1A27-DDAA9679BA47}"/>
              </a:ext>
            </a:extLst>
          </p:cNvPr>
          <p:cNvSpPr txBox="1"/>
          <p:nvPr/>
        </p:nvSpPr>
        <p:spPr>
          <a:xfrm>
            <a:off x="5210107" y="3988171"/>
            <a:ext cx="421590" cy="92333"/>
          </a:xfrm>
          <a:prstGeom prst="rect">
            <a:avLst/>
          </a:prstGeom>
          <a:solidFill>
            <a:schemeClr val="bg1"/>
          </a:solid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Server Traces</a:t>
            </a:r>
          </a:p>
        </p:txBody>
      </p:sp>
      <p:cxnSp>
        <p:nvCxnSpPr>
          <p:cNvPr id="1156" name="Straight Arrow Connector 1155">
            <a:extLst>
              <a:ext uri="{FF2B5EF4-FFF2-40B4-BE49-F238E27FC236}">
                <a16:creationId xmlns:a16="http://schemas.microsoft.com/office/drawing/2014/main" id="{2C3AA98E-C792-3BCB-C97D-D16E3CE1858A}"/>
              </a:ext>
            </a:extLst>
          </p:cNvPr>
          <p:cNvCxnSpPr>
            <a:cxnSpLocks/>
          </p:cNvCxnSpPr>
          <p:nvPr/>
        </p:nvCxnSpPr>
        <p:spPr>
          <a:xfrm flipH="1">
            <a:off x="5530850" y="5371465"/>
            <a:ext cx="665875" cy="0"/>
          </a:xfrm>
          <a:prstGeom prst="straightConnector1">
            <a:avLst/>
          </a:prstGeom>
          <a:ln w="6350" cap="flat">
            <a:solidFill>
              <a:srgbClr val="757575"/>
            </a:solidFill>
            <a:miter lim="800000"/>
            <a:tailEnd type="triangle" w="sm" len="sm"/>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81C25E8-B717-91E6-6F3B-E4584076B12C}"/>
              </a:ext>
            </a:extLst>
          </p:cNvPr>
          <p:cNvSpPr txBox="1"/>
          <p:nvPr/>
        </p:nvSpPr>
        <p:spPr>
          <a:xfrm>
            <a:off x="5880100" y="5272776"/>
            <a:ext cx="215900"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AI Traces</a:t>
            </a:r>
          </a:p>
        </p:txBody>
      </p:sp>
      <p:sp>
        <p:nvSpPr>
          <p:cNvPr id="1159" name="Freeform: Shape 1158">
            <a:extLst>
              <a:ext uri="{FF2B5EF4-FFF2-40B4-BE49-F238E27FC236}">
                <a16:creationId xmlns:a16="http://schemas.microsoft.com/office/drawing/2014/main" id="{AA1DDBCB-99E1-A69C-1E94-DDE27137900C}"/>
              </a:ext>
            </a:extLst>
          </p:cNvPr>
          <p:cNvSpPr/>
          <p:nvPr/>
        </p:nvSpPr>
        <p:spPr>
          <a:xfrm>
            <a:off x="5549900" y="4089400"/>
            <a:ext cx="1866900" cy="1155700"/>
          </a:xfrm>
          <a:custGeom>
            <a:avLst/>
            <a:gdLst>
              <a:gd name="csX0" fmla="*/ 0 w 1866900"/>
              <a:gd name="csY0" fmla="*/ 1155700 h 1155700"/>
              <a:gd name="csX1" fmla="*/ 431800 w 1866900"/>
              <a:gd name="csY1" fmla="*/ 1155700 h 1155700"/>
              <a:gd name="csX2" fmla="*/ 431800 w 1866900"/>
              <a:gd name="csY2" fmla="*/ 0 h 1155700"/>
              <a:gd name="csX3" fmla="*/ 1866900 w 1866900"/>
              <a:gd name="csY3" fmla="*/ 0 h 1155700"/>
            </a:gdLst>
            <a:ahLst/>
            <a:cxnLst>
              <a:cxn ang="0">
                <a:pos x="csX0" y="csY0"/>
              </a:cxn>
              <a:cxn ang="0">
                <a:pos x="csX1" y="csY1"/>
              </a:cxn>
              <a:cxn ang="0">
                <a:pos x="csX2" y="csY2"/>
              </a:cxn>
              <a:cxn ang="0">
                <a:pos x="csX3" y="csY3"/>
              </a:cxn>
            </a:cxnLst>
            <a:rect l="l" t="t" r="r" b="b"/>
            <a:pathLst>
              <a:path w="1866900" h="1155700">
                <a:moveTo>
                  <a:pt x="0" y="1155700"/>
                </a:moveTo>
                <a:lnTo>
                  <a:pt x="431800" y="1155700"/>
                </a:lnTo>
                <a:lnTo>
                  <a:pt x="431800" y="0"/>
                </a:lnTo>
                <a:lnTo>
                  <a:pt x="1866900" y="0"/>
                </a:lnTo>
              </a:path>
            </a:pathLst>
          </a:custGeom>
          <a:ln w="6350" cap="flat">
            <a:solidFill>
              <a:srgbClr val="757575"/>
            </a:solidFill>
            <a:miter lim="800000"/>
            <a:headEnd type="triangl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61" name="TextBox 60">
            <a:extLst>
              <a:ext uri="{FF2B5EF4-FFF2-40B4-BE49-F238E27FC236}">
                <a16:creationId xmlns:a16="http://schemas.microsoft.com/office/drawing/2014/main" id="{AD4CAFE1-4064-BA42-C688-69422FD3E0D8}"/>
              </a:ext>
            </a:extLst>
          </p:cNvPr>
          <p:cNvSpPr txBox="1"/>
          <p:nvPr/>
        </p:nvSpPr>
        <p:spPr>
          <a:xfrm>
            <a:off x="5757032" y="4285033"/>
            <a:ext cx="467555" cy="184666"/>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Orchestration traces</a:t>
            </a:r>
          </a:p>
        </p:txBody>
      </p:sp>
      <p:cxnSp>
        <p:nvCxnSpPr>
          <p:cNvPr id="1161" name="Straight Connector 1160">
            <a:extLst>
              <a:ext uri="{FF2B5EF4-FFF2-40B4-BE49-F238E27FC236}">
                <a16:creationId xmlns:a16="http://schemas.microsoft.com/office/drawing/2014/main" id="{7DACD7FF-3ED7-81A9-755A-ECE2E4AA15CF}"/>
              </a:ext>
            </a:extLst>
          </p:cNvPr>
          <p:cNvCxnSpPr>
            <a:cxnSpLocks/>
          </p:cNvCxnSpPr>
          <p:nvPr/>
        </p:nvCxnSpPr>
        <p:spPr>
          <a:xfrm>
            <a:off x="6946900" y="2254250"/>
            <a:ext cx="2254250" cy="701675"/>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56" name="Picture 1055">
            <a:extLst>
              <a:ext uri="{FF2B5EF4-FFF2-40B4-BE49-F238E27FC236}">
                <a16:creationId xmlns:a16="http://schemas.microsoft.com/office/drawing/2014/main" id="{38AAFD4B-9412-E541-3A56-7042B0344A34}"/>
              </a:ext>
            </a:extLst>
          </p:cNvPr>
          <p:cNvPicPr>
            <a:picLocks/>
          </p:cNvPicPr>
          <p:nvPr/>
        </p:nvPicPr>
        <p:blipFill>
          <a:blip r:embed="rId6">
            <a:clrChange>
              <a:clrFrom>
                <a:srgbClr val="ECFFEE"/>
              </a:clrFrom>
              <a:clrTo>
                <a:srgbClr val="ECFFEE">
                  <a:alpha val="0"/>
                </a:srgbClr>
              </a:clrTo>
            </a:clrChange>
          </a:blip>
          <a:srcRect l="30063" t="21802" r="67673" b="73940"/>
          <a:stretch>
            <a:fillRect/>
          </a:stretch>
        </p:blipFill>
        <p:spPr>
          <a:xfrm>
            <a:off x="6767992" y="2225986"/>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cxnSp>
        <p:nvCxnSpPr>
          <p:cNvPr id="1167" name="Straight Connector 1166">
            <a:extLst>
              <a:ext uri="{FF2B5EF4-FFF2-40B4-BE49-F238E27FC236}">
                <a16:creationId xmlns:a16="http://schemas.microsoft.com/office/drawing/2014/main" id="{203FA06D-8C99-D90B-BC54-7782038F724A}"/>
              </a:ext>
            </a:extLst>
          </p:cNvPr>
          <p:cNvCxnSpPr>
            <a:cxnSpLocks/>
          </p:cNvCxnSpPr>
          <p:nvPr/>
        </p:nvCxnSpPr>
        <p:spPr>
          <a:xfrm>
            <a:off x="6865620" y="2415540"/>
            <a:ext cx="311468" cy="541973"/>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71" name="Straight Connector 1170">
            <a:extLst>
              <a:ext uri="{FF2B5EF4-FFF2-40B4-BE49-F238E27FC236}">
                <a16:creationId xmlns:a16="http://schemas.microsoft.com/office/drawing/2014/main" id="{A14E947F-8B62-58F7-6099-D3AA6F0F48DE}"/>
              </a:ext>
            </a:extLst>
          </p:cNvPr>
          <p:cNvCxnSpPr>
            <a:cxnSpLocks/>
          </p:cNvCxnSpPr>
          <p:nvPr/>
        </p:nvCxnSpPr>
        <p:spPr>
          <a:xfrm>
            <a:off x="6781800" y="2362200"/>
            <a:ext cx="392906" cy="1950244"/>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FEB493E-4FDD-FC0F-07BD-2A2CD6324A10}"/>
              </a:ext>
            </a:extLst>
          </p:cNvPr>
          <p:cNvSpPr txBox="1"/>
          <p:nvPr/>
        </p:nvSpPr>
        <p:spPr>
          <a:xfrm>
            <a:off x="6759203" y="2510526"/>
            <a:ext cx="258084" cy="92333"/>
          </a:xfrm>
          <a:prstGeom prst="rect">
            <a:avLst/>
          </a:prstGeom>
          <a:solidFill>
            <a:srgbClr val="FFF1C9"/>
          </a:solid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6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Server 2</a:t>
            </a:r>
          </a:p>
        </p:txBody>
      </p:sp>
    </p:spTree>
    <p:extLst>
      <p:ext uri="{BB962C8B-B14F-4D97-AF65-F5344CB8AC3E}">
        <p14:creationId xmlns:p14="http://schemas.microsoft.com/office/powerpoint/2010/main" val="410870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FC0EB54-C01B-D559-2379-924129A86822}"/>
              </a:ext>
            </a:extLst>
          </p:cNvPr>
          <p:cNvGraphicFramePr>
            <a:graphicFrameLocks/>
          </p:cNvGraphicFramePr>
          <p:nvPr>
            <p:custDataLst>
              <p:tags r:id="rId1"/>
            </p:custDataLst>
            <p:extLst>
              <p:ext uri="{D42A27DB-BD31-4B8C-83A1-F6EECF244321}">
                <p14:modId xmlns:p14="http://schemas.microsoft.com/office/powerpoint/2010/main" val="18018667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id="{2FC0EB54-C01B-D559-2379-924129A86822}"/>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A8DFF8DA-D324-2145-208D-CD6430E6E4DE}"/>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6CB67B19-52E0-E3A5-D885-88729A84D81E}"/>
              </a:ext>
            </a:extLst>
          </p:cNvPr>
          <p:cNvSpPr>
            <a:spLocks noGrp="1"/>
          </p:cNvSpPr>
          <p:nvPr>
            <p:ph type="title"/>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lstStyle/>
          <a:p>
            <a:r>
              <a:rPr lang="en-GB" dirty="0">
                <a:ea typeface="+mj-lt"/>
                <a:cs typeface="+mj-lt"/>
              </a:rPr>
              <a:t>Design principles for structuring agents, tools, deterministic steps, and workflows</a:t>
            </a:r>
            <a:endParaRPr lang="en-US" dirty="0"/>
          </a:p>
        </p:txBody>
      </p:sp>
      <p:sp>
        <p:nvSpPr>
          <p:cNvPr id="2" name="TextBox 1">
            <a:extLst>
              <a:ext uri="{FF2B5EF4-FFF2-40B4-BE49-F238E27FC236}">
                <a16:creationId xmlns:a16="http://schemas.microsoft.com/office/drawing/2014/main" id="{73FEE83A-773C-C552-D62E-C0A3EB98CFF3}"/>
              </a:ext>
            </a:extLst>
          </p:cNvPr>
          <p:cNvSpPr txBox="1">
            <a:spLocks/>
          </p:cNvSpPr>
          <p:nvPr/>
        </p:nvSpPr>
        <p:spPr>
          <a:xfrm>
            <a:off x="554736" y="1118088"/>
            <a:ext cx="5927571" cy="280076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ea typeface="Calibri" panose="020F0502020204030204" pitchFamily="34" charset="0"/>
                <a:cs typeface="Calibri" panose="020F0502020204030204" pitchFamily="34" charset="0"/>
              </a:rPr>
              <a:t>Agent</a:t>
            </a:r>
          </a:p>
          <a:p>
            <a:r>
              <a:rPr lang="en-US" sz="1000" dirty="0">
                <a:ea typeface="Calibri" panose="020F0502020204030204" pitchFamily="34" charset="0"/>
                <a:cs typeface="Calibri" panose="020F0502020204030204" pitchFamily="34" charset="0"/>
              </a:rPr>
              <a:t>Definition: </a:t>
            </a:r>
          </a:p>
          <a:p>
            <a:pPr lvl="1"/>
            <a:r>
              <a:rPr lang="en-US" sz="1000" dirty="0">
                <a:ea typeface="Calibri" panose="020F0502020204030204" pitchFamily="34" charset="0"/>
                <a:cs typeface="Calibri" panose="020F0502020204030204" pitchFamily="34" charset="0"/>
              </a:rPr>
              <a:t>An agent is an LLM with a system prompt. It may have a set of tools,  </a:t>
            </a:r>
            <a:r>
              <a:rPr lang="en-US" sz="1000" dirty="0"/>
              <a:t>access to context, memory, and knowledge.</a:t>
            </a:r>
            <a:endParaRPr lang="en-US" sz="1800" dirty="0"/>
          </a:p>
          <a:p>
            <a:r>
              <a:rPr lang="en-US" sz="1000" dirty="0">
                <a:ea typeface="Calibri" panose="020F0502020204030204" pitchFamily="34" charset="0"/>
                <a:cs typeface="Calibri" panose="020F0502020204030204" pitchFamily="34" charset="0"/>
              </a:rPr>
              <a:t>When to build </a:t>
            </a:r>
          </a:p>
          <a:p>
            <a:pPr lvl="1"/>
            <a:r>
              <a:rPr lang="en-US" sz="1000" dirty="0">
                <a:ea typeface="Calibri" panose="020F0502020204030204" pitchFamily="34" charset="0"/>
                <a:cs typeface="Calibri" panose="020F0502020204030204" pitchFamily="34" charset="0"/>
              </a:rPr>
              <a:t>Input is natural language that requires interpretation</a:t>
            </a:r>
          </a:p>
          <a:p>
            <a:pPr lvl="1"/>
            <a:r>
              <a:rPr lang="en-US" sz="1000" dirty="0">
                <a:ea typeface="Calibri" panose="020F0502020204030204" pitchFamily="34" charset="0"/>
                <a:cs typeface="Calibri" panose="020F0502020204030204" pitchFamily="34" charset="0"/>
              </a:rPr>
              <a:t>Output requires language composition or synthesis</a:t>
            </a:r>
          </a:p>
          <a:p>
            <a:pPr lvl="1"/>
            <a:r>
              <a:rPr lang="en-US" sz="1000" dirty="0">
                <a:ea typeface="Calibri" panose="020F0502020204030204" pitchFamily="34" charset="0"/>
                <a:cs typeface="Calibri" panose="020F0502020204030204" pitchFamily="34" charset="0"/>
              </a:rPr>
              <a:t>The task involves judgement under ambiguity and is non-deterministic</a:t>
            </a:r>
          </a:p>
          <a:p>
            <a:pPr lvl="1"/>
            <a:r>
              <a:rPr lang="en-US" sz="1000" dirty="0">
                <a:ea typeface="Calibri" panose="020F0502020204030204" pitchFamily="34" charset="0"/>
                <a:cs typeface="Calibri" panose="020F0502020204030204" pitchFamily="34" charset="0"/>
              </a:rPr>
              <a:t>The solution path is not fully pre-defined</a:t>
            </a:r>
          </a:p>
          <a:p>
            <a:r>
              <a:rPr lang="en-US" sz="1000" dirty="0">
                <a:ea typeface="Calibri" panose="020F0502020204030204" pitchFamily="34" charset="0"/>
                <a:cs typeface="Calibri" panose="020F0502020204030204" pitchFamily="34" charset="0"/>
              </a:rPr>
              <a:t>How to build it well</a:t>
            </a:r>
          </a:p>
          <a:p>
            <a:pPr lvl="1"/>
            <a:r>
              <a:rPr lang="en-US" sz="1000" dirty="0">
                <a:ea typeface="Calibri" panose="020F0502020204030204" pitchFamily="34" charset="0"/>
                <a:cs typeface="Calibri" panose="020F0502020204030204" pitchFamily="34" charset="0"/>
              </a:rPr>
              <a:t>Keep scope narrow and modular (one responsibility per agent) </a:t>
            </a:r>
          </a:p>
          <a:p>
            <a:pPr lvl="1"/>
            <a:r>
              <a:rPr lang="it-IT" sz="1000" dirty="0">
                <a:ea typeface="Calibri" panose="020F0502020204030204" pitchFamily="34" charset="0"/>
                <a:cs typeface="Calibri" panose="020F0502020204030204" pitchFamily="34" charset="0"/>
              </a:rPr>
              <a:t>Define a strict I/O contract </a:t>
            </a:r>
            <a:endParaRPr lang="it-IT" sz="1800" dirty="0"/>
          </a:p>
          <a:p>
            <a:pPr lvl="1"/>
            <a:r>
              <a:rPr lang="en-US" sz="1000" dirty="0">
                <a:ea typeface="Calibri" panose="020F0502020204030204" pitchFamily="34" charset="0"/>
                <a:cs typeface="Calibri" panose="020F0502020204030204" pitchFamily="34" charset="0"/>
              </a:rPr>
              <a:t>Provide only necessary tools and context </a:t>
            </a:r>
            <a:endParaRPr lang="en-US" sz="1800" dirty="0"/>
          </a:p>
          <a:p>
            <a:pPr lvl="1"/>
            <a:r>
              <a:rPr lang="en-US" sz="1000" dirty="0">
                <a:ea typeface="Calibri" panose="020F0502020204030204" pitchFamily="34" charset="0"/>
                <a:cs typeface="Calibri" panose="020F0502020204030204" pitchFamily="34" charset="0"/>
              </a:rPr>
              <a:t>Constrain </a:t>
            </a:r>
            <a:r>
              <a:rPr lang="en-US" sz="1000" dirty="0" err="1">
                <a:ea typeface="Calibri" panose="020F0502020204030204" pitchFamily="34" charset="0"/>
                <a:cs typeface="Calibri" panose="020F0502020204030204" pitchFamily="34" charset="0"/>
              </a:rPr>
              <a:t>behaviour</a:t>
            </a:r>
            <a:r>
              <a:rPr lang="en-US" sz="1000" dirty="0">
                <a:ea typeface="Calibri" panose="020F0502020204030204" pitchFamily="34" charset="0"/>
                <a:cs typeface="Calibri" panose="020F0502020204030204" pitchFamily="34" charset="0"/>
              </a:rPr>
              <a:t> with clear instructions and guardrails</a:t>
            </a:r>
          </a:p>
        </p:txBody>
      </p:sp>
      <p:sp>
        <p:nvSpPr>
          <p:cNvPr id="13" name="TextBox 12">
            <a:extLst>
              <a:ext uri="{FF2B5EF4-FFF2-40B4-BE49-F238E27FC236}">
                <a16:creationId xmlns:a16="http://schemas.microsoft.com/office/drawing/2014/main" id="{69F5304F-B59C-DD92-FDD5-12B526E9EB92}"/>
              </a:ext>
            </a:extLst>
          </p:cNvPr>
          <p:cNvSpPr txBox="1">
            <a:spLocks/>
          </p:cNvSpPr>
          <p:nvPr/>
        </p:nvSpPr>
        <p:spPr>
          <a:xfrm>
            <a:off x="6667499" y="1118088"/>
            <a:ext cx="4969765" cy="276229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ea typeface="Calibri" panose="020F0502020204030204" pitchFamily="34" charset="0"/>
                <a:cs typeface="Calibri" panose="020F0502020204030204" pitchFamily="34" charset="0"/>
              </a:rPr>
              <a:t>Tool</a:t>
            </a:r>
          </a:p>
          <a:p>
            <a:r>
              <a:rPr lang="en-US" sz="1000" dirty="0">
                <a:ea typeface="Calibri" panose="020F0502020204030204" pitchFamily="34" charset="0"/>
                <a:cs typeface="Calibri" panose="020F0502020204030204" pitchFamily="34" charset="0"/>
              </a:rPr>
              <a:t>Definition: </a:t>
            </a:r>
          </a:p>
          <a:p>
            <a:pPr lvl="1"/>
            <a:r>
              <a:rPr lang="en-US" sz="1000" dirty="0">
                <a:ea typeface="Calibri" panose="020F0502020204030204" pitchFamily="34" charset="0"/>
                <a:cs typeface="Calibri" panose="020F0502020204030204" pitchFamily="34" charset="0"/>
              </a:rPr>
              <a:t>A tool is a functionality an agent can choose to call. It has no prompt, no reasoning, and returns result given inputs</a:t>
            </a:r>
            <a:endParaRPr lang="en-US" sz="1800" dirty="0">
              <a:ea typeface="Calibri" panose="020F0502020204030204" pitchFamily="34" charset="0"/>
              <a:cs typeface="Calibri" panose="020F0502020204030204" pitchFamily="34" charset="0"/>
            </a:endParaRPr>
          </a:p>
          <a:p>
            <a:r>
              <a:rPr lang="en-US" sz="1000" dirty="0">
                <a:ea typeface="Calibri" panose="020F0502020204030204" pitchFamily="34" charset="0"/>
                <a:cs typeface="Calibri" panose="020F0502020204030204" pitchFamily="34" charset="0"/>
              </a:rPr>
              <a:t>When to build: </a:t>
            </a:r>
          </a:p>
          <a:p>
            <a:pPr lvl="1"/>
            <a:r>
              <a:rPr lang="en-US" sz="1000" dirty="0">
                <a:ea typeface="Calibri" panose="020F0502020204030204" pitchFamily="34" charset="0"/>
                <a:cs typeface="Calibri" panose="020F0502020204030204" pitchFamily="34" charset="0"/>
              </a:rPr>
              <a:t>An agent needs a capability beyond language alone (API, DB, computation)</a:t>
            </a:r>
          </a:p>
          <a:p>
            <a:pPr lvl="1"/>
            <a:r>
              <a:rPr lang="en-US" sz="1000" dirty="0">
                <a:ea typeface="Calibri" panose="020F0502020204030204" pitchFamily="34" charset="0"/>
                <a:cs typeface="Calibri" panose="020F0502020204030204" pitchFamily="34" charset="0"/>
              </a:rPr>
              <a:t>The capability should be invoked conditionally based on reasoning </a:t>
            </a:r>
          </a:p>
          <a:p>
            <a:pPr lvl="1"/>
            <a:r>
              <a:rPr lang="en-US" sz="1000" dirty="0">
                <a:ea typeface="Calibri" panose="020F0502020204030204" pitchFamily="34" charset="0"/>
                <a:cs typeface="Calibri" panose="020F0502020204030204" pitchFamily="34" charset="0"/>
              </a:rPr>
              <a:t>The functionality or capability is a discrete, reusable unit of execution </a:t>
            </a:r>
            <a:endParaRPr lang="en-US" sz="1800" dirty="0"/>
          </a:p>
          <a:p>
            <a:r>
              <a:rPr lang="en-US" sz="1000" dirty="0">
                <a:ea typeface="Calibri" panose="020F0502020204030204" pitchFamily="34" charset="0"/>
                <a:cs typeface="Calibri" panose="020F0502020204030204" pitchFamily="34" charset="0"/>
              </a:rPr>
              <a:t>How to build it well</a:t>
            </a:r>
          </a:p>
          <a:p>
            <a:pPr lvl="1"/>
            <a:r>
              <a:rPr lang="en-US" sz="1000" dirty="0">
                <a:ea typeface="Calibri" panose="020F0502020204030204" pitchFamily="34" charset="0"/>
                <a:cs typeface="Calibri" panose="020F0502020204030204" pitchFamily="34" charset="0"/>
              </a:rPr>
              <a:t>The tool only executes. Agent decides whether and when to invoke</a:t>
            </a:r>
          </a:p>
          <a:p>
            <a:pPr lvl="1"/>
            <a:r>
              <a:rPr lang="en-US" sz="1000" dirty="0">
                <a:ea typeface="Calibri" panose="020F0502020204030204" pitchFamily="34" charset="0"/>
                <a:cs typeface="Calibri" panose="020F0502020204030204" pitchFamily="34" charset="0"/>
              </a:rPr>
              <a:t>Design for single responsibility and reuse </a:t>
            </a:r>
          </a:p>
          <a:p>
            <a:pPr lvl="1"/>
            <a:r>
              <a:rPr lang="en-US" sz="1000" dirty="0">
                <a:ea typeface="Calibri" panose="020F0502020204030204" pitchFamily="34" charset="0"/>
                <a:cs typeface="Calibri" panose="020F0502020204030204" pitchFamily="34" charset="0"/>
              </a:rPr>
              <a:t>Use clear, typed input/output schemas </a:t>
            </a:r>
            <a:endParaRPr lang="en-US" sz="1800" dirty="0"/>
          </a:p>
          <a:p>
            <a:pPr lvl="1"/>
            <a:r>
              <a:rPr lang="en-US" sz="1000" dirty="0">
                <a:ea typeface="Calibri" panose="020F0502020204030204" pitchFamily="34" charset="0"/>
                <a:cs typeface="Calibri" panose="020F0502020204030204" pitchFamily="34" charset="0"/>
              </a:rPr>
              <a:t>Ensure error handling </a:t>
            </a:r>
            <a:endParaRPr lang="en-US" sz="1800" dirty="0"/>
          </a:p>
          <a:p>
            <a:pPr lvl="1"/>
            <a:r>
              <a:rPr lang="en-US" sz="1000" dirty="0">
                <a:ea typeface="Calibri" panose="020F0502020204030204" pitchFamily="34" charset="0"/>
                <a:cs typeface="Calibri" panose="020F0502020204030204" pitchFamily="34" charset="0"/>
              </a:rPr>
              <a:t>Keep tools stateless and composable</a:t>
            </a:r>
          </a:p>
        </p:txBody>
      </p:sp>
      <p:sp>
        <p:nvSpPr>
          <p:cNvPr id="11" name="TextBox 10">
            <a:extLst>
              <a:ext uri="{FF2B5EF4-FFF2-40B4-BE49-F238E27FC236}">
                <a16:creationId xmlns:a16="http://schemas.microsoft.com/office/drawing/2014/main" id="{9905E2F4-0339-EC5D-B050-9F9AE0EF8B33}"/>
              </a:ext>
            </a:extLst>
          </p:cNvPr>
          <p:cNvSpPr txBox="1">
            <a:spLocks/>
          </p:cNvSpPr>
          <p:nvPr/>
        </p:nvSpPr>
        <p:spPr>
          <a:xfrm>
            <a:off x="554736" y="4066220"/>
            <a:ext cx="5927571" cy="237757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ea typeface="Calibri" panose="020F0502020204030204" pitchFamily="34" charset="0"/>
                <a:cs typeface="Calibri" panose="020F0502020204030204" pitchFamily="34" charset="0"/>
              </a:rPr>
              <a:t>Deterministic step</a:t>
            </a:r>
          </a:p>
          <a:p>
            <a:r>
              <a:rPr lang="en-US" sz="1000" dirty="0">
                <a:ea typeface="Calibri" panose="020F0502020204030204" pitchFamily="34" charset="0"/>
                <a:cs typeface="Calibri" panose="020F0502020204030204" pitchFamily="34" charset="0"/>
              </a:rPr>
              <a:t>Definition: </a:t>
            </a:r>
          </a:p>
          <a:p>
            <a:pPr lvl="1"/>
            <a:r>
              <a:rPr lang="en-US" sz="1000" dirty="0">
                <a:ea typeface="Calibri" panose="020F0502020204030204" pitchFamily="34" charset="0"/>
                <a:cs typeface="Calibri" panose="020F0502020204030204" pitchFamily="34" charset="0"/>
              </a:rPr>
              <a:t>A deterministic step is a plain function (e.g., Python) in the pipeline without LLM involvement. Given the same inputs it always produces the same output</a:t>
            </a:r>
            <a:endParaRPr lang="en-US" sz="1800" dirty="0">
              <a:ea typeface="Calibri" panose="020F0502020204030204" pitchFamily="34" charset="0"/>
              <a:cs typeface="Calibri" panose="020F0502020204030204" pitchFamily="34" charset="0"/>
            </a:endParaRPr>
          </a:p>
          <a:p>
            <a:r>
              <a:rPr lang="en-US" sz="1000" dirty="0">
                <a:ea typeface="Calibri" panose="020F0502020204030204" pitchFamily="34" charset="0"/>
                <a:cs typeface="Calibri" panose="020F0502020204030204" pitchFamily="34" charset="0"/>
              </a:rPr>
              <a:t>When to build:</a:t>
            </a:r>
            <a:endParaRPr lang="en-US" sz="1800" dirty="0">
              <a:cs typeface="+mn-cs"/>
            </a:endParaRPr>
          </a:p>
          <a:p>
            <a:pPr lvl="1"/>
            <a:r>
              <a:rPr lang="en-US" sz="1000" dirty="0">
                <a:ea typeface="Calibri" panose="020F0502020204030204" pitchFamily="34" charset="0"/>
                <a:cs typeface="Calibri" panose="020F0502020204030204" pitchFamily="34" charset="0"/>
              </a:rPr>
              <a:t>The output is a pure transformation of the input</a:t>
            </a:r>
          </a:p>
          <a:p>
            <a:pPr lvl="1"/>
            <a:r>
              <a:rPr lang="en-US" sz="1000" dirty="0">
                <a:ea typeface="Calibri" panose="020F0502020204030204" pitchFamily="34" charset="0"/>
                <a:cs typeface="Calibri" panose="020F0502020204030204" pitchFamily="34" charset="0"/>
              </a:rPr>
              <a:t>The logic can be expressed as a finite set of rules</a:t>
            </a:r>
          </a:p>
          <a:p>
            <a:pPr lvl="1"/>
            <a:r>
              <a:rPr lang="en-US" sz="1000" dirty="0">
                <a:ea typeface="Calibri" panose="020F0502020204030204" pitchFamily="34" charset="0"/>
                <a:cs typeface="Calibri" panose="020F0502020204030204" pitchFamily="34" charset="0"/>
              </a:rPr>
              <a:t>The step needs to be performed unconditionally</a:t>
            </a:r>
          </a:p>
          <a:p>
            <a:r>
              <a:rPr lang="en-US" sz="1000" dirty="0">
                <a:ea typeface="Calibri" panose="020F0502020204030204" pitchFamily="34" charset="0"/>
                <a:cs typeface="Calibri" panose="020F0502020204030204" pitchFamily="34" charset="0"/>
              </a:rPr>
              <a:t>How to build it well</a:t>
            </a:r>
          </a:p>
          <a:p>
            <a:pPr lvl="1"/>
            <a:r>
              <a:rPr lang="en-US" sz="1000" dirty="0">
                <a:ea typeface="Calibri" panose="020F0502020204030204" pitchFamily="34" charset="0"/>
                <a:cs typeface="Calibri" panose="020F0502020204030204" pitchFamily="34" charset="0"/>
              </a:rPr>
              <a:t>Keep logic simple, explicit, and fully testable </a:t>
            </a:r>
          </a:p>
          <a:p>
            <a:pPr lvl="1"/>
            <a:r>
              <a:rPr lang="en-US" sz="1000" dirty="0">
                <a:ea typeface="Calibri" panose="020F0502020204030204" pitchFamily="34" charset="0"/>
                <a:cs typeface="Calibri" panose="020F0502020204030204" pitchFamily="34" charset="0"/>
              </a:rPr>
              <a:t>Maximize use of deterministic steps to reduce cost and increase reliability</a:t>
            </a:r>
            <a:endParaRPr lang="en-US" sz="1800" dirty="0"/>
          </a:p>
          <a:p>
            <a:pPr lvl="1"/>
            <a:r>
              <a:rPr lang="en-US" sz="1000" dirty="0">
                <a:ea typeface="Calibri" panose="020F0502020204030204" pitchFamily="34" charset="0"/>
                <a:cs typeface="Calibri" panose="020F0502020204030204" pitchFamily="34" charset="0"/>
              </a:rPr>
              <a:t>Treat it as composable building blocks</a:t>
            </a:r>
          </a:p>
        </p:txBody>
      </p:sp>
      <p:sp>
        <p:nvSpPr>
          <p:cNvPr id="15" name="TextBox 14">
            <a:extLst>
              <a:ext uri="{FF2B5EF4-FFF2-40B4-BE49-F238E27FC236}">
                <a16:creationId xmlns:a16="http://schemas.microsoft.com/office/drawing/2014/main" id="{AA279976-DEB8-5E33-0F2B-C80B0C2AA432}"/>
              </a:ext>
            </a:extLst>
          </p:cNvPr>
          <p:cNvSpPr txBox="1">
            <a:spLocks/>
          </p:cNvSpPr>
          <p:nvPr/>
        </p:nvSpPr>
        <p:spPr>
          <a:xfrm>
            <a:off x="6667499" y="4066220"/>
            <a:ext cx="4969765" cy="233910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ea typeface="Calibri" panose="020F0502020204030204" pitchFamily="34" charset="0"/>
                <a:cs typeface="Calibri" panose="020F0502020204030204" pitchFamily="34" charset="0"/>
              </a:rPr>
              <a:t>Workflow</a:t>
            </a:r>
          </a:p>
          <a:p>
            <a:r>
              <a:rPr lang="en-US" sz="1000" dirty="0">
                <a:ea typeface="Calibri" panose="020F0502020204030204" pitchFamily="34" charset="0"/>
                <a:cs typeface="Calibri" panose="020F0502020204030204" pitchFamily="34" charset="0"/>
              </a:rPr>
              <a:t>Definition: </a:t>
            </a:r>
          </a:p>
          <a:p>
            <a:pPr lvl="1"/>
            <a:r>
              <a:rPr lang="en-US" sz="1000" dirty="0">
                <a:ea typeface="Calibri" panose="020F0502020204030204" pitchFamily="34" charset="0"/>
                <a:cs typeface="Calibri" panose="020F0502020204030204" pitchFamily="34" charset="0"/>
              </a:rPr>
              <a:t>A workflow is the orchestration layer that connects agents, tools, and deterministic steps into a coherent pipeline. </a:t>
            </a:r>
            <a:endParaRPr lang="en-US" sz="1800" dirty="0">
              <a:ea typeface="Calibri" panose="020F0502020204030204" pitchFamily="34" charset="0"/>
              <a:cs typeface="Calibri" panose="020F0502020204030204" pitchFamily="34" charset="0"/>
            </a:endParaRPr>
          </a:p>
          <a:p>
            <a:r>
              <a:rPr lang="en-US" sz="1000" dirty="0">
                <a:ea typeface="Calibri" panose="020F0502020204030204" pitchFamily="34" charset="0"/>
                <a:cs typeface="Calibri" panose="020F0502020204030204" pitchFamily="34" charset="0"/>
              </a:rPr>
              <a:t>When to build:</a:t>
            </a:r>
          </a:p>
          <a:p>
            <a:pPr lvl="1"/>
            <a:r>
              <a:rPr lang="en-US" sz="1000" dirty="0">
                <a:ea typeface="Calibri" panose="020F0502020204030204" pitchFamily="34" charset="0"/>
                <a:cs typeface="Calibri" panose="020F0502020204030204" pitchFamily="34" charset="0"/>
              </a:rPr>
              <a:t>Multiple primitives need to be composed (i.e. sequence, parallel, group chat)</a:t>
            </a:r>
          </a:p>
          <a:p>
            <a:pPr lvl="1"/>
            <a:r>
              <a:rPr lang="en-US" sz="1000" dirty="0">
                <a:ea typeface="Calibri" panose="020F0502020204030204" pitchFamily="34" charset="0"/>
                <a:cs typeface="Calibri" panose="020F0502020204030204" pitchFamily="34" charset="0"/>
              </a:rPr>
              <a:t>The path through the pipeline is conditional or dynamic</a:t>
            </a:r>
          </a:p>
          <a:p>
            <a:pPr lvl="1"/>
            <a:r>
              <a:rPr lang="en-US" sz="1000" dirty="0">
                <a:ea typeface="Calibri" panose="020F0502020204030204" pitchFamily="34" charset="0"/>
                <a:cs typeface="Calibri" panose="020F0502020204030204" pitchFamily="34" charset="0"/>
              </a:rPr>
              <a:t>The system must pause, resume, or handle long-running tasks</a:t>
            </a:r>
          </a:p>
          <a:p>
            <a:r>
              <a:rPr lang="en-US" sz="1000" dirty="0">
                <a:ea typeface="Calibri" panose="020F0502020204030204" pitchFamily="34" charset="0"/>
                <a:cs typeface="Calibri" panose="020F0502020204030204" pitchFamily="34" charset="0"/>
              </a:rPr>
              <a:t>How to build it well:</a:t>
            </a:r>
          </a:p>
          <a:p>
            <a:pPr lvl="1"/>
            <a:r>
              <a:rPr lang="en-US" sz="1000" dirty="0">
                <a:ea typeface="Calibri" panose="020F0502020204030204" pitchFamily="34" charset="0"/>
                <a:cs typeface="Calibri" panose="020F0502020204030204" pitchFamily="34" charset="0"/>
              </a:rPr>
              <a:t>Start with sequential, explicitly controlled workflows before introducing dynamic multi-agent patterns (e.g., group chat) </a:t>
            </a:r>
          </a:p>
          <a:p>
            <a:pPr lvl="1"/>
            <a:r>
              <a:rPr lang="en-US" sz="1000" dirty="0">
                <a:ea typeface="Calibri" panose="020F0502020204030204" pitchFamily="34" charset="0"/>
                <a:cs typeface="Calibri" panose="020F0502020204030204" pitchFamily="34" charset="0"/>
              </a:rPr>
              <a:t>Keep agents focused on modular tasks, not entire flows</a:t>
            </a:r>
            <a:endParaRPr lang="en-US" sz="1800" dirty="0">
              <a:cs typeface="+mn-cs"/>
            </a:endParaRPr>
          </a:p>
        </p:txBody>
      </p:sp>
      <p:cxnSp>
        <p:nvCxnSpPr>
          <p:cNvPr id="23" name="GreyLineSeparatorStrong 23">
            <a:extLst>
              <a:ext uri="{FF2B5EF4-FFF2-40B4-BE49-F238E27FC236}">
                <a16:creationId xmlns:a16="http://schemas.microsoft.com/office/drawing/2014/main" id="{CC12B89F-D1AF-4C4B-B286-223D6CEA4447}"/>
              </a:ext>
            </a:extLst>
          </p:cNvPr>
          <p:cNvCxnSpPr>
            <a:cxnSpLocks/>
          </p:cNvCxnSpPr>
          <p:nvPr>
            <p:custDataLst>
              <p:tags r:id="rId2"/>
            </p:custDataLst>
          </p:nvPr>
        </p:nvCxnSpPr>
        <p:spPr>
          <a:xfrm>
            <a:off x="554737" y="3992537"/>
            <a:ext cx="5927571"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GreyLineSeparatorStrong 23">
            <a:extLst>
              <a:ext uri="{FF2B5EF4-FFF2-40B4-BE49-F238E27FC236}">
                <a16:creationId xmlns:a16="http://schemas.microsoft.com/office/drawing/2014/main" id="{253E4004-7FA6-46E6-03D4-2808CC5B99B8}"/>
              </a:ext>
            </a:extLst>
          </p:cNvPr>
          <p:cNvCxnSpPr>
            <a:cxnSpLocks/>
          </p:cNvCxnSpPr>
          <p:nvPr>
            <p:custDataLst>
              <p:tags r:id="rId3"/>
            </p:custDataLst>
          </p:nvPr>
        </p:nvCxnSpPr>
        <p:spPr>
          <a:xfrm>
            <a:off x="6667499" y="3992537"/>
            <a:ext cx="4969765"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GreyLineSeparatorDefaultVertical 26">
            <a:extLst>
              <a:ext uri="{FF2B5EF4-FFF2-40B4-BE49-F238E27FC236}">
                <a16:creationId xmlns:a16="http://schemas.microsoft.com/office/drawing/2014/main" id="{43DE4578-065F-34C2-23AF-8E9CCAADE9EF}"/>
              </a:ext>
            </a:extLst>
          </p:cNvPr>
          <p:cNvCxnSpPr>
            <a:cxnSpLocks/>
          </p:cNvCxnSpPr>
          <p:nvPr>
            <p:custDataLst>
              <p:tags r:id="rId4"/>
            </p:custDataLst>
          </p:nvPr>
        </p:nvCxnSpPr>
        <p:spPr>
          <a:xfrm>
            <a:off x="6574903" y="1118088"/>
            <a:ext cx="0" cy="2800767"/>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GreyLineSeparatorDefaultVertical 26">
            <a:extLst>
              <a:ext uri="{FF2B5EF4-FFF2-40B4-BE49-F238E27FC236}">
                <a16:creationId xmlns:a16="http://schemas.microsoft.com/office/drawing/2014/main" id="{EC36F94C-DBAB-E2F5-11C3-5AA7B4FB73DE}"/>
              </a:ext>
            </a:extLst>
          </p:cNvPr>
          <p:cNvCxnSpPr>
            <a:cxnSpLocks/>
          </p:cNvCxnSpPr>
          <p:nvPr>
            <p:custDataLst>
              <p:tags r:id="rId5"/>
            </p:custDataLst>
          </p:nvPr>
        </p:nvCxnSpPr>
        <p:spPr>
          <a:xfrm>
            <a:off x="6574903" y="4066220"/>
            <a:ext cx="0" cy="2339102"/>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8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71DEAAFD-F62F-4887-DA0E-97F86E720147}"/>
              </a:ext>
            </a:extLst>
          </p:cNvPr>
          <p:cNvGraphicFramePr>
            <a:graphicFrameLocks/>
          </p:cNvGraphicFramePr>
          <p:nvPr>
            <p:custDataLst>
              <p:tags r:id="rId1"/>
            </p:custDataLst>
            <p:extLst>
              <p:ext uri="{D42A27DB-BD31-4B8C-83A1-F6EECF244321}">
                <p14:modId xmlns:p14="http://schemas.microsoft.com/office/powerpoint/2010/main" val="3196294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486" imgH="486" progId="TCLayout.ActiveDocument.1">
                  <p:embed/>
                </p:oleObj>
              </mc:Choice>
              <mc:Fallback>
                <p:oleObj name="think-cell Slide" r:id="rId32" imgW="486" imgH="486" progId="TCLayout.ActiveDocument.1">
                  <p:embed/>
                  <p:pic>
                    <p:nvPicPr>
                      <p:cNvPr id="25" name="think-cell data - do not delete" hidden="1">
                        <a:extLst>
                          <a:ext uri="{FF2B5EF4-FFF2-40B4-BE49-F238E27FC236}">
                            <a16:creationId xmlns:a16="http://schemas.microsoft.com/office/drawing/2014/main" id="{71DEAAFD-F62F-4887-DA0E-97F86E720147}"/>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15" name="Subtitle 14">
            <a:extLst>
              <a:ext uri="{FF2B5EF4-FFF2-40B4-BE49-F238E27FC236}">
                <a16:creationId xmlns:a16="http://schemas.microsoft.com/office/drawing/2014/main" id="{A9E6077F-B040-758D-FBFF-4323F9DE4992}"/>
              </a:ext>
            </a:extLst>
          </p:cNvPr>
          <p:cNvSpPr>
            <a:spLocks noGrp="1"/>
          </p:cNvSpPr>
          <p:nvPr>
            <p:ph type="subTitle" idx="1"/>
          </p:nvPr>
        </p:nvSpPr>
        <p:spPr/>
        <p:txBody>
          <a:bodyPr/>
          <a:lstStyle/>
          <a:p>
            <a:endParaRPr lang="en-US"/>
          </a:p>
        </p:txBody>
      </p:sp>
      <p:sp>
        <p:nvSpPr>
          <p:cNvPr id="22" name="Text Placeholder 21">
            <a:extLst>
              <a:ext uri="{FF2B5EF4-FFF2-40B4-BE49-F238E27FC236}">
                <a16:creationId xmlns:a16="http://schemas.microsoft.com/office/drawing/2014/main" id="{789BBF21-0B9F-975F-B195-BFF672249DC6}"/>
              </a:ext>
            </a:extLst>
          </p:cNvPr>
          <p:cNvSpPr>
            <a:spLocks noGrp="1"/>
          </p:cNvSpPr>
          <p:nvPr>
            <p:ph type="body" sz="quarter" idx="10"/>
          </p:nvPr>
        </p:nvSpPr>
        <p:spPr/>
        <p:txBody>
          <a:bodyPr/>
          <a:lstStyle/>
          <a:p>
            <a:endParaRPr lang="en-US"/>
          </a:p>
        </p:txBody>
      </p:sp>
      <p:sp>
        <p:nvSpPr>
          <p:cNvPr id="4" name="Title 3">
            <a:extLst>
              <a:ext uri="{FF2B5EF4-FFF2-40B4-BE49-F238E27FC236}">
                <a16:creationId xmlns:a16="http://schemas.microsoft.com/office/drawing/2014/main" id="{EE4766AF-1E90-D0A9-48FE-A2B1B56F6351}"/>
              </a:ext>
            </a:extLst>
          </p:cNvPr>
          <p:cNvSpPr>
            <a:spLocks noGrp="1"/>
          </p:cNvSpPr>
          <p:nvPr>
            <p:ph type="title"/>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lstStyle/>
          <a:p>
            <a:r>
              <a:rPr lang="en-US" dirty="0"/>
              <a:t>Agentic platform</a:t>
            </a:r>
          </a:p>
        </p:txBody>
      </p:sp>
      <p:cxnSp>
        <p:nvCxnSpPr>
          <p:cNvPr id="16" name="Straight Connector 15">
            <a:extLst>
              <a:ext uri="{FF2B5EF4-FFF2-40B4-BE49-F238E27FC236}">
                <a16:creationId xmlns:a16="http://schemas.microsoft.com/office/drawing/2014/main" id="{E357008C-1B5A-7354-BF72-EE97A598C92F}"/>
              </a:ext>
            </a:extLst>
          </p:cNvPr>
          <p:cNvCxnSpPr>
            <a:cxnSpLocks/>
          </p:cNvCxnSpPr>
          <p:nvPr>
            <p:custDataLst>
              <p:tags r:id="rId2"/>
            </p:custDataLst>
          </p:nvPr>
        </p:nvCxnSpPr>
        <p:spPr>
          <a:xfrm>
            <a:off x="6332220" y="2165363"/>
            <a:ext cx="5305044"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A9213B7-016D-138E-C853-17386EBDBABB}"/>
              </a:ext>
            </a:extLst>
          </p:cNvPr>
          <p:cNvCxnSpPr>
            <a:cxnSpLocks/>
          </p:cNvCxnSpPr>
          <p:nvPr>
            <p:custDataLst>
              <p:tags r:id="rId3"/>
            </p:custDataLst>
          </p:nvPr>
        </p:nvCxnSpPr>
        <p:spPr>
          <a:xfrm>
            <a:off x="6332220" y="2949046"/>
            <a:ext cx="530504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8B0524D-1A0B-8156-BF12-F6C40DF8B9A9}"/>
              </a:ext>
            </a:extLst>
          </p:cNvPr>
          <p:cNvCxnSpPr>
            <a:cxnSpLocks/>
          </p:cNvCxnSpPr>
          <p:nvPr>
            <p:custDataLst>
              <p:tags r:id="rId4"/>
            </p:custDataLst>
          </p:nvPr>
        </p:nvCxnSpPr>
        <p:spPr>
          <a:xfrm>
            <a:off x="6332220" y="3512664"/>
            <a:ext cx="530504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41647BF-5911-01B6-57C6-32F089E4226D}"/>
              </a:ext>
            </a:extLst>
          </p:cNvPr>
          <p:cNvSpPr txBox="1">
            <a:spLocks/>
          </p:cNvSpPr>
          <p:nvPr>
            <p:custDataLst>
              <p:tags r:id="rId5"/>
            </p:custDataLst>
          </p:nvPr>
        </p:nvSpPr>
        <p:spPr>
          <a:xfrm>
            <a:off x="6332220" y="1926173"/>
            <a:ext cx="1339832"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solidFill>
                  <a:schemeClr val="tx1">
                    <a:lumMod val="50000"/>
                  </a:schemeClr>
                </a:solidFill>
              </a:rPr>
              <a:t>Core component</a:t>
            </a:r>
          </a:p>
        </p:txBody>
      </p:sp>
      <p:sp>
        <p:nvSpPr>
          <p:cNvPr id="11" name="TextBox 10">
            <a:extLst>
              <a:ext uri="{FF2B5EF4-FFF2-40B4-BE49-F238E27FC236}">
                <a16:creationId xmlns:a16="http://schemas.microsoft.com/office/drawing/2014/main" id="{6E641EB5-CEEF-0465-B964-752574FA6561}"/>
              </a:ext>
            </a:extLst>
          </p:cNvPr>
          <p:cNvSpPr txBox="1">
            <a:spLocks/>
          </p:cNvSpPr>
          <p:nvPr>
            <p:custDataLst>
              <p:tags r:id="rId6"/>
            </p:custDataLst>
          </p:nvPr>
        </p:nvSpPr>
        <p:spPr>
          <a:xfrm>
            <a:off x="7831276" y="1926173"/>
            <a:ext cx="3805988"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solidFill>
                  <a:schemeClr val="tx1">
                    <a:lumMod val="50000"/>
                  </a:schemeClr>
                </a:solidFill>
              </a:rPr>
              <a:t>Details</a:t>
            </a:r>
          </a:p>
        </p:txBody>
      </p:sp>
      <p:sp>
        <p:nvSpPr>
          <p:cNvPr id="7" name="TextBox 6">
            <a:extLst>
              <a:ext uri="{FF2B5EF4-FFF2-40B4-BE49-F238E27FC236}">
                <a16:creationId xmlns:a16="http://schemas.microsoft.com/office/drawing/2014/main" id="{6E1CCD29-B203-3DB8-FECF-8DC3ECB44A54}"/>
              </a:ext>
            </a:extLst>
          </p:cNvPr>
          <p:cNvSpPr txBox="1">
            <a:spLocks/>
          </p:cNvSpPr>
          <p:nvPr>
            <p:custDataLst>
              <p:tags r:id="rId7"/>
            </p:custDataLst>
          </p:nvPr>
        </p:nvSpPr>
        <p:spPr>
          <a:xfrm>
            <a:off x="6332220" y="2220961"/>
            <a:ext cx="1339832"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buFont typeface="+mj-lt"/>
              <a:buAutoNum type="arabicPeriod"/>
            </a:pPr>
            <a:r>
              <a:rPr lang="en-US" sz="1200" b="1" dirty="0"/>
              <a:t>Agent definition and versioning</a:t>
            </a:r>
          </a:p>
        </p:txBody>
      </p:sp>
      <p:sp>
        <p:nvSpPr>
          <p:cNvPr id="27" name="TextBox 26">
            <a:extLst>
              <a:ext uri="{FF2B5EF4-FFF2-40B4-BE49-F238E27FC236}">
                <a16:creationId xmlns:a16="http://schemas.microsoft.com/office/drawing/2014/main" id="{2E443EA4-53B9-4C3A-9748-B9A8DA1B5A96}"/>
              </a:ext>
            </a:extLst>
          </p:cNvPr>
          <p:cNvSpPr txBox="1">
            <a:spLocks/>
          </p:cNvSpPr>
          <p:nvPr/>
        </p:nvSpPr>
        <p:spPr>
          <a:xfrm>
            <a:off x="7831276" y="2220961"/>
            <a:ext cx="3805988" cy="63094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Agents are defined in YAML and deployed through standard provision script and CI/CD</a:t>
            </a:r>
          </a:p>
          <a:p>
            <a:r>
              <a:rPr lang="en-US" sz="1200" dirty="0"/>
              <a:t>Agent versioning is managed by Foundry</a:t>
            </a:r>
          </a:p>
        </p:txBody>
      </p:sp>
      <p:grpSp>
        <p:nvGrpSpPr>
          <p:cNvPr id="47" name="Group 46">
            <a:extLst>
              <a:ext uri="{FF2B5EF4-FFF2-40B4-BE49-F238E27FC236}">
                <a16:creationId xmlns:a16="http://schemas.microsoft.com/office/drawing/2014/main" id="{05D3A25B-2D9F-E59B-087F-0B61C70AE2FC}"/>
              </a:ext>
            </a:extLst>
          </p:cNvPr>
          <p:cNvGrpSpPr/>
          <p:nvPr/>
        </p:nvGrpSpPr>
        <p:grpSpPr>
          <a:xfrm>
            <a:off x="6332220" y="3046189"/>
            <a:ext cx="5305044" cy="369332"/>
            <a:chOff x="6332220" y="3046189"/>
            <a:chExt cx="5305044" cy="369332"/>
          </a:xfrm>
        </p:grpSpPr>
        <p:sp>
          <p:nvSpPr>
            <p:cNvPr id="8" name="TextBox 7">
              <a:extLst>
                <a:ext uri="{FF2B5EF4-FFF2-40B4-BE49-F238E27FC236}">
                  <a16:creationId xmlns:a16="http://schemas.microsoft.com/office/drawing/2014/main" id="{B06DF137-4B52-07C9-A6DB-2D1E33052A13}"/>
                </a:ext>
              </a:extLst>
            </p:cNvPr>
            <p:cNvSpPr txBox="1">
              <a:spLocks/>
            </p:cNvSpPr>
            <p:nvPr>
              <p:custDataLst>
                <p:tags r:id="rId29"/>
              </p:custDataLst>
            </p:nvPr>
          </p:nvSpPr>
          <p:spPr>
            <a:xfrm>
              <a:off x="6332220" y="3046189"/>
              <a:ext cx="1339832"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buFont typeface="+mj-lt"/>
                <a:buAutoNum type="arabicPeriod" startAt="2"/>
              </a:pPr>
              <a:r>
                <a:rPr lang="en-US" sz="1200" b="1" dirty="0"/>
                <a:t>Tool definition and registry</a:t>
              </a:r>
            </a:p>
          </p:txBody>
        </p:sp>
        <p:sp>
          <p:nvSpPr>
            <p:cNvPr id="29" name="TextBox 28">
              <a:extLst>
                <a:ext uri="{FF2B5EF4-FFF2-40B4-BE49-F238E27FC236}">
                  <a16:creationId xmlns:a16="http://schemas.microsoft.com/office/drawing/2014/main" id="{2F87A385-4F1A-5547-D85F-03C5D91FDAEB}"/>
                </a:ext>
              </a:extLst>
            </p:cNvPr>
            <p:cNvSpPr txBox="1">
              <a:spLocks/>
            </p:cNvSpPr>
            <p:nvPr/>
          </p:nvSpPr>
          <p:spPr>
            <a:xfrm>
              <a:off x="7831276" y="3046189"/>
              <a:ext cx="3805988" cy="36933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Tools are registered into Foundry as </a:t>
              </a:r>
              <a:r>
                <a:rPr lang="en-US" sz="1200" dirty="0" err="1"/>
                <a:t>MCPTool</a:t>
              </a:r>
              <a:r>
                <a:rPr lang="en-US" sz="1200" dirty="0"/>
                <a:t> and baked into the agent's definition</a:t>
              </a:r>
            </a:p>
          </p:txBody>
        </p:sp>
      </p:grpSp>
      <p:grpSp>
        <p:nvGrpSpPr>
          <p:cNvPr id="49" name="Group 48">
            <a:extLst>
              <a:ext uri="{FF2B5EF4-FFF2-40B4-BE49-F238E27FC236}">
                <a16:creationId xmlns:a16="http://schemas.microsoft.com/office/drawing/2014/main" id="{37335207-1332-7612-698D-A9420430B91F}"/>
              </a:ext>
            </a:extLst>
          </p:cNvPr>
          <p:cNvGrpSpPr/>
          <p:nvPr/>
        </p:nvGrpSpPr>
        <p:grpSpPr>
          <a:xfrm>
            <a:off x="6332220" y="3609806"/>
            <a:ext cx="5305044" cy="2262158"/>
            <a:chOff x="6332220" y="3609806"/>
            <a:chExt cx="5305044" cy="2262158"/>
          </a:xfrm>
        </p:grpSpPr>
        <p:sp>
          <p:nvSpPr>
            <p:cNvPr id="9" name="TextBox 8">
              <a:extLst>
                <a:ext uri="{FF2B5EF4-FFF2-40B4-BE49-F238E27FC236}">
                  <a16:creationId xmlns:a16="http://schemas.microsoft.com/office/drawing/2014/main" id="{F6D159E3-032D-2024-F75E-24A4E3EB976F}"/>
                </a:ext>
              </a:extLst>
            </p:cNvPr>
            <p:cNvSpPr txBox="1">
              <a:spLocks/>
            </p:cNvSpPr>
            <p:nvPr>
              <p:custDataLst>
                <p:tags r:id="rId28"/>
              </p:custDataLst>
            </p:nvPr>
          </p:nvSpPr>
          <p:spPr>
            <a:xfrm>
              <a:off x="6332220" y="3609806"/>
              <a:ext cx="1339832"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buFont typeface="+mj-lt"/>
                <a:buAutoNum type="arabicPeriod" startAt="3"/>
              </a:pPr>
              <a:r>
                <a:rPr lang="en-US" sz="1200" b="1" dirty="0"/>
                <a:t>Agent communication</a:t>
              </a:r>
            </a:p>
          </p:txBody>
        </p:sp>
        <p:sp>
          <p:nvSpPr>
            <p:cNvPr id="31" name="TextBox 30">
              <a:extLst>
                <a:ext uri="{FF2B5EF4-FFF2-40B4-BE49-F238E27FC236}">
                  <a16:creationId xmlns:a16="http://schemas.microsoft.com/office/drawing/2014/main" id="{46D95085-9C67-794E-2980-BF21F8F672B2}"/>
                </a:ext>
              </a:extLst>
            </p:cNvPr>
            <p:cNvSpPr txBox="1">
              <a:spLocks/>
            </p:cNvSpPr>
            <p:nvPr/>
          </p:nvSpPr>
          <p:spPr>
            <a:xfrm>
              <a:off x="7831276" y="3609806"/>
              <a:ext cx="3805988" cy="226215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dirty="0"/>
                <a:t>Agent invocation:</a:t>
              </a:r>
              <a:r>
                <a:rPr lang="en-US" sz="1200" dirty="0"/>
                <a:t> Foundry agents are invoked through the Azure AI Foundry Agent Framework runtime with support for standardized interoperability patterns </a:t>
              </a:r>
            </a:p>
            <a:p>
              <a:r>
                <a:rPr lang="en-US" sz="1200" b="1" dirty="0"/>
                <a:t>A2A (Agent-to-Agent) protocol</a:t>
              </a:r>
              <a:r>
                <a:rPr lang="en-US" sz="1200" dirty="0"/>
                <a:t> enables interoperable communication, delegation, and handoffs across distributed agents </a:t>
              </a:r>
            </a:p>
            <a:p>
              <a:r>
                <a:rPr lang="en-US" sz="1200" b="1" dirty="0"/>
                <a:t>MCP (Model Context Protocol)</a:t>
              </a:r>
              <a:r>
                <a:rPr lang="en-US" sz="1200" dirty="0"/>
                <a:t> standardizes tool access, context sharing, and external capability integration </a:t>
              </a:r>
            </a:p>
            <a:p>
              <a:r>
                <a:rPr lang="en-US" sz="1200" b="1" dirty="0"/>
                <a:t>Workflow orchestration</a:t>
              </a:r>
              <a:r>
                <a:rPr lang="en-US" sz="1200" dirty="0"/>
                <a:t> supports message passing, agent-as-tool patterns, and multi-agent coordination through Azure AI Foundry</a:t>
              </a:r>
            </a:p>
          </p:txBody>
        </p:sp>
      </p:grpSp>
      <p:sp>
        <p:nvSpPr>
          <p:cNvPr id="106" name="Rectangle 105">
            <a:extLst>
              <a:ext uri="{FF2B5EF4-FFF2-40B4-BE49-F238E27FC236}">
                <a16:creationId xmlns:a16="http://schemas.microsoft.com/office/drawing/2014/main" id="{C5AD0391-E0E1-7B13-84F5-5461D5468A48}"/>
              </a:ext>
            </a:extLst>
          </p:cNvPr>
          <p:cNvSpPr/>
          <p:nvPr/>
        </p:nvSpPr>
        <p:spPr>
          <a:xfrm>
            <a:off x="554736" y="3149902"/>
            <a:ext cx="3646434" cy="1997557"/>
          </a:xfrm>
          <a:prstGeom prst="rect">
            <a:avLst/>
          </a:prstGeom>
          <a:solidFill>
            <a:schemeClr val="accent3">
              <a:lumMod val="10000"/>
              <a:lumOff val="90000"/>
              <a:alpha val="3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b="1" dirty="0">
              <a:solidFill>
                <a:schemeClr val="tx1">
                  <a:lumMod val="50000"/>
                </a:schemeClr>
              </a:solidFill>
            </a:endParaRPr>
          </a:p>
        </p:txBody>
      </p:sp>
      <p:sp>
        <p:nvSpPr>
          <p:cNvPr id="135" name="Rectangle 134">
            <a:extLst>
              <a:ext uri="{FF2B5EF4-FFF2-40B4-BE49-F238E27FC236}">
                <a16:creationId xmlns:a16="http://schemas.microsoft.com/office/drawing/2014/main" id="{25ABA0B6-9517-8C18-31A6-F38BC16FE295}"/>
              </a:ext>
            </a:extLst>
          </p:cNvPr>
          <p:cNvSpPr/>
          <p:nvPr/>
        </p:nvSpPr>
        <p:spPr>
          <a:xfrm>
            <a:off x="1046095" y="3640655"/>
            <a:ext cx="3038470" cy="666764"/>
          </a:xfrm>
          <a:prstGeom prst="rect">
            <a:avLst/>
          </a:prstGeom>
          <a:solidFill>
            <a:schemeClr val="accent3">
              <a:alpha val="3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b="1" dirty="0">
              <a:solidFill>
                <a:schemeClr val="tx1">
                  <a:lumMod val="50000"/>
                </a:schemeClr>
              </a:solidFill>
            </a:endParaRPr>
          </a:p>
        </p:txBody>
      </p:sp>
      <p:sp>
        <p:nvSpPr>
          <p:cNvPr id="129" name="Rectangle 128">
            <a:extLst>
              <a:ext uri="{FF2B5EF4-FFF2-40B4-BE49-F238E27FC236}">
                <a16:creationId xmlns:a16="http://schemas.microsoft.com/office/drawing/2014/main" id="{33003F62-8D10-76DA-B29C-AA765049FF55}"/>
              </a:ext>
            </a:extLst>
          </p:cNvPr>
          <p:cNvSpPr/>
          <p:nvPr/>
        </p:nvSpPr>
        <p:spPr>
          <a:xfrm>
            <a:off x="4961837" y="4237092"/>
            <a:ext cx="1134156" cy="910367"/>
          </a:xfrm>
          <a:prstGeom prst="rect">
            <a:avLst/>
          </a:prstGeom>
          <a:solidFill>
            <a:schemeClr val="accent5">
              <a:lumMod val="20000"/>
              <a:lumOff val="80000"/>
              <a:alpha val="30000"/>
            </a:schemeClr>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b="1" dirty="0">
              <a:solidFill>
                <a:schemeClr val="tx1">
                  <a:lumMod val="50000"/>
                </a:schemeClr>
              </a:solidFill>
            </a:endParaRPr>
          </a:p>
        </p:txBody>
      </p:sp>
      <p:cxnSp>
        <p:nvCxnSpPr>
          <p:cNvPr id="77" name="Straight Connector 76">
            <a:extLst>
              <a:ext uri="{FF2B5EF4-FFF2-40B4-BE49-F238E27FC236}">
                <a16:creationId xmlns:a16="http://schemas.microsoft.com/office/drawing/2014/main" id="{93206640-0269-9382-C507-6EF8512EA27F}"/>
              </a:ext>
            </a:extLst>
          </p:cNvPr>
          <p:cNvCxnSpPr>
            <a:cxnSpLocks/>
            <a:endCxn id="58" idx="1"/>
          </p:cNvCxnSpPr>
          <p:nvPr/>
        </p:nvCxnSpPr>
        <p:spPr>
          <a:xfrm rot="16200000" flipH="1">
            <a:off x="409685" y="2843997"/>
            <a:ext cx="1881933" cy="424275"/>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3752691-960C-E69C-3B91-18099177442E}"/>
              </a:ext>
            </a:extLst>
          </p:cNvPr>
          <p:cNvCxnSpPr>
            <a:cxnSpLocks/>
            <a:endCxn id="58" idx="3"/>
          </p:cNvCxnSpPr>
          <p:nvPr/>
        </p:nvCxnSpPr>
        <p:spPr>
          <a:xfrm rot="5400000">
            <a:off x="917021" y="3026666"/>
            <a:ext cx="1842424" cy="98449"/>
          </a:xfrm>
          <a:prstGeom prst="bentConnector2">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78">
            <a:extLst>
              <a:ext uri="{FF2B5EF4-FFF2-40B4-BE49-F238E27FC236}">
                <a16:creationId xmlns:a16="http://schemas.microsoft.com/office/drawing/2014/main" id="{313386A2-8C94-2183-BC9F-A82BFE8233F5}"/>
              </a:ext>
            </a:extLst>
          </p:cNvPr>
          <p:cNvCxnSpPr>
            <a:cxnSpLocks/>
            <a:endCxn id="85" idx="1"/>
          </p:cNvCxnSpPr>
          <p:nvPr/>
        </p:nvCxnSpPr>
        <p:spPr>
          <a:xfrm rot="16200000" flipH="1">
            <a:off x="1998987" y="2740331"/>
            <a:ext cx="1871906" cy="641636"/>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8" name="Straight Connector 78">
            <a:extLst>
              <a:ext uri="{FF2B5EF4-FFF2-40B4-BE49-F238E27FC236}">
                <a16:creationId xmlns:a16="http://schemas.microsoft.com/office/drawing/2014/main" id="{E86930C9-57AB-9F60-68CB-BECBEEF0605A}"/>
              </a:ext>
            </a:extLst>
          </p:cNvPr>
          <p:cNvCxnSpPr>
            <a:cxnSpLocks/>
            <a:endCxn id="85" idx="3"/>
          </p:cNvCxnSpPr>
          <p:nvPr/>
        </p:nvCxnSpPr>
        <p:spPr>
          <a:xfrm rot="5400000">
            <a:off x="2857350" y="2749823"/>
            <a:ext cx="1871905" cy="622652"/>
          </a:xfrm>
          <a:prstGeom prst="bentConnector2">
            <a:avLst/>
          </a:prstGeom>
          <a:ln w="6350" cap="flat">
            <a:solidFill>
              <a:srgbClr val="92D05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78">
            <a:extLst>
              <a:ext uri="{FF2B5EF4-FFF2-40B4-BE49-F238E27FC236}">
                <a16:creationId xmlns:a16="http://schemas.microsoft.com/office/drawing/2014/main" id="{05B0AB36-B6EE-3FDE-93D8-6F01DA3E833A}"/>
              </a:ext>
            </a:extLst>
          </p:cNvPr>
          <p:cNvCxnSpPr>
            <a:cxnSpLocks/>
            <a:endCxn id="85" idx="3"/>
          </p:cNvCxnSpPr>
          <p:nvPr/>
        </p:nvCxnSpPr>
        <p:spPr>
          <a:xfrm rot="5400000">
            <a:off x="3234390" y="2372783"/>
            <a:ext cx="1871906" cy="1376733"/>
          </a:xfrm>
          <a:prstGeom prst="bentConnector2">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78">
            <a:extLst>
              <a:ext uri="{FF2B5EF4-FFF2-40B4-BE49-F238E27FC236}">
                <a16:creationId xmlns:a16="http://schemas.microsoft.com/office/drawing/2014/main" id="{CD7ECA8D-799C-1E03-14F7-E1C3D77E330E}"/>
              </a:ext>
            </a:extLst>
          </p:cNvPr>
          <p:cNvCxnSpPr>
            <a:cxnSpLocks/>
            <a:endCxn id="85" idx="0"/>
          </p:cNvCxnSpPr>
          <p:nvPr/>
        </p:nvCxnSpPr>
        <p:spPr>
          <a:xfrm flipH="1">
            <a:off x="3368867" y="2147368"/>
            <a:ext cx="0" cy="1719450"/>
          </a:xfrm>
          <a:prstGeom prst="straightConnector1">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FD25ED7-AF77-168A-493E-B7C30FF5D17B}"/>
              </a:ext>
            </a:extLst>
          </p:cNvPr>
          <p:cNvSpPr/>
          <p:nvPr/>
        </p:nvSpPr>
        <p:spPr>
          <a:xfrm>
            <a:off x="554735" y="1807391"/>
            <a:ext cx="5541257" cy="307777"/>
          </a:xfrm>
          <a:prstGeom prst="rect">
            <a:avLst/>
          </a:prstGeom>
          <a:solidFill>
            <a:schemeClr val="accent3">
              <a:lumMod val="10000"/>
              <a:lumOff val="90000"/>
            </a:schemeClr>
          </a:solidFill>
          <a:ln w="6350" cap="sq">
            <a:solidFill>
              <a:schemeClr val="accent3">
                <a:lumMod val="10000"/>
                <a:lumOff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spcBef>
                <a:spcPts val="300"/>
              </a:spcBef>
              <a:spcAft>
                <a:spcPts val="300"/>
              </a:spcAft>
            </a:pPr>
            <a:r>
              <a:rPr lang="en-US" sz="1400" b="1" dirty="0">
                <a:solidFill>
                  <a:schemeClr val="tx1">
                    <a:lumMod val="50000"/>
                  </a:schemeClr>
                </a:solidFill>
              </a:rPr>
              <a:t>Agent orchestration layer</a:t>
            </a:r>
          </a:p>
        </p:txBody>
      </p:sp>
      <p:pic>
        <p:nvPicPr>
          <p:cNvPr id="57" name="Picture 56">
            <a:extLst>
              <a:ext uri="{FF2B5EF4-FFF2-40B4-BE49-F238E27FC236}">
                <a16:creationId xmlns:a16="http://schemas.microsoft.com/office/drawing/2014/main" id="{886D9447-1B03-3E9A-8269-922254D36E9D}"/>
              </a:ext>
            </a:extLst>
          </p:cNvPr>
          <p:cNvPicPr>
            <a:picLocks noChangeAspect="1"/>
          </p:cNvPicPr>
          <p:nvPr/>
        </p:nvPicPr>
        <p:blipFill>
          <a:blip r:embed="rId34">
            <a:clrChange>
              <a:clrFrom>
                <a:srgbClr val="FFFFFF"/>
              </a:clrFrom>
              <a:clrTo>
                <a:srgbClr val="FFFFFF">
                  <a:alpha val="0"/>
                </a:srgbClr>
              </a:clrTo>
            </a:clrChange>
          </a:blip>
          <a:srcRect l="33528" t="19087" r="34626" b="19403"/>
          <a:stretch>
            <a:fillRect/>
          </a:stretch>
        </p:blipFill>
        <p:spPr>
          <a:xfrm>
            <a:off x="579594" y="3214669"/>
            <a:ext cx="391175" cy="397268"/>
          </a:xfrm>
          <a:prstGeom prst="rect">
            <a:avLst/>
          </a:prstGeom>
        </p:spPr>
      </p:pic>
      <p:pic>
        <p:nvPicPr>
          <p:cNvPr id="58" name="Picture 57">
            <a:extLst>
              <a:ext uri="{FF2B5EF4-FFF2-40B4-BE49-F238E27FC236}">
                <a16:creationId xmlns:a16="http://schemas.microsoft.com/office/drawing/2014/main" id="{E23E0F26-BC4F-24EE-25AC-342DF31C8DF6}"/>
              </a:ext>
            </a:extLst>
          </p:cNvPr>
          <p:cNvPicPr>
            <a:picLocks noChangeAspect="1"/>
          </p:cNvPicPr>
          <p:nvPr/>
        </p:nvPicPr>
        <p:blipFill>
          <a:blip r:embed="rId35">
            <a:clrChange>
              <a:clrFrom>
                <a:srgbClr val="E0ECFD"/>
              </a:clrFrom>
              <a:clrTo>
                <a:srgbClr val="E0ECFD">
                  <a:alpha val="0"/>
                </a:srgbClr>
              </a:clrTo>
            </a:clrChange>
          </a:blip>
          <a:srcRect l="59499" t="67272" r="38372" b="28762"/>
          <a:stretch>
            <a:fillRect/>
          </a:stretch>
        </p:blipFill>
        <p:spPr>
          <a:xfrm>
            <a:off x="1562789" y="3880223"/>
            <a:ext cx="226218" cy="233758"/>
          </a:xfrm>
          <a:prstGeom prst="rect">
            <a:avLst/>
          </a:prstGeom>
        </p:spPr>
      </p:pic>
      <p:pic>
        <p:nvPicPr>
          <p:cNvPr id="60" name="Picture 59">
            <a:extLst>
              <a:ext uri="{FF2B5EF4-FFF2-40B4-BE49-F238E27FC236}">
                <a16:creationId xmlns:a16="http://schemas.microsoft.com/office/drawing/2014/main" id="{971CC1DF-4B2F-2DF8-4CB0-0B02FF0CE248}"/>
              </a:ext>
            </a:extLst>
          </p:cNvPr>
          <p:cNvPicPr>
            <a:picLocks noChangeAspect="1"/>
          </p:cNvPicPr>
          <p:nvPr/>
        </p:nvPicPr>
        <p:blipFill>
          <a:blip r:embed="rId35">
            <a:clrChange>
              <a:clrFrom>
                <a:srgbClr val="E0ECFD"/>
              </a:clrFrom>
              <a:clrTo>
                <a:srgbClr val="E0ECFD">
                  <a:alpha val="0"/>
                </a:srgbClr>
              </a:clrTo>
            </a:clrChange>
          </a:blip>
          <a:srcRect l="68679" t="77040" r="29192" b="18993"/>
          <a:stretch>
            <a:fillRect/>
          </a:stretch>
        </p:blipFill>
        <p:spPr>
          <a:xfrm>
            <a:off x="2217193" y="4711813"/>
            <a:ext cx="226219" cy="233759"/>
          </a:xfrm>
          <a:prstGeom prst="rect">
            <a:avLst/>
          </a:prstGeom>
          <a:noFill/>
        </p:spPr>
      </p:pic>
      <p:pic>
        <p:nvPicPr>
          <p:cNvPr id="61" name="Picture 60">
            <a:extLst>
              <a:ext uri="{FF2B5EF4-FFF2-40B4-BE49-F238E27FC236}">
                <a16:creationId xmlns:a16="http://schemas.microsoft.com/office/drawing/2014/main" id="{870ADD41-3231-32FD-2D28-1BC50DC4C353}"/>
              </a:ext>
            </a:extLst>
          </p:cNvPr>
          <p:cNvPicPr>
            <a:picLocks noChangeAspect="1"/>
          </p:cNvPicPr>
          <p:nvPr/>
        </p:nvPicPr>
        <p:blipFill>
          <a:blip r:embed="rId35">
            <a:clrChange>
              <a:clrFrom>
                <a:srgbClr val="ECFFEE"/>
              </a:clrFrom>
              <a:clrTo>
                <a:srgbClr val="ECFFEE">
                  <a:alpha val="0"/>
                </a:srgbClr>
              </a:clrTo>
            </a:clrChange>
          </a:blip>
          <a:srcRect l="30063" t="21802" r="67673" b="73940"/>
          <a:stretch>
            <a:fillRect/>
          </a:stretch>
        </p:blipFill>
        <p:spPr>
          <a:xfrm>
            <a:off x="5067696" y="4709327"/>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62" name="Picture 61">
            <a:extLst>
              <a:ext uri="{FF2B5EF4-FFF2-40B4-BE49-F238E27FC236}">
                <a16:creationId xmlns:a16="http://schemas.microsoft.com/office/drawing/2014/main" id="{9697C89A-38D0-A5B0-EAC6-D5A745B129F6}"/>
              </a:ext>
            </a:extLst>
          </p:cNvPr>
          <p:cNvPicPr>
            <a:picLocks noChangeAspect="1"/>
          </p:cNvPicPr>
          <p:nvPr/>
        </p:nvPicPr>
        <p:blipFill>
          <a:blip r:embed="rId35">
            <a:clrChange>
              <a:clrFrom>
                <a:srgbClr val="ECFFEE"/>
              </a:clrFrom>
              <a:clrTo>
                <a:srgbClr val="ECFFEE">
                  <a:alpha val="0"/>
                </a:srgbClr>
              </a:clrTo>
            </a:clrChange>
          </a:blip>
          <a:srcRect l="30063" t="21802" r="67673" b="73940"/>
          <a:stretch>
            <a:fillRect/>
          </a:stretch>
        </p:blipFill>
        <p:spPr>
          <a:xfrm>
            <a:off x="5721439" y="4709327"/>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63" name="Picture 62">
            <a:extLst>
              <a:ext uri="{FF2B5EF4-FFF2-40B4-BE49-F238E27FC236}">
                <a16:creationId xmlns:a16="http://schemas.microsoft.com/office/drawing/2014/main" id="{D3ECD1D1-B0F4-F3F8-94F4-15BAC81F9B21}"/>
              </a:ext>
            </a:extLst>
          </p:cNvPr>
          <p:cNvPicPr>
            <a:picLocks noChangeAspect="1"/>
          </p:cNvPicPr>
          <p:nvPr/>
        </p:nvPicPr>
        <p:blipFill>
          <a:blip r:embed="rId35">
            <a:clrChange>
              <a:clrFrom>
                <a:srgbClr val="ECFFEE"/>
              </a:clrFrom>
              <a:clrTo>
                <a:srgbClr val="ECFFEE">
                  <a:alpha val="0"/>
                </a:srgbClr>
              </a:clrTo>
            </a:clrChange>
          </a:blip>
          <a:srcRect l="32317" t="13508" r="65680" b="82853"/>
          <a:stretch>
            <a:fillRect/>
          </a:stretch>
        </p:blipFill>
        <p:spPr>
          <a:xfrm>
            <a:off x="5422548" y="4148680"/>
            <a:ext cx="212735" cy="214394"/>
          </a:xfrm>
          <a:custGeom>
            <a:avLst/>
            <a:gdLst>
              <a:gd name="csX0" fmla="*/ 0 w 212735"/>
              <a:gd name="csY0" fmla="*/ 0 h 214394"/>
              <a:gd name="csX1" fmla="*/ 212735 w 212735"/>
              <a:gd name="csY1" fmla="*/ 0 h 214394"/>
              <a:gd name="csX2" fmla="*/ 212735 w 212735"/>
              <a:gd name="csY2" fmla="*/ 214394 h 214394"/>
              <a:gd name="csX3" fmla="*/ 0 w 212735"/>
              <a:gd name="csY3" fmla="*/ 214394 h 214394"/>
            </a:gdLst>
            <a:ahLst/>
            <a:cxnLst>
              <a:cxn ang="0">
                <a:pos x="csX0" y="csY0"/>
              </a:cxn>
              <a:cxn ang="0">
                <a:pos x="csX1" y="csY1"/>
              </a:cxn>
              <a:cxn ang="0">
                <a:pos x="csX2" y="csY2"/>
              </a:cxn>
              <a:cxn ang="0">
                <a:pos x="csX3" y="csY3"/>
              </a:cxn>
            </a:cxnLst>
            <a:rect l="l" t="t" r="r" b="b"/>
            <a:pathLst>
              <a:path w="212735" h="214394">
                <a:moveTo>
                  <a:pt x="0" y="0"/>
                </a:moveTo>
                <a:lnTo>
                  <a:pt x="212735" y="0"/>
                </a:lnTo>
                <a:lnTo>
                  <a:pt x="212735" y="214394"/>
                </a:lnTo>
                <a:lnTo>
                  <a:pt x="0" y="214394"/>
                </a:lnTo>
                <a:close/>
              </a:path>
            </a:pathLst>
          </a:custGeom>
        </p:spPr>
      </p:pic>
      <p:sp>
        <p:nvSpPr>
          <p:cNvPr id="70" name="TextBox 69">
            <a:extLst>
              <a:ext uri="{FF2B5EF4-FFF2-40B4-BE49-F238E27FC236}">
                <a16:creationId xmlns:a16="http://schemas.microsoft.com/office/drawing/2014/main" id="{674D039C-1CCC-E584-9FF4-44A57B98EB65}"/>
              </a:ext>
            </a:extLst>
          </p:cNvPr>
          <p:cNvSpPr txBox="1">
            <a:spLocks/>
          </p:cNvSpPr>
          <p:nvPr>
            <p:custDataLst>
              <p:tags r:id="rId8"/>
            </p:custDataLst>
          </p:nvPr>
        </p:nvSpPr>
        <p:spPr>
          <a:xfrm>
            <a:off x="879916" y="2220961"/>
            <a:ext cx="626744" cy="246221"/>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Sends payload to agent A</a:t>
            </a:r>
          </a:p>
        </p:txBody>
      </p:sp>
      <p:sp>
        <p:nvSpPr>
          <p:cNvPr id="71" name="TextBox 70">
            <a:extLst>
              <a:ext uri="{FF2B5EF4-FFF2-40B4-BE49-F238E27FC236}">
                <a16:creationId xmlns:a16="http://schemas.microsoft.com/office/drawing/2014/main" id="{0FBD7DE1-B7F8-E012-D1F5-AA94DB5844B8}"/>
              </a:ext>
            </a:extLst>
          </p:cNvPr>
          <p:cNvSpPr txBox="1">
            <a:spLocks/>
          </p:cNvSpPr>
          <p:nvPr>
            <p:custDataLst>
              <p:tags r:id="rId9"/>
            </p:custDataLst>
          </p:nvPr>
        </p:nvSpPr>
        <p:spPr>
          <a:xfrm>
            <a:off x="1605109" y="2590293"/>
            <a:ext cx="626744" cy="246221"/>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Agent return the result</a:t>
            </a:r>
          </a:p>
        </p:txBody>
      </p:sp>
      <p:pic>
        <p:nvPicPr>
          <p:cNvPr id="85" name="Picture 84">
            <a:extLst>
              <a:ext uri="{FF2B5EF4-FFF2-40B4-BE49-F238E27FC236}">
                <a16:creationId xmlns:a16="http://schemas.microsoft.com/office/drawing/2014/main" id="{A4C615B1-ED12-E3ED-4B4C-1FCBFB02E5E7}"/>
              </a:ext>
            </a:extLst>
          </p:cNvPr>
          <p:cNvPicPr>
            <a:picLocks noChangeAspect="1"/>
          </p:cNvPicPr>
          <p:nvPr/>
        </p:nvPicPr>
        <p:blipFill>
          <a:blip r:embed="rId35">
            <a:clrChange>
              <a:clrFrom>
                <a:srgbClr val="E0ECFD"/>
              </a:clrFrom>
              <a:clrTo>
                <a:srgbClr val="E0ECFD">
                  <a:alpha val="0"/>
                </a:srgbClr>
              </a:clrTo>
            </a:clrChange>
          </a:blip>
          <a:srcRect l="59499" t="67272" r="38372" b="28762"/>
          <a:stretch>
            <a:fillRect/>
          </a:stretch>
        </p:blipFill>
        <p:spPr>
          <a:xfrm>
            <a:off x="3255758" y="3880223"/>
            <a:ext cx="226218" cy="233758"/>
          </a:xfrm>
          <a:prstGeom prst="rect">
            <a:avLst/>
          </a:prstGeom>
        </p:spPr>
      </p:pic>
      <p:sp>
        <p:nvSpPr>
          <p:cNvPr id="72" name="TextBox 71">
            <a:extLst>
              <a:ext uri="{FF2B5EF4-FFF2-40B4-BE49-F238E27FC236}">
                <a16:creationId xmlns:a16="http://schemas.microsoft.com/office/drawing/2014/main" id="{2D3D32E7-8E9C-4671-BA32-B92F78949915}"/>
              </a:ext>
            </a:extLst>
          </p:cNvPr>
          <p:cNvSpPr txBox="1">
            <a:spLocks/>
          </p:cNvSpPr>
          <p:nvPr>
            <p:custDataLst>
              <p:tags r:id="rId10"/>
            </p:custDataLst>
          </p:nvPr>
        </p:nvSpPr>
        <p:spPr>
          <a:xfrm>
            <a:off x="2330302" y="2220961"/>
            <a:ext cx="626744" cy="369332"/>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Agent B receives the result payload</a:t>
            </a:r>
          </a:p>
        </p:txBody>
      </p:sp>
      <p:sp>
        <p:nvSpPr>
          <p:cNvPr id="74" name="TextBox 73">
            <a:extLst>
              <a:ext uri="{FF2B5EF4-FFF2-40B4-BE49-F238E27FC236}">
                <a16:creationId xmlns:a16="http://schemas.microsoft.com/office/drawing/2014/main" id="{2E8D9027-6E85-83F1-12C4-40551DDF5EDF}"/>
              </a:ext>
            </a:extLst>
          </p:cNvPr>
          <p:cNvSpPr txBox="1">
            <a:spLocks/>
          </p:cNvSpPr>
          <p:nvPr>
            <p:custDataLst>
              <p:tags r:id="rId11"/>
            </p:custDataLst>
          </p:nvPr>
        </p:nvSpPr>
        <p:spPr>
          <a:xfrm>
            <a:off x="3780688" y="2220961"/>
            <a:ext cx="626744" cy="246221"/>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Final agent result</a:t>
            </a:r>
          </a:p>
        </p:txBody>
      </p:sp>
      <p:sp>
        <p:nvSpPr>
          <p:cNvPr id="75" name="TextBox 74">
            <a:extLst>
              <a:ext uri="{FF2B5EF4-FFF2-40B4-BE49-F238E27FC236}">
                <a16:creationId xmlns:a16="http://schemas.microsoft.com/office/drawing/2014/main" id="{5AE7234C-B9FD-ED8E-6448-3A1D6AB726E3}"/>
              </a:ext>
            </a:extLst>
          </p:cNvPr>
          <p:cNvSpPr txBox="1">
            <a:spLocks/>
          </p:cNvSpPr>
          <p:nvPr>
            <p:custDataLst>
              <p:tags r:id="rId12"/>
            </p:custDataLst>
          </p:nvPr>
        </p:nvSpPr>
        <p:spPr>
          <a:xfrm>
            <a:off x="4561205" y="2484500"/>
            <a:ext cx="626744" cy="246221"/>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Agent request HITL</a:t>
            </a:r>
          </a:p>
        </p:txBody>
      </p:sp>
      <p:sp>
        <p:nvSpPr>
          <p:cNvPr id="73" name="TextBox 72">
            <a:extLst>
              <a:ext uri="{FF2B5EF4-FFF2-40B4-BE49-F238E27FC236}">
                <a16:creationId xmlns:a16="http://schemas.microsoft.com/office/drawing/2014/main" id="{7714DF0B-A8C2-0781-EE28-0D14C7EBB425}"/>
              </a:ext>
            </a:extLst>
          </p:cNvPr>
          <p:cNvSpPr txBox="1">
            <a:spLocks/>
          </p:cNvSpPr>
          <p:nvPr>
            <p:custDataLst>
              <p:tags r:id="rId13"/>
            </p:custDataLst>
          </p:nvPr>
        </p:nvSpPr>
        <p:spPr>
          <a:xfrm>
            <a:off x="3055495" y="2711714"/>
            <a:ext cx="626744" cy="369332"/>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Sends the new payload to the agent</a:t>
            </a:r>
          </a:p>
        </p:txBody>
      </p:sp>
      <p:sp>
        <p:nvSpPr>
          <p:cNvPr id="96" name="TextBox 95">
            <a:extLst>
              <a:ext uri="{FF2B5EF4-FFF2-40B4-BE49-F238E27FC236}">
                <a16:creationId xmlns:a16="http://schemas.microsoft.com/office/drawing/2014/main" id="{F0DC3BDE-4887-6A57-2403-92CA3F4E0FE1}"/>
              </a:ext>
            </a:extLst>
          </p:cNvPr>
          <p:cNvSpPr txBox="1">
            <a:spLocks/>
          </p:cNvSpPr>
          <p:nvPr>
            <p:custDataLst>
              <p:tags r:id="rId14"/>
            </p:custDataLst>
          </p:nvPr>
        </p:nvSpPr>
        <p:spPr>
          <a:xfrm>
            <a:off x="1362526" y="4113981"/>
            <a:ext cx="626744" cy="12311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b="1" dirty="0"/>
              <a:t>Agent A</a:t>
            </a:r>
          </a:p>
        </p:txBody>
      </p:sp>
      <p:sp>
        <p:nvSpPr>
          <p:cNvPr id="98" name="TextBox 97">
            <a:extLst>
              <a:ext uri="{FF2B5EF4-FFF2-40B4-BE49-F238E27FC236}">
                <a16:creationId xmlns:a16="http://schemas.microsoft.com/office/drawing/2014/main" id="{60A33803-BA63-D1FA-E243-4621C41016B6}"/>
              </a:ext>
            </a:extLst>
          </p:cNvPr>
          <p:cNvSpPr txBox="1">
            <a:spLocks/>
          </p:cNvSpPr>
          <p:nvPr>
            <p:custDataLst>
              <p:tags r:id="rId15"/>
            </p:custDataLst>
          </p:nvPr>
        </p:nvSpPr>
        <p:spPr>
          <a:xfrm>
            <a:off x="2016930" y="4960252"/>
            <a:ext cx="626744" cy="12311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b="1" dirty="0"/>
              <a:t>Tools Registry</a:t>
            </a:r>
          </a:p>
        </p:txBody>
      </p:sp>
      <p:cxnSp>
        <p:nvCxnSpPr>
          <p:cNvPr id="105" name="Straight Connector 78">
            <a:extLst>
              <a:ext uri="{FF2B5EF4-FFF2-40B4-BE49-F238E27FC236}">
                <a16:creationId xmlns:a16="http://schemas.microsoft.com/office/drawing/2014/main" id="{1C638C77-22F9-C485-3D09-68CAB9B97AB3}"/>
              </a:ext>
            </a:extLst>
          </p:cNvPr>
          <p:cNvCxnSpPr>
            <a:cxnSpLocks/>
            <a:stCxn id="109" idx="3"/>
            <a:endCxn id="110" idx="1"/>
          </p:cNvCxnSpPr>
          <p:nvPr/>
        </p:nvCxnSpPr>
        <p:spPr>
          <a:xfrm>
            <a:off x="1166813" y="6243748"/>
            <a:ext cx="702551" cy="0"/>
          </a:xfrm>
          <a:prstGeom prst="straightConnector1">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A76EA65-6B5A-5EA6-379D-3319ADF23956}"/>
              </a:ext>
            </a:extLst>
          </p:cNvPr>
          <p:cNvSpPr txBox="1">
            <a:spLocks/>
          </p:cNvSpPr>
          <p:nvPr>
            <p:custDataLst>
              <p:tags r:id="rId16"/>
            </p:custDataLst>
          </p:nvPr>
        </p:nvSpPr>
        <p:spPr>
          <a:xfrm>
            <a:off x="1334136" y="4443951"/>
            <a:ext cx="626744" cy="369332"/>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Provides centralized view of tools</a:t>
            </a:r>
          </a:p>
        </p:txBody>
      </p:sp>
      <p:grpSp>
        <p:nvGrpSpPr>
          <p:cNvPr id="115" name="Group 114">
            <a:extLst>
              <a:ext uri="{FF2B5EF4-FFF2-40B4-BE49-F238E27FC236}">
                <a16:creationId xmlns:a16="http://schemas.microsoft.com/office/drawing/2014/main" id="{BA4FAC42-CA52-F291-15C9-22E5C4A253A4}"/>
              </a:ext>
            </a:extLst>
          </p:cNvPr>
          <p:cNvGrpSpPr/>
          <p:nvPr/>
        </p:nvGrpSpPr>
        <p:grpSpPr>
          <a:xfrm>
            <a:off x="657397" y="5800292"/>
            <a:ext cx="509416" cy="566566"/>
            <a:chOff x="657397" y="5800292"/>
            <a:chExt cx="509416" cy="566566"/>
          </a:xfrm>
        </p:grpSpPr>
        <p:pic>
          <p:nvPicPr>
            <p:cNvPr id="100" name="Picture 99">
              <a:extLst>
                <a:ext uri="{FF2B5EF4-FFF2-40B4-BE49-F238E27FC236}">
                  <a16:creationId xmlns:a16="http://schemas.microsoft.com/office/drawing/2014/main" id="{79FDDD84-4942-B6FA-0DD4-97299B075925}"/>
                </a:ext>
              </a:extLst>
            </p:cNvPr>
            <p:cNvPicPr>
              <a:picLocks noChangeAspect="1"/>
            </p:cNvPicPr>
            <p:nvPr/>
          </p:nvPicPr>
          <p:blipFill>
            <a:blip r:embed="rId36"/>
            <a:stretch>
              <a:fillRect/>
            </a:stretch>
          </p:blipFill>
          <p:spPr>
            <a:xfrm>
              <a:off x="778115" y="5800292"/>
              <a:ext cx="267980" cy="246221"/>
            </a:xfrm>
            <a:prstGeom prst="rect">
              <a:avLst/>
            </a:prstGeom>
          </p:spPr>
        </p:pic>
        <p:sp>
          <p:nvSpPr>
            <p:cNvPr id="109" name="TextBox 108">
              <a:extLst>
                <a:ext uri="{FF2B5EF4-FFF2-40B4-BE49-F238E27FC236}">
                  <a16:creationId xmlns:a16="http://schemas.microsoft.com/office/drawing/2014/main" id="{210F7E2D-ED18-06E2-A304-7F15743B691E}"/>
                </a:ext>
              </a:extLst>
            </p:cNvPr>
            <p:cNvSpPr txBox="1">
              <a:spLocks/>
            </p:cNvSpPr>
            <p:nvPr>
              <p:custDataLst>
                <p:tags r:id="rId27"/>
              </p:custDataLst>
            </p:nvPr>
          </p:nvSpPr>
          <p:spPr>
            <a:xfrm>
              <a:off x="657397" y="6120637"/>
              <a:ext cx="509416" cy="24622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Agents definition</a:t>
              </a:r>
            </a:p>
          </p:txBody>
        </p:sp>
      </p:grpSp>
      <p:grpSp>
        <p:nvGrpSpPr>
          <p:cNvPr id="111" name="Group 110">
            <a:extLst>
              <a:ext uri="{FF2B5EF4-FFF2-40B4-BE49-F238E27FC236}">
                <a16:creationId xmlns:a16="http://schemas.microsoft.com/office/drawing/2014/main" id="{43556F7B-28D4-6205-5920-23A9F10D29F1}"/>
              </a:ext>
            </a:extLst>
          </p:cNvPr>
          <p:cNvGrpSpPr/>
          <p:nvPr/>
        </p:nvGrpSpPr>
        <p:grpSpPr>
          <a:xfrm>
            <a:off x="1869364" y="5774287"/>
            <a:ext cx="406929" cy="592571"/>
            <a:chOff x="1695449" y="5774287"/>
            <a:chExt cx="406929" cy="592571"/>
          </a:xfrm>
        </p:grpSpPr>
        <p:pic>
          <p:nvPicPr>
            <p:cNvPr id="102" name="Picture 101">
              <a:extLst>
                <a:ext uri="{FF2B5EF4-FFF2-40B4-BE49-F238E27FC236}">
                  <a16:creationId xmlns:a16="http://schemas.microsoft.com/office/drawing/2014/main" id="{CCCCEE71-E317-F57C-83A6-78C7EC588F9A}"/>
                </a:ext>
              </a:extLst>
            </p:cNvPr>
            <p:cNvPicPr>
              <a:picLocks noChangeAspect="1"/>
            </p:cNvPicPr>
            <p:nvPr/>
          </p:nvPicPr>
          <p:blipFill>
            <a:blip r:embed="rId37"/>
            <a:stretch>
              <a:fillRect/>
            </a:stretch>
          </p:blipFill>
          <p:spPr>
            <a:xfrm>
              <a:off x="1754097" y="5774287"/>
              <a:ext cx="289632" cy="298230"/>
            </a:xfrm>
            <a:prstGeom prst="rect">
              <a:avLst/>
            </a:prstGeom>
          </p:spPr>
        </p:pic>
        <p:sp>
          <p:nvSpPr>
            <p:cNvPr id="110" name="TextBox 109">
              <a:extLst>
                <a:ext uri="{FF2B5EF4-FFF2-40B4-BE49-F238E27FC236}">
                  <a16:creationId xmlns:a16="http://schemas.microsoft.com/office/drawing/2014/main" id="{0D7479D6-3022-E59A-D76E-1FC975A88999}"/>
                </a:ext>
              </a:extLst>
            </p:cNvPr>
            <p:cNvSpPr txBox="1">
              <a:spLocks/>
            </p:cNvSpPr>
            <p:nvPr>
              <p:custDataLst>
                <p:tags r:id="rId26"/>
              </p:custDataLst>
            </p:nvPr>
          </p:nvSpPr>
          <p:spPr>
            <a:xfrm>
              <a:off x="1695449" y="6120637"/>
              <a:ext cx="406929" cy="24622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Azure </a:t>
              </a:r>
              <a:r>
                <a:rPr lang="en-US" sz="800" dirty="0" err="1"/>
                <a:t>Devops</a:t>
              </a:r>
              <a:endParaRPr lang="en-US" sz="800" dirty="0"/>
            </a:p>
          </p:txBody>
        </p:sp>
      </p:grpSp>
      <p:grpSp>
        <p:nvGrpSpPr>
          <p:cNvPr id="113" name="Group 112">
            <a:extLst>
              <a:ext uri="{FF2B5EF4-FFF2-40B4-BE49-F238E27FC236}">
                <a16:creationId xmlns:a16="http://schemas.microsoft.com/office/drawing/2014/main" id="{0CD2C4C4-81D5-0119-4105-E550BE565A57}"/>
              </a:ext>
            </a:extLst>
          </p:cNvPr>
          <p:cNvGrpSpPr/>
          <p:nvPr/>
        </p:nvGrpSpPr>
        <p:grpSpPr>
          <a:xfrm>
            <a:off x="2978843" y="5754494"/>
            <a:ext cx="406927" cy="612364"/>
            <a:chOff x="2483074" y="5754494"/>
            <a:chExt cx="406927" cy="612364"/>
          </a:xfrm>
        </p:grpSpPr>
        <p:pic>
          <p:nvPicPr>
            <p:cNvPr id="104" name="Picture 103">
              <a:extLst>
                <a:ext uri="{FF2B5EF4-FFF2-40B4-BE49-F238E27FC236}">
                  <a16:creationId xmlns:a16="http://schemas.microsoft.com/office/drawing/2014/main" id="{FE3738D9-8A88-04EB-3DB3-B4EFB07A6C0A}"/>
                </a:ext>
              </a:extLst>
            </p:cNvPr>
            <p:cNvPicPr>
              <a:picLocks noChangeAspect="1"/>
            </p:cNvPicPr>
            <p:nvPr/>
          </p:nvPicPr>
          <p:blipFill>
            <a:blip r:embed="rId38">
              <a:clrChange>
                <a:clrFrom>
                  <a:srgbClr val="FFFFFF"/>
                </a:clrFrom>
                <a:clrTo>
                  <a:srgbClr val="FFFFFF">
                    <a:alpha val="0"/>
                  </a:srgbClr>
                </a:clrTo>
              </a:clrChange>
            </a:blip>
            <a:srcRect l="10754" t="13965" r="10655" b="14714"/>
            <a:stretch>
              <a:fillRect/>
            </a:stretch>
          </p:blipFill>
          <p:spPr>
            <a:xfrm>
              <a:off x="2512888" y="5754494"/>
              <a:ext cx="347298" cy="315170"/>
            </a:xfrm>
            <a:prstGeom prst="rect">
              <a:avLst/>
            </a:prstGeom>
          </p:spPr>
        </p:pic>
        <p:sp>
          <p:nvSpPr>
            <p:cNvPr id="112" name="TextBox 111">
              <a:extLst>
                <a:ext uri="{FF2B5EF4-FFF2-40B4-BE49-F238E27FC236}">
                  <a16:creationId xmlns:a16="http://schemas.microsoft.com/office/drawing/2014/main" id="{E5D84C0A-2A8D-C4D4-AD62-094DD8690AD1}"/>
                </a:ext>
              </a:extLst>
            </p:cNvPr>
            <p:cNvSpPr txBox="1">
              <a:spLocks/>
            </p:cNvSpPr>
            <p:nvPr>
              <p:custDataLst>
                <p:tags r:id="rId25"/>
              </p:custDataLst>
            </p:nvPr>
          </p:nvSpPr>
          <p:spPr>
            <a:xfrm>
              <a:off x="2483074" y="6120637"/>
              <a:ext cx="406927" cy="24622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Tools Code</a:t>
              </a:r>
            </a:p>
          </p:txBody>
        </p:sp>
      </p:grpSp>
      <p:cxnSp>
        <p:nvCxnSpPr>
          <p:cNvPr id="118" name="Straight Connector 78">
            <a:extLst>
              <a:ext uri="{FF2B5EF4-FFF2-40B4-BE49-F238E27FC236}">
                <a16:creationId xmlns:a16="http://schemas.microsoft.com/office/drawing/2014/main" id="{E51BB755-8E8F-9768-1D6A-0B9B8FE0A82E}"/>
              </a:ext>
            </a:extLst>
          </p:cNvPr>
          <p:cNvCxnSpPr>
            <a:cxnSpLocks/>
            <a:stCxn id="110" idx="3"/>
            <a:endCxn id="112" idx="1"/>
          </p:cNvCxnSpPr>
          <p:nvPr/>
        </p:nvCxnSpPr>
        <p:spPr>
          <a:xfrm>
            <a:off x="2276293" y="6243748"/>
            <a:ext cx="702550" cy="0"/>
          </a:xfrm>
          <a:prstGeom prst="straightConnector1">
            <a:avLst/>
          </a:prstGeom>
          <a:ln w="6350" cap="flat">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3" name="Straight Connector 78">
            <a:extLst>
              <a:ext uri="{FF2B5EF4-FFF2-40B4-BE49-F238E27FC236}">
                <a16:creationId xmlns:a16="http://schemas.microsoft.com/office/drawing/2014/main" id="{EC0D1B04-97DB-CC60-EEEC-E6F32B4C4161}"/>
              </a:ext>
            </a:extLst>
          </p:cNvPr>
          <p:cNvCxnSpPr>
            <a:cxnSpLocks/>
            <a:stCxn id="106" idx="2"/>
            <a:endCxn id="102" idx="0"/>
          </p:cNvCxnSpPr>
          <p:nvPr/>
        </p:nvCxnSpPr>
        <p:spPr>
          <a:xfrm rot="5400000">
            <a:off x="1911977" y="5308311"/>
            <a:ext cx="626828" cy="305125"/>
          </a:xfrm>
          <a:prstGeom prst="bentConnector3">
            <a:avLst>
              <a:gd name="adj1" fmla="val 62157"/>
            </a:avLst>
          </a:prstGeom>
          <a:ln w="6350" cap="flat">
            <a:solidFill>
              <a:srgbClr val="92D05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5CCE5AD2-AF84-2F84-A9CC-F301791BE0A6}"/>
              </a:ext>
            </a:extLst>
          </p:cNvPr>
          <p:cNvSpPr txBox="1">
            <a:spLocks/>
          </p:cNvSpPr>
          <p:nvPr>
            <p:custDataLst>
              <p:tags r:id="rId17"/>
            </p:custDataLst>
          </p:nvPr>
        </p:nvSpPr>
        <p:spPr>
          <a:xfrm>
            <a:off x="2064581" y="5214626"/>
            <a:ext cx="626744" cy="246221"/>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Deploy Agents to Foundry</a:t>
            </a:r>
          </a:p>
        </p:txBody>
      </p:sp>
      <p:sp>
        <p:nvSpPr>
          <p:cNvPr id="130" name="TextBox 129">
            <a:extLst>
              <a:ext uri="{FF2B5EF4-FFF2-40B4-BE49-F238E27FC236}">
                <a16:creationId xmlns:a16="http://schemas.microsoft.com/office/drawing/2014/main" id="{F1098B57-F4EC-6CC2-B014-DBAD5D7EA0EC}"/>
              </a:ext>
            </a:extLst>
          </p:cNvPr>
          <p:cNvSpPr txBox="1">
            <a:spLocks/>
          </p:cNvSpPr>
          <p:nvPr>
            <p:custDataLst>
              <p:tags r:id="rId18"/>
            </p:custDataLst>
          </p:nvPr>
        </p:nvSpPr>
        <p:spPr>
          <a:xfrm>
            <a:off x="5202250" y="4385935"/>
            <a:ext cx="626744" cy="24622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MCP Server (</a:t>
            </a:r>
            <a:r>
              <a:rPr lang="en-US" sz="800" dirty="0" err="1"/>
              <a:t>FastMCP</a:t>
            </a:r>
            <a:r>
              <a:rPr lang="en-US" sz="800" dirty="0"/>
              <a:t>)</a:t>
            </a:r>
          </a:p>
        </p:txBody>
      </p:sp>
      <p:sp>
        <p:nvSpPr>
          <p:cNvPr id="131" name="TextBox 130">
            <a:extLst>
              <a:ext uri="{FF2B5EF4-FFF2-40B4-BE49-F238E27FC236}">
                <a16:creationId xmlns:a16="http://schemas.microsoft.com/office/drawing/2014/main" id="{37E7A9A7-86E2-C6CE-5103-66BD257EB668}"/>
              </a:ext>
            </a:extLst>
          </p:cNvPr>
          <p:cNvSpPr txBox="1">
            <a:spLocks/>
          </p:cNvSpPr>
          <p:nvPr>
            <p:custDataLst>
              <p:tags r:id="rId19"/>
            </p:custDataLst>
          </p:nvPr>
        </p:nvSpPr>
        <p:spPr>
          <a:xfrm>
            <a:off x="5055701" y="4968405"/>
            <a:ext cx="264496" cy="123111"/>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Tool A</a:t>
            </a:r>
          </a:p>
        </p:txBody>
      </p:sp>
      <p:sp>
        <p:nvSpPr>
          <p:cNvPr id="132" name="TextBox 131">
            <a:extLst>
              <a:ext uri="{FF2B5EF4-FFF2-40B4-BE49-F238E27FC236}">
                <a16:creationId xmlns:a16="http://schemas.microsoft.com/office/drawing/2014/main" id="{70A99981-F6E0-7557-D385-851F84E8A775}"/>
              </a:ext>
            </a:extLst>
          </p:cNvPr>
          <p:cNvSpPr txBox="1">
            <a:spLocks/>
          </p:cNvSpPr>
          <p:nvPr>
            <p:custDataLst>
              <p:tags r:id="rId20"/>
            </p:custDataLst>
          </p:nvPr>
        </p:nvSpPr>
        <p:spPr>
          <a:xfrm>
            <a:off x="5711047" y="4968405"/>
            <a:ext cx="261290" cy="123111"/>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Tool B</a:t>
            </a:r>
          </a:p>
        </p:txBody>
      </p:sp>
      <p:sp>
        <p:nvSpPr>
          <p:cNvPr id="133" name="TextBox 132">
            <a:extLst>
              <a:ext uri="{FF2B5EF4-FFF2-40B4-BE49-F238E27FC236}">
                <a16:creationId xmlns:a16="http://schemas.microsoft.com/office/drawing/2014/main" id="{B8384523-F43D-DE82-61BE-37A8E6F720E3}"/>
              </a:ext>
            </a:extLst>
          </p:cNvPr>
          <p:cNvSpPr txBox="1">
            <a:spLocks/>
          </p:cNvSpPr>
          <p:nvPr>
            <p:custDataLst>
              <p:tags r:id="rId21"/>
            </p:custDataLst>
          </p:nvPr>
        </p:nvSpPr>
        <p:spPr>
          <a:xfrm>
            <a:off x="1179321" y="3732916"/>
            <a:ext cx="293349" cy="123111"/>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b="1" dirty="0"/>
              <a:t>Agents</a:t>
            </a:r>
          </a:p>
        </p:txBody>
      </p:sp>
      <p:cxnSp>
        <p:nvCxnSpPr>
          <p:cNvPr id="136" name="Straight Connector 78">
            <a:extLst>
              <a:ext uri="{FF2B5EF4-FFF2-40B4-BE49-F238E27FC236}">
                <a16:creationId xmlns:a16="http://schemas.microsoft.com/office/drawing/2014/main" id="{01183068-AAA5-66B3-0E4D-A7F67452BE4C}"/>
              </a:ext>
            </a:extLst>
          </p:cNvPr>
          <p:cNvCxnSpPr>
            <a:cxnSpLocks/>
            <a:stCxn id="102" idx="0"/>
            <a:endCxn id="129" idx="2"/>
          </p:cNvCxnSpPr>
          <p:nvPr/>
        </p:nvCxnSpPr>
        <p:spPr>
          <a:xfrm rot="5400000" flipH="1" flipV="1">
            <a:off x="3487457" y="3732830"/>
            <a:ext cx="626828" cy="3456087"/>
          </a:xfrm>
          <a:prstGeom prst="bentConnector3">
            <a:avLst>
              <a:gd name="adj1" fmla="val 37315"/>
            </a:avLst>
          </a:prstGeom>
          <a:ln w="6350" cap="flat">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36F794A5-24FB-D6FD-74FE-97BF2CCD5D90}"/>
              </a:ext>
            </a:extLst>
          </p:cNvPr>
          <p:cNvSpPr txBox="1">
            <a:spLocks/>
          </p:cNvSpPr>
          <p:nvPr>
            <p:custDataLst>
              <p:tags r:id="rId22"/>
            </p:custDataLst>
          </p:nvPr>
        </p:nvSpPr>
        <p:spPr>
          <a:xfrm>
            <a:off x="3582859" y="5467941"/>
            <a:ext cx="799899" cy="123111"/>
          </a:xfrm>
          <a:prstGeom prst="rect">
            <a:avLst/>
          </a:prstGeom>
          <a:solidFill>
            <a:schemeClr val="bg1"/>
          </a:solid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Deploy MCP Server</a:t>
            </a:r>
          </a:p>
        </p:txBody>
      </p:sp>
      <p:grpSp>
        <p:nvGrpSpPr>
          <p:cNvPr id="156" name="Group 155">
            <a:extLst>
              <a:ext uri="{FF2B5EF4-FFF2-40B4-BE49-F238E27FC236}">
                <a16:creationId xmlns:a16="http://schemas.microsoft.com/office/drawing/2014/main" id="{269441BE-D7C3-2148-B513-695CDDC4EC96}"/>
              </a:ext>
            </a:extLst>
          </p:cNvPr>
          <p:cNvGrpSpPr/>
          <p:nvPr/>
        </p:nvGrpSpPr>
        <p:grpSpPr>
          <a:xfrm>
            <a:off x="1751598" y="4061198"/>
            <a:ext cx="1541571" cy="650614"/>
            <a:chOff x="1789007" y="4061198"/>
            <a:chExt cx="1466752" cy="650614"/>
          </a:xfrm>
        </p:grpSpPr>
        <p:cxnSp>
          <p:nvCxnSpPr>
            <p:cNvPr id="141" name="Straight Connector 140">
              <a:extLst>
                <a:ext uri="{FF2B5EF4-FFF2-40B4-BE49-F238E27FC236}">
                  <a16:creationId xmlns:a16="http://schemas.microsoft.com/office/drawing/2014/main" id="{B2B00EA4-6E1C-D893-4702-FA20AB565B27}"/>
                </a:ext>
              </a:extLst>
            </p:cNvPr>
            <p:cNvCxnSpPr>
              <a:cxnSpLocks/>
              <a:stCxn id="58" idx="3"/>
              <a:endCxn id="60" idx="0"/>
            </p:cNvCxnSpPr>
            <p:nvPr/>
          </p:nvCxnSpPr>
          <p:spPr>
            <a:xfrm>
              <a:off x="1789007" y="4061199"/>
              <a:ext cx="541296" cy="650613"/>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78FC564-6794-BCA0-6A71-810D342B8604}"/>
                </a:ext>
              </a:extLst>
            </p:cNvPr>
            <p:cNvCxnSpPr>
              <a:cxnSpLocks/>
              <a:stCxn id="85" idx="1"/>
              <a:endCxn id="60" idx="0"/>
            </p:cNvCxnSpPr>
            <p:nvPr/>
          </p:nvCxnSpPr>
          <p:spPr>
            <a:xfrm rot="10800000" flipV="1">
              <a:off x="2330304" y="4061198"/>
              <a:ext cx="925455" cy="650613"/>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146" name="Straight Connector 142">
            <a:extLst>
              <a:ext uri="{FF2B5EF4-FFF2-40B4-BE49-F238E27FC236}">
                <a16:creationId xmlns:a16="http://schemas.microsoft.com/office/drawing/2014/main" id="{ABA27411-7E0E-6AB8-6A97-0487172E3D2D}"/>
              </a:ext>
            </a:extLst>
          </p:cNvPr>
          <p:cNvCxnSpPr>
            <a:cxnSpLocks/>
            <a:stCxn id="58" idx="2"/>
          </p:cNvCxnSpPr>
          <p:nvPr/>
        </p:nvCxnSpPr>
        <p:spPr>
          <a:xfrm rot="16200000" flipH="1">
            <a:off x="3177942" y="2611936"/>
            <a:ext cx="281850" cy="3285939"/>
          </a:xfrm>
          <a:prstGeom prst="bentConnector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0" name="Straight Connector 142">
            <a:extLst>
              <a:ext uri="{FF2B5EF4-FFF2-40B4-BE49-F238E27FC236}">
                <a16:creationId xmlns:a16="http://schemas.microsoft.com/office/drawing/2014/main" id="{BC97E448-88E1-B396-7E40-A0D18C9C7938}"/>
              </a:ext>
            </a:extLst>
          </p:cNvPr>
          <p:cNvCxnSpPr>
            <a:cxnSpLocks/>
            <a:endCxn id="85" idx="2"/>
          </p:cNvCxnSpPr>
          <p:nvPr/>
        </p:nvCxnSpPr>
        <p:spPr>
          <a:xfrm rot="10800000">
            <a:off x="3368867" y="4113981"/>
            <a:ext cx="1505710" cy="280368"/>
          </a:xfrm>
          <a:prstGeom prst="bentConnector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F91F424C-7D2B-3741-E2E3-E59ECA9E2FDD}"/>
              </a:ext>
            </a:extLst>
          </p:cNvPr>
          <p:cNvSpPr txBox="1">
            <a:spLocks/>
          </p:cNvSpPr>
          <p:nvPr>
            <p:custDataLst>
              <p:tags r:id="rId23"/>
            </p:custDataLst>
          </p:nvPr>
        </p:nvSpPr>
        <p:spPr>
          <a:xfrm>
            <a:off x="3074452" y="4113981"/>
            <a:ext cx="626744" cy="123111"/>
          </a:xfrm>
          <a:prstGeom prst="rect">
            <a:avLst/>
          </a:prstGeom>
          <a:solidFill>
            <a:srgbClr val="A9B9CC"/>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b="1" dirty="0"/>
              <a:t>Agent B</a:t>
            </a:r>
          </a:p>
        </p:txBody>
      </p:sp>
      <p:sp>
        <p:nvSpPr>
          <p:cNvPr id="157" name="TextBox 156">
            <a:extLst>
              <a:ext uri="{FF2B5EF4-FFF2-40B4-BE49-F238E27FC236}">
                <a16:creationId xmlns:a16="http://schemas.microsoft.com/office/drawing/2014/main" id="{8F80D41E-5731-D843-FCC9-33C443D5CE16}"/>
              </a:ext>
            </a:extLst>
          </p:cNvPr>
          <p:cNvSpPr txBox="1">
            <a:spLocks/>
          </p:cNvSpPr>
          <p:nvPr>
            <p:custDataLst>
              <p:tags r:id="rId24"/>
            </p:custDataLst>
          </p:nvPr>
        </p:nvSpPr>
        <p:spPr>
          <a:xfrm>
            <a:off x="3396482" y="4424676"/>
            <a:ext cx="737021" cy="246221"/>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800" dirty="0"/>
              <a:t>Calls and receives the result</a:t>
            </a:r>
          </a:p>
        </p:txBody>
      </p:sp>
    </p:spTree>
    <p:extLst>
      <p:ext uri="{BB962C8B-B14F-4D97-AF65-F5344CB8AC3E}">
        <p14:creationId xmlns:p14="http://schemas.microsoft.com/office/powerpoint/2010/main" val="1310989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849C6CF-D5AA-7AB5-B262-D2E348A84633}"/>
              </a:ext>
            </a:extLst>
          </p:cNvPr>
          <p:cNvGraphicFramePr>
            <a:graphicFrameLocks/>
          </p:cNvGraphicFramePr>
          <p:nvPr>
            <p:custDataLst>
              <p:tags r:id="rId1"/>
            </p:custDataLst>
            <p:extLst>
              <p:ext uri="{D42A27DB-BD31-4B8C-83A1-F6EECF244321}">
                <p14:modId xmlns:p14="http://schemas.microsoft.com/office/powerpoint/2010/main" val="2116884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2" name="think-cell data - do not delete" hidden="1">
                        <a:extLst>
                          <a:ext uri="{FF2B5EF4-FFF2-40B4-BE49-F238E27FC236}">
                            <a16:creationId xmlns:a16="http://schemas.microsoft.com/office/drawing/2014/main" id="{9849C6CF-D5AA-7AB5-B262-D2E348A84633}"/>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BF01984B-1EFE-1119-DC19-7F1FA99EFA7A}"/>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F785BDE4-0A22-0676-9C68-A0A61BD36561}"/>
              </a:ext>
            </a:extLst>
          </p:cNvPr>
          <p:cNvSpPr>
            <a:spLocks noGrp="1"/>
          </p:cNvSpPr>
          <p:nvPr>
            <p:ph type="title"/>
          </p:nvPr>
        </p:nvSpPr>
        <p:spPr>
          <a:xfrm>
            <a:off x="554736" y="553362"/>
            <a:ext cx="11082528" cy="384721"/>
          </a:xfrm>
        </p:spPr>
        <p:txBody>
          <a:bodyPr vert="horz"/>
          <a:lstStyle/>
          <a:p>
            <a:r>
              <a:rPr lang="en-GB">
                <a:cs typeface="Calibri"/>
              </a:rPr>
              <a:t>Azure Foundry agent definition</a:t>
            </a:r>
            <a:endParaRPr lang="en-GB"/>
          </a:p>
        </p:txBody>
      </p:sp>
      <p:graphicFrame>
        <p:nvGraphicFramePr>
          <p:cNvPr id="9" name="Table 8" hidden="1">
            <a:extLst>
              <a:ext uri="{FF2B5EF4-FFF2-40B4-BE49-F238E27FC236}">
                <a16:creationId xmlns:a16="http://schemas.microsoft.com/office/drawing/2014/main" id="{1DB8C5CD-8466-97BD-A8C3-0CD15A1CCC97}"/>
              </a:ext>
            </a:extLst>
          </p:cNvPr>
          <p:cNvGraphicFramePr>
            <a:graphicFrameLocks noGrp="1"/>
          </p:cNvGraphicFramePr>
          <p:nvPr>
            <p:extLst>
              <p:ext uri="{D42A27DB-BD31-4B8C-83A1-F6EECF244321}">
                <p14:modId xmlns:p14="http://schemas.microsoft.com/office/powerpoint/2010/main" val="558501874"/>
              </p:ext>
            </p:extLst>
          </p:nvPr>
        </p:nvGraphicFramePr>
        <p:xfrm>
          <a:off x="641309" y="1336892"/>
          <a:ext cx="11005722" cy="4220208"/>
        </p:xfrm>
        <a:graphic>
          <a:graphicData uri="http://schemas.openxmlformats.org/drawingml/2006/table">
            <a:tbl>
              <a:tblPr firstRow="1" bandRow="1">
                <a:tableStyleId>{5C22544A-7EE6-4342-B048-85BDC9FD1C3A}</a:tableStyleId>
              </a:tblPr>
              <a:tblGrid>
                <a:gridCol w="3668574">
                  <a:extLst>
                    <a:ext uri="{9D8B030D-6E8A-4147-A177-3AD203B41FA5}">
                      <a16:colId xmlns:a16="http://schemas.microsoft.com/office/drawing/2014/main" val="1033109693"/>
                    </a:ext>
                  </a:extLst>
                </a:gridCol>
                <a:gridCol w="3668574">
                  <a:extLst>
                    <a:ext uri="{9D8B030D-6E8A-4147-A177-3AD203B41FA5}">
                      <a16:colId xmlns:a16="http://schemas.microsoft.com/office/drawing/2014/main" val="3231534930"/>
                    </a:ext>
                  </a:extLst>
                </a:gridCol>
                <a:gridCol w="3668574">
                  <a:extLst>
                    <a:ext uri="{9D8B030D-6E8A-4147-A177-3AD203B41FA5}">
                      <a16:colId xmlns:a16="http://schemas.microsoft.com/office/drawing/2014/main" val="929457360"/>
                    </a:ext>
                  </a:extLst>
                </a:gridCol>
              </a:tblGrid>
              <a:tr h="527526">
                <a:tc>
                  <a:txBody>
                    <a:bodyPr/>
                    <a:lstStyle/>
                    <a:p>
                      <a:r>
                        <a:rPr lang="en-GB" sz="1200"/>
                        <a:t>YAML fields</a:t>
                      </a:r>
                    </a:p>
                  </a:txBody>
                  <a:tcPr/>
                </a:tc>
                <a:tc>
                  <a:txBody>
                    <a:bodyPr/>
                    <a:lstStyle/>
                    <a:p>
                      <a:r>
                        <a:rPr lang="en-GB" sz="1200"/>
                        <a:t>Purpose/description</a:t>
                      </a:r>
                    </a:p>
                  </a:txBody>
                  <a:tcPr/>
                </a:tc>
                <a:tc>
                  <a:txBody>
                    <a:bodyPr/>
                    <a:lstStyle/>
                    <a:p>
                      <a:r>
                        <a:rPr lang="en-GB" sz="1200"/>
                        <a:t>Example</a:t>
                      </a:r>
                    </a:p>
                  </a:txBody>
                  <a:tcPr/>
                </a:tc>
                <a:extLst>
                  <a:ext uri="{0D108BD9-81ED-4DB2-BD59-A6C34878D82A}">
                    <a16:rowId xmlns:a16="http://schemas.microsoft.com/office/drawing/2014/main" val="3661120262"/>
                  </a:ext>
                </a:extLst>
              </a:tr>
              <a:tr h="527526">
                <a:tc>
                  <a:txBody>
                    <a:bodyPr/>
                    <a:lstStyle/>
                    <a:p>
                      <a:r>
                        <a:rPr lang="en-GB" sz="1200"/>
                        <a:t>kind</a:t>
                      </a:r>
                    </a:p>
                  </a:txBody>
                  <a:tcPr/>
                </a:tc>
                <a:tc>
                  <a:txBody>
                    <a:bodyPr/>
                    <a:lstStyle/>
                    <a:p>
                      <a:pPr lvl="0">
                        <a:buNone/>
                      </a:pPr>
                      <a:r>
                        <a:rPr lang="en-GB" sz="1200" b="0" i="0" u="none" strike="noStrike" noProof="0"/>
                        <a:t>Defines the type of asset being created in the configuration.</a:t>
                      </a:r>
                      <a:endParaRPr lang="en-US" sz="1200"/>
                    </a:p>
                  </a:txBody>
                  <a:tcPr/>
                </a:tc>
                <a:tc>
                  <a:txBody>
                    <a:bodyPr/>
                    <a:lstStyle/>
                    <a:p>
                      <a:pPr lvl="0">
                        <a:buNone/>
                      </a:pPr>
                      <a:r>
                        <a:rPr lang="en-GB" sz="1200" b="0" i="0" u="none" strike="noStrike" noProof="0">
                          <a:latin typeface="Calibri"/>
                          <a:ea typeface="Calibri"/>
                          <a:cs typeface="Calibri"/>
                        </a:rPr>
                        <a:t>prompt</a:t>
                      </a:r>
                      <a:endParaRPr lang="en-US" sz="1200"/>
                    </a:p>
                  </a:txBody>
                  <a:tcPr/>
                </a:tc>
                <a:extLst>
                  <a:ext uri="{0D108BD9-81ED-4DB2-BD59-A6C34878D82A}">
                    <a16:rowId xmlns:a16="http://schemas.microsoft.com/office/drawing/2014/main" val="3799588440"/>
                  </a:ext>
                </a:extLst>
              </a:tr>
              <a:tr h="527526">
                <a:tc>
                  <a:txBody>
                    <a:bodyPr/>
                    <a:lstStyle/>
                    <a:p>
                      <a:r>
                        <a:rPr lang="en-GB" sz="1200"/>
                        <a:t>name</a:t>
                      </a:r>
                    </a:p>
                  </a:txBody>
                  <a:tcPr/>
                </a:tc>
                <a:tc>
                  <a:txBody>
                    <a:bodyPr/>
                    <a:lstStyle/>
                    <a:p>
                      <a:pPr lvl="0">
                        <a:buNone/>
                      </a:pPr>
                      <a:r>
                        <a:rPr lang="en-GB" sz="1200" b="0" i="0" u="none" strike="noStrike" noProof="0"/>
                        <a:t>Unique identifier for the agent configuration.</a:t>
                      </a:r>
                      <a:endParaRPr lang="en-US" sz="1200"/>
                    </a:p>
                  </a:txBody>
                  <a:tcPr/>
                </a:tc>
                <a:tc>
                  <a:txBody>
                    <a:bodyPr/>
                    <a:lstStyle/>
                    <a:p>
                      <a:pPr lvl="0">
                        <a:buNone/>
                      </a:pPr>
                      <a:r>
                        <a:rPr lang="en-GB" sz="1200" b="0" i="0" u="none" strike="noStrike" noProof="0">
                          <a:latin typeface="Calibri"/>
                          <a:ea typeface="Calibri"/>
                          <a:cs typeface="Calibri"/>
                        </a:rPr>
                        <a:t>research-agent</a:t>
                      </a:r>
                      <a:endParaRPr lang="en-US" sz="1200"/>
                    </a:p>
                  </a:txBody>
                  <a:tcPr/>
                </a:tc>
                <a:extLst>
                  <a:ext uri="{0D108BD9-81ED-4DB2-BD59-A6C34878D82A}">
                    <a16:rowId xmlns:a16="http://schemas.microsoft.com/office/drawing/2014/main" val="2921261160"/>
                  </a:ext>
                </a:extLst>
              </a:tr>
              <a:tr h="527526">
                <a:tc>
                  <a:txBody>
                    <a:bodyPr/>
                    <a:lstStyle/>
                    <a:p>
                      <a:r>
                        <a:rPr lang="en-GB" sz="1200" dirty="0"/>
                        <a:t>model</a:t>
                      </a:r>
                    </a:p>
                  </a:txBody>
                  <a:tcPr/>
                </a:tc>
                <a:tc>
                  <a:txBody>
                    <a:bodyPr/>
                    <a:lstStyle/>
                    <a:p>
                      <a:pPr lvl="0">
                        <a:buNone/>
                      </a:pPr>
                      <a:r>
                        <a:rPr lang="en-GB" sz="1200" b="0" i="0" u="none" strike="noStrike" noProof="0"/>
                        <a:t>Specifies which model deployment the agent should use.</a:t>
                      </a:r>
                      <a:endParaRPr lang="en-US" sz="1200"/>
                    </a:p>
                  </a:txBody>
                  <a:tcPr/>
                </a:tc>
                <a:tc>
                  <a:txBody>
                    <a:bodyPr/>
                    <a:lstStyle/>
                    <a:p>
                      <a:pPr lvl="0">
                        <a:buNone/>
                      </a:pPr>
                      <a:r>
                        <a:rPr lang="en-GB" sz="1200" b="0" i="0" u="none" strike="noStrike" noProof="0">
                          <a:latin typeface="Calibri"/>
                          <a:ea typeface="Calibri"/>
                          <a:cs typeface="Calibri"/>
                        </a:rPr>
                        <a:t>gpt-4.1</a:t>
                      </a:r>
                      <a:endParaRPr lang="en-US" sz="1200"/>
                    </a:p>
                  </a:txBody>
                  <a:tcPr/>
                </a:tc>
                <a:extLst>
                  <a:ext uri="{0D108BD9-81ED-4DB2-BD59-A6C34878D82A}">
                    <a16:rowId xmlns:a16="http://schemas.microsoft.com/office/drawing/2014/main" val="376828986"/>
                  </a:ext>
                </a:extLst>
              </a:tr>
              <a:tr h="527526">
                <a:tc>
                  <a:txBody>
                    <a:bodyPr/>
                    <a:lstStyle/>
                    <a:p>
                      <a:r>
                        <a:rPr lang="en-GB" sz="1200"/>
                        <a:t>temperature</a:t>
                      </a:r>
                    </a:p>
                  </a:txBody>
                  <a:tcPr/>
                </a:tc>
                <a:tc>
                  <a:txBody>
                    <a:bodyPr/>
                    <a:lstStyle/>
                    <a:p>
                      <a:pPr lvl="0">
                        <a:buNone/>
                      </a:pPr>
                      <a:r>
                        <a:rPr lang="en-GB" sz="1200" b="0" i="0" u="none" strike="noStrike" noProof="0"/>
                        <a:t>Controls randomness vs determinism of responses.</a:t>
                      </a:r>
                      <a:endParaRPr lang="en-US" sz="1200"/>
                    </a:p>
                  </a:txBody>
                  <a:tcPr/>
                </a:tc>
                <a:tc>
                  <a:txBody>
                    <a:bodyPr/>
                    <a:lstStyle/>
                    <a:p>
                      <a:r>
                        <a:rPr lang="en-GB" sz="1200"/>
                        <a:t>0.2</a:t>
                      </a:r>
                    </a:p>
                  </a:txBody>
                  <a:tcPr/>
                </a:tc>
                <a:extLst>
                  <a:ext uri="{0D108BD9-81ED-4DB2-BD59-A6C34878D82A}">
                    <a16:rowId xmlns:a16="http://schemas.microsoft.com/office/drawing/2014/main" val="4061791683"/>
                  </a:ext>
                </a:extLst>
              </a:tr>
              <a:tr h="527526">
                <a:tc>
                  <a:txBody>
                    <a:bodyPr/>
                    <a:lstStyle/>
                    <a:p>
                      <a:r>
                        <a:rPr lang="en-GB" sz="1200"/>
                        <a:t>instructions</a:t>
                      </a:r>
                    </a:p>
                  </a:txBody>
                  <a:tcPr/>
                </a:tc>
                <a:tc>
                  <a:txBody>
                    <a:bodyPr/>
                    <a:lstStyle/>
                    <a:p>
                      <a:pPr lvl="0">
                        <a:buNone/>
                      </a:pPr>
                      <a:r>
                        <a:rPr lang="en-GB" sz="1200" b="0" i="0" u="none" strike="noStrike" noProof="0"/>
                        <a:t>Defines the agent’s role, behavior, and task instructions.</a:t>
                      </a:r>
                      <a:endParaRPr lang="en-US" sz="1200"/>
                    </a:p>
                  </a:txBody>
                  <a:tcPr/>
                </a:tc>
                <a:tc>
                  <a:txBody>
                    <a:bodyPr/>
                    <a:lstStyle/>
                    <a:p>
                      <a:pPr lvl="0">
                        <a:buNone/>
                      </a:pPr>
                      <a:r>
                        <a:rPr lang="en-GB" sz="1200" b="0" i="0" u="none" strike="noStrike" noProof="0">
                          <a:latin typeface="Calibri"/>
                          <a:ea typeface="Calibri"/>
                          <a:cs typeface="Calibri"/>
                        </a:rPr>
                        <a:t>"You are an investment research assistant..."</a:t>
                      </a:r>
                      <a:endParaRPr lang="en-US" sz="1200"/>
                    </a:p>
                  </a:txBody>
                  <a:tcPr/>
                </a:tc>
                <a:extLst>
                  <a:ext uri="{0D108BD9-81ED-4DB2-BD59-A6C34878D82A}">
                    <a16:rowId xmlns:a16="http://schemas.microsoft.com/office/drawing/2014/main" val="2881660841"/>
                  </a:ext>
                </a:extLst>
              </a:tr>
              <a:tr h="527526">
                <a:tc>
                  <a:txBody>
                    <a:bodyPr/>
                    <a:lstStyle/>
                    <a:p>
                      <a:r>
                        <a:rPr lang="en-GB" sz="1200"/>
                        <a:t>tools</a:t>
                      </a:r>
                    </a:p>
                  </a:txBody>
                  <a:tcPr/>
                </a:tc>
                <a:tc>
                  <a:txBody>
                    <a:bodyPr/>
                    <a:lstStyle/>
                    <a:p>
                      <a:pPr lvl="0">
                        <a:buNone/>
                      </a:pPr>
                      <a:r>
                        <a:rPr lang="en-GB" sz="1200" b="0" i="0" u="none" strike="noStrike" noProof="0">
                          <a:latin typeface="Calibri"/>
                          <a:ea typeface="Calibri"/>
                          <a:cs typeface="Calibri"/>
                        </a:rPr>
                        <a:t>Configures external tools/APIs the agent can call, including access and approval settings.</a:t>
                      </a:r>
                      <a:endParaRPr lang="en-US" sz="1200"/>
                    </a:p>
                  </a:txBody>
                  <a:tcPr/>
                </a:tc>
                <a:tc>
                  <a:txBody>
                    <a:bodyPr/>
                    <a:lstStyle/>
                    <a:p>
                      <a:pPr lvl="0">
                        <a:buNone/>
                      </a:pPr>
                      <a:r>
                        <a:rPr lang="en-GB" sz="1200" b="0" i="0" u="none" strike="noStrike" noProof="0">
                          <a:latin typeface="Calibri"/>
                          <a:ea typeface="Calibri"/>
                          <a:cs typeface="Calibri"/>
                        </a:rPr>
                        <a:t>MCP server for SAP data</a:t>
                      </a:r>
                      <a:endParaRPr lang="en-US" sz="1200"/>
                    </a:p>
                  </a:txBody>
                  <a:tcPr/>
                </a:tc>
                <a:extLst>
                  <a:ext uri="{0D108BD9-81ED-4DB2-BD59-A6C34878D82A}">
                    <a16:rowId xmlns:a16="http://schemas.microsoft.com/office/drawing/2014/main" val="1179293637"/>
                  </a:ext>
                </a:extLst>
              </a:tr>
              <a:tr h="527526">
                <a:tc>
                  <a:txBody>
                    <a:bodyPr/>
                    <a:lstStyle/>
                    <a:p>
                      <a:r>
                        <a:rPr lang="en-GB" sz="1200"/>
                        <a:t>text</a:t>
                      </a:r>
                    </a:p>
                  </a:txBody>
                  <a:tcPr/>
                </a:tc>
                <a:tc>
                  <a:txBody>
                    <a:bodyPr/>
                    <a:lstStyle/>
                    <a:p>
                      <a:pPr lvl="0">
                        <a:buNone/>
                      </a:pPr>
                      <a:r>
                        <a:rPr lang="en-GB" sz="1200" b="0" i="0" u="none" strike="noStrike" noProof="0">
                          <a:latin typeface="Calibri"/>
                          <a:ea typeface="Calibri"/>
                          <a:cs typeface="Calibri"/>
                        </a:rPr>
                        <a:t>Defines the structured output format using a schema for consistent, machine-readable responses.</a:t>
                      </a:r>
                      <a:endParaRPr lang="en-US" sz="1200"/>
                    </a:p>
                  </a:txBody>
                  <a:tcPr/>
                </a:tc>
                <a:tc>
                  <a:txBody>
                    <a:bodyPr/>
                    <a:lstStyle/>
                    <a:p>
                      <a:pPr lvl="0">
                        <a:buNone/>
                      </a:pPr>
                      <a:r>
                        <a:rPr lang="en-GB" sz="1200" b="0" i="0" u="none" strike="noStrike" noProof="0" dirty="0">
                          <a:latin typeface="Calibri"/>
                          <a:ea typeface="Calibri"/>
                          <a:cs typeface="Calibri"/>
                        </a:rPr>
                        <a:t>JSON schema with defined fields</a:t>
                      </a:r>
                      <a:endParaRPr lang="en-US" sz="1200" dirty="0"/>
                    </a:p>
                  </a:txBody>
                  <a:tcPr/>
                </a:tc>
                <a:extLst>
                  <a:ext uri="{0D108BD9-81ED-4DB2-BD59-A6C34878D82A}">
                    <a16:rowId xmlns:a16="http://schemas.microsoft.com/office/drawing/2014/main" val="176249068"/>
                  </a:ext>
                </a:extLst>
              </a:tr>
            </a:tbl>
          </a:graphicData>
        </a:graphic>
      </p:graphicFrame>
      <p:sp>
        <p:nvSpPr>
          <p:cNvPr id="5" name="TextBox 4">
            <a:extLst>
              <a:ext uri="{FF2B5EF4-FFF2-40B4-BE49-F238E27FC236}">
                <a16:creationId xmlns:a16="http://schemas.microsoft.com/office/drawing/2014/main" id="{E3AAFABB-29E2-975C-6CF3-C31D648556FC}"/>
              </a:ext>
            </a:extLst>
          </p:cNvPr>
          <p:cNvSpPr txBox="1">
            <a:spLocks/>
          </p:cNvSpPr>
          <p:nvPr/>
        </p:nvSpPr>
        <p:spPr>
          <a:xfrm>
            <a:off x="547116" y="1725511"/>
            <a:ext cx="1263691" cy="276999"/>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a:latin typeface="Calibri" panose="020F0502020204030204" pitchFamily="34" charset="0"/>
              </a:rPr>
              <a:t>YAML fields</a:t>
            </a:r>
            <a:endParaRPr lang="en-US" sz="1800" b="1" dirty="0">
              <a:latin typeface="Calibri" panose="020F0502020204030204" pitchFamily="34" charset="0"/>
            </a:endParaRPr>
          </a:p>
        </p:txBody>
      </p:sp>
      <p:sp>
        <p:nvSpPr>
          <p:cNvPr id="6" name="TextBox 5">
            <a:extLst>
              <a:ext uri="{FF2B5EF4-FFF2-40B4-BE49-F238E27FC236}">
                <a16:creationId xmlns:a16="http://schemas.microsoft.com/office/drawing/2014/main" id="{1F4520DD-ABB7-A312-F676-7F178FB17DF2}"/>
              </a:ext>
            </a:extLst>
          </p:cNvPr>
          <p:cNvSpPr txBox="1">
            <a:spLocks/>
          </p:cNvSpPr>
          <p:nvPr/>
        </p:nvSpPr>
        <p:spPr>
          <a:xfrm>
            <a:off x="2096860" y="1725511"/>
            <a:ext cx="5578157" cy="276999"/>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a:latin typeface="Calibri" panose="020F0502020204030204" pitchFamily="34" charset="0"/>
              </a:rPr>
              <a:t>Purpose/description</a:t>
            </a:r>
            <a:endParaRPr lang="en-US" sz="1800" b="1" dirty="0">
              <a:latin typeface="Calibri" panose="020F0502020204030204" pitchFamily="34" charset="0"/>
            </a:endParaRPr>
          </a:p>
        </p:txBody>
      </p:sp>
      <p:sp>
        <p:nvSpPr>
          <p:cNvPr id="7" name="TextBox 6">
            <a:extLst>
              <a:ext uri="{FF2B5EF4-FFF2-40B4-BE49-F238E27FC236}">
                <a16:creationId xmlns:a16="http://schemas.microsoft.com/office/drawing/2014/main" id="{543501C8-707C-2A6C-6685-509B866A6A57}"/>
              </a:ext>
            </a:extLst>
          </p:cNvPr>
          <p:cNvSpPr txBox="1">
            <a:spLocks/>
          </p:cNvSpPr>
          <p:nvPr/>
        </p:nvSpPr>
        <p:spPr>
          <a:xfrm>
            <a:off x="7961070" y="1725511"/>
            <a:ext cx="3668574" cy="276999"/>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800" b="1">
                <a:latin typeface="Calibri" panose="020F0502020204030204" pitchFamily="34" charset="0"/>
              </a:rPr>
              <a:t>Example</a:t>
            </a:r>
            <a:endParaRPr lang="en-US" sz="1800" b="1" dirty="0">
              <a:latin typeface="Calibri" panose="020F0502020204030204" pitchFamily="34" charset="0"/>
            </a:endParaRPr>
          </a:p>
        </p:txBody>
      </p:sp>
      <p:grpSp>
        <p:nvGrpSpPr>
          <p:cNvPr id="34" name="Group 33">
            <a:extLst>
              <a:ext uri="{FF2B5EF4-FFF2-40B4-BE49-F238E27FC236}">
                <a16:creationId xmlns:a16="http://schemas.microsoft.com/office/drawing/2014/main" id="{197F3AEE-C684-164E-6AB9-6B924D23FC29}"/>
              </a:ext>
            </a:extLst>
          </p:cNvPr>
          <p:cNvGrpSpPr>
            <a:grpSpLocks/>
          </p:cNvGrpSpPr>
          <p:nvPr/>
        </p:nvGrpSpPr>
        <p:grpSpPr>
          <a:xfrm>
            <a:off x="554736" y="2131117"/>
            <a:ext cx="11082528" cy="246221"/>
            <a:chOff x="554736" y="1864417"/>
            <a:chExt cx="11082528" cy="246221"/>
          </a:xfrm>
        </p:grpSpPr>
        <p:sp>
          <p:nvSpPr>
            <p:cNvPr id="8" name="TextBox 7">
              <a:extLst>
                <a:ext uri="{FF2B5EF4-FFF2-40B4-BE49-F238E27FC236}">
                  <a16:creationId xmlns:a16="http://schemas.microsoft.com/office/drawing/2014/main" id="{0E2D8748-F37C-1E50-99C4-365299B5B5F4}"/>
                </a:ext>
              </a:extLst>
            </p:cNvPr>
            <p:cNvSpPr txBox="1">
              <a:spLocks/>
            </p:cNvSpPr>
            <p:nvPr/>
          </p:nvSpPr>
          <p:spPr>
            <a:xfrm>
              <a:off x="554736" y="1864417"/>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kind</a:t>
              </a:r>
              <a:endParaRPr lang="en-US" dirty="0">
                <a:solidFill>
                  <a:srgbClr val="565A5C"/>
                </a:solidFill>
                <a:latin typeface="Calibri" panose="020F0502020204030204" pitchFamily="34" charset="0"/>
              </a:endParaRPr>
            </a:p>
          </p:txBody>
        </p:sp>
        <p:sp>
          <p:nvSpPr>
            <p:cNvPr id="10" name="TextBox 9">
              <a:extLst>
                <a:ext uri="{FF2B5EF4-FFF2-40B4-BE49-F238E27FC236}">
                  <a16:creationId xmlns:a16="http://schemas.microsoft.com/office/drawing/2014/main" id="{7CD53826-3CB8-5D28-5ADD-9E2D23C921E1}"/>
                </a:ext>
              </a:extLst>
            </p:cNvPr>
            <p:cNvSpPr txBox="1">
              <a:spLocks/>
            </p:cNvSpPr>
            <p:nvPr/>
          </p:nvSpPr>
          <p:spPr>
            <a:xfrm>
              <a:off x="2104480" y="1864417"/>
              <a:ext cx="5578157"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Defines the type of asset being created in the configuration.</a:t>
              </a:r>
              <a:endParaRPr lang="en-US" dirty="0">
                <a:solidFill>
                  <a:srgbClr val="565A5C"/>
                </a:solidFill>
                <a:latin typeface="Calibri" panose="020F0502020204030204" pitchFamily="34" charset="0"/>
              </a:endParaRPr>
            </a:p>
          </p:txBody>
        </p:sp>
        <p:sp>
          <p:nvSpPr>
            <p:cNvPr id="11" name="TextBox 10">
              <a:extLst>
                <a:ext uri="{FF2B5EF4-FFF2-40B4-BE49-F238E27FC236}">
                  <a16:creationId xmlns:a16="http://schemas.microsoft.com/office/drawing/2014/main" id="{E49227C3-245E-1F0D-1ABD-36BE705BFE93}"/>
                </a:ext>
              </a:extLst>
            </p:cNvPr>
            <p:cNvSpPr txBox="1">
              <a:spLocks/>
            </p:cNvSpPr>
            <p:nvPr/>
          </p:nvSpPr>
          <p:spPr>
            <a:xfrm>
              <a:off x="7968690" y="1864417"/>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prompt</a:t>
              </a:r>
              <a:endParaRPr lang="en-US" dirty="0">
                <a:solidFill>
                  <a:srgbClr val="565A5C"/>
                </a:solidFill>
                <a:latin typeface="Calibri" panose="020F0502020204030204" pitchFamily="34" charset="0"/>
              </a:endParaRPr>
            </a:p>
          </p:txBody>
        </p:sp>
      </p:grpSp>
      <p:grpSp>
        <p:nvGrpSpPr>
          <p:cNvPr id="35" name="Group 34">
            <a:extLst>
              <a:ext uri="{FF2B5EF4-FFF2-40B4-BE49-F238E27FC236}">
                <a16:creationId xmlns:a16="http://schemas.microsoft.com/office/drawing/2014/main" id="{2FE9DCC7-7539-8A4E-1D8E-6F176E643774}"/>
              </a:ext>
            </a:extLst>
          </p:cNvPr>
          <p:cNvGrpSpPr/>
          <p:nvPr/>
        </p:nvGrpSpPr>
        <p:grpSpPr>
          <a:xfrm>
            <a:off x="554736" y="2617606"/>
            <a:ext cx="11082528" cy="246221"/>
            <a:chOff x="554736" y="2391943"/>
            <a:chExt cx="11082528" cy="246221"/>
          </a:xfrm>
        </p:grpSpPr>
        <p:sp>
          <p:nvSpPr>
            <p:cNvPr id="12" name="TextBox 11">
              <a:extLst>
                <a:ext uri="{FF2B5EF4-FFF2-40B4-BE49-F238E27FC236}">
                  <a16:creationId xmlns:a16="http://schemas.microsoft.com/office/drawing/2014/main" id="{51008C0E-08E6-7719-C0AC-2A934ADB3EBC}"/>
                </a:ext>
              </a:extLst>
            </p:cNvPr>
            <p:cNvSpPr txBox="1">
              <a:spLocks/>
            </p:cNvSpPr>
            <p:nvPr/>
          </p:nvSpPr>
          <p:spPr>
            <a:xfrm>
              <a:off x="554736" y="2391943"/>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name</a:t>
              </a:r>
              <a:endParaRPr lang="en-US" dirty="0">
                <a:solidFill>
                  <a:srgbClr val="565A5C"/>
                </a:solidFill>
                <a:latin typeface="Calibri" panose="020F0502020204030204" pitchFamily="34" charset="0"/>
              </a:endParaRPr>
            </a:p>
          </p:txBody>
        </p:sp>
        <p:sp>
          <p:nvSpPr>
            <p:cNvPr id="13" name="TextBox 12">
              <a:extLst>
                <a:ext uri="{FF2B5EF4-FFF2-40B4-BE49-F238E27FC236}">
                  <a16:creationId xmlns:a16="http://schemas.microsoft.com/office/drawing/2014/main" id="{859EF0A0-6144-4576-0CFC-8D8B3FB2F97C}"/>
                </a:ext>
              </a:extLst>
            </p:cNvPr>
            <p:cNvSpPr txBox="1">
              <a:spLocks/>
            </p:cNvSpPr>
            <p:nvPr/>
          </p:nvSpPr>
          <p:spPr>
            <a:xfrm>
              <a:off x="2104480" y="2391943"/>
              <a:ext cx="5578157"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Unique identifier for the agent configuration.</a:t>
              </a:r>
              <a:endParaRPr lang="en-US" dirty="0">
                <a:solidFill>
                  <a:srgbClr val="565A5C"/>
                </a:solidFill>
                <a:latin typeface="Calibri" panose="020F0502020204030204" pitchFamily="34" charset="0"/>
              </a:endParaRPr>
            </a:p>
          </p:txBody>
        </p:sp>
        <p:sp>
          <p:nvSpPr>
            <p:cNvPr id="14" name="TextBox 13">
              <a:extLst>
                <a:ext uri="{FF2B5EF4-FFF2-40B4-BE49-F238E27FC236}">
                  <a16:creationId xmlns:a16="http://schemas.microsoft.com/office/drawing/2014/main" id="{403EEF82-3C11-F836-8022-4A3A8C20BC9B}"/>
                </a:ext>
              </a:extLst>
            </p:cNvPr>
            <p:cNvSpPr txBox="1">
              <a:spLocks/>
            </p:cNvSpPr>
            <p:nvPr/>
          </p:nvSpPr>
          <p:spPr>
            <a:xfrm>
              <a:off x="7968690" y="2391943"/>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research-agent</a:t>
              </a:r>
              <a:endParaRPr lang="en-US" dirty="0">
                <a:solidFill>
                  <a:srgbClr val="565A5C"/>
                </a:solidFill>
                <a:latin typeface="Calibri" panose="020F0502020204030204" pitchFamily="34" charset="0"/>
              </a:endParaRPr>
            </a:p>
          </p:txBody>
        </p:sp>
      </p:grpSp>
      <p:grpSp>
        <p:nvGrpSpPr>
          <p:cNvPr id="36" name="Group 35">
            <a:extLst>
              <a:ext uri="{FF2B5EF4-FFF2-40B4-BE49-F238E27FC236}">
                <a16:creationId xmlns:a16="http://schemas.microsoft.com/office/drawing/2014/main" id="{FF3D01E4-0ED5-7A06-583A-534BB172B388}"/>
              </a:ext>
            </a:extLst>
          </p:cNvPr>
          <p:cNvGrpSpPr/>
          <p:nvPr/>
        </p:nvGrpSpPr>
        <p:grpSpPr>
          <a:xfrm>
            <a:off x="554736" y="3104095"/>
            <a:ext cx="11082528" cy="246221"/>
            <a:chOff x="554736" y="2919469"/>
            <a:chExt cx="11082528" cy="246221"/>
          </a:xfrm>
        </p:grpSpPr>
        <p:sp>
          <p:nvSpPr>
            <p:cNvPr id="15" name="TextBox 14">
              <a:extLst>
                <a:ext uri="{FF2B5EF4-FFF2-40B4-BE49-F238E27FC236}">
                  <a16:creationId xmlns:a16="http://schemas.microsoft.com/office/drawing/2014/main" id="{D0F01C72-5CAB-9157-9777-69825524B8D0}"/>
                </a:ext>
              </a:extLst>
            </p:cNvPr>
            <p:cNvSpPr txBox="1">
              <a:spLocks/>
            </p:cNvSpPr>
            <p:nvPr/>
          </p:nvSpPr>
          <p:spPr>
            <a:xfrm>
              <a:off x="554736" y="2919469"/>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model</a:t>
              </a:r>
              <a:endParaRPr lang="en-US" dirty="0">
                <a:solidFill>
                  <a:srgbClr val="565A5C"/>
                </a:solidFill>
                <a:latin typeface="Calibri" panose="020F0502020204030204" pitchFamily="34" charset="0"/>
              </a:endParaRPr>
            </a:p>
          </p:txBody>
        </p:sp>
        <p:sp>
          <p:nvSpPr>
            <p:cNvPr id="16" name="TextBox 15">
              <a:extLst>
                <a:ext uri="{FF2B5EF4-FFF2-40B4-BE49-F238E27FC236}">
                  <a16:creationId xmlns:a16="http://schemas.microsoft.com/office/drawing/2014/main" id="{5A12F9B9-46B0-D6D6-C9A8-F7D308E77C93}"/>
                </a:ext>
              </a:extLst>
            </p:cNvPr>
            <p:cNvSpPr txBox="1">
              <a:spLocks/>
            </p:cNvSpPr>
            <p:nvPr/>
          </p:nvSpPr>
          <p:spPr>
            <a:xfrm>
              <a:off x="2104480" y="2919469"/>
              <a:ext cx="5578157"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Specifies which model deployment the agent should use.</a:t>
              </a:r>
              <a:endParaRPr lang="en-US" dirty="0">
                <a:solidFill>
                  <a:srgbClr val="565A5C"/>
                </a:solidFill>
                <a:latin typeface="Calibri" panose="020F0502020204030204" pitchFamily="34" charset="0"/>
              </a:endParaRPr>
            </a:p>
          </p:txBody>
        </p:sp>
        <p:sp>
          <p:nvSpPr>
            <p:cNvPr id="17" name="TextBox 16">
              <a:extLst>
                <a:ext uri="{FF2B5EF4-FFF2-40B4-BE49-F238E27FC236}">
                  <a16:creationId xmlns:a16="http://schemas.microsoft.com/office/drawing/2014/main" id="{986F0953-D9D5-2F1D-FC13-33396480446C}"/>
                </a:ext>
              </a:extLst>
            </p:cNvPr>
            <p:cNvSpPr txBox="1">
              <a:spLocks/>
            </p:cNvSpPr>
            <p:nvPr/>
          </p:nvSpPr>
          <p:spPr>
            <a:xfrm>
              <a:off x="7968690" y="2919469"/>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gpt-4.1</a:t>
              </a:r>
              <a:endParaRPr lang="en-US" dirty="0">
                <a:solidFill>
                  <a:srgbClr val="565A5C"/>
                </a:solidFill>
                <a:latin typeface="Calibri" panose="020F0502020204030204" pitchFamily="34" charset="0"/>
              </a:endParaRPr>
            </a:p>
          </p:txBody>
        </p:sp>
      </p:grpSp>
      <p:grpSp>
        <p:nvGrpSpPr>
          <p:cNvPr id="37" name="Group 36">
            <a:extLst>
              <a:ext uri="{FF2B5EF4-FFF2-40B4-BE49-F238E27FC236}">
                <a16:creationId xmlns:a16="http://schemas.microsoft.com/office/drawing/2014/main" id="{BFF0EE85-56F1-B758-9266-B3837955455B}"/>
              </a:ext>
            </a:extLst>
          </p:cNvPr>
          <p:cNvGrpSpPr/>
          <p:nvPr/>
        </p:nvGrpSpPr>
        <p:grpSpPr>
          <a:xfrm>
            <a:off x="554736" y="3590584"/>
            <a:ext cx="11082528" cy="246221"/>
            <a:chOff x="554736" y="3446995"/>
            <a:chExt cx="11082528" cy="246221"/>
          </a:xfrm>
        </p:grpSpPr>
        <p:sp>
          <p:nvSpPr>
            <p:cNvPr id="18" name="TextBox 17">
              <a:extLst>
                <a:ext uri="{FF2B5EF4-FFF2-40B4-BE49-F238E27FC236}">
                  <a16:creationId xmlns:a16="http://schemas.microsoft.com/office/drawing/2014/main" id="{C558904F-44C0-1AAD-82AF-6628B5B6CAA0}"/>
                </a:ext>
              </a:extLst>
            </p:cNvPr>
            <p:cNvSpPr txBox="1">
              <a:spLocks/>
            </p:cNvSpPr>
            <p:nvPr/>
          </p:nvSpPr>
          <p:spPr>
            <a:xfrm>
              <a:off x="554736" y="3446995"/>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temperature</a:t>
              </a:r>
              <a:endParaRPr lang="en-US" dirty="0">
                <a:solidFill>
                  <a:srgbClr val="565A5C"/>
                </a:solidFill>
                <a:latin typeface="Calibri" panose="020F0502020204030204" pitchFamily="34" charset="0"/>
              </a:endParaRPr>
            </a:p>
          </p:txBody>
        </p:sp>
        <p:sp>
          <p:nvSpPr>
            <p:cNvPr id="19" name="TextBox 18">
              <a:extLst>
                <a:ext uri="{FF2B5EF4-FFF2-40B4-BE49-F238E27FC236}">
                  <a16:creationId xmlns:a16="http://schemas.microsoft.com/office/drawing/2014/main" id="{FA947533-A298-2A70-E2EA-B0453755C842}"/>
                </a:ext>
              </a:extLst>
            </p:cNvPr>
            <p:cNvSpPr txBox="1">
              <a:spLocks/>
            </p:cNvSpPr>
            <p:nvPr/>
          </p:nvSpPr>
          <p:spPr>
            <a:xfrm>
              <a:off x="2104480" y="3446995"/>
              <a:ext cx="5578157"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Controls randomness vs determinism of responses.</a:t>
              </a:r>
              <a:endParaRPr lang="en-US" dirty="0">
                <a:solidFill>
                  <a:srgbClr val="565A5C"/>
                </a:solidFill>
                <a:latin typeface="Calibri" panose="020F0502020204030204" pitchFamily="34" charset="0"/>
              </a:endParaRPr>
            </a:p>
          </p:txBody>
        </p:sp>
        <p:sp>
          <p:nvSpPr>
            <p:cNvPr id="20" name="TextBox 19">
              <a:extLst>
                <a:ext uri="{FF2B5EF4-FFF2-40B4-BE49-F238E27FC236}">
                  <a16:creationId xmlns:a16="http://schemas.microsoft.com/office/drawing/2014/main" id="{3EA1D85E-9BE2-C9E2-C4C7-D56BD30E4BDE}"/>
                </a:ext>
              </a:extLst>
            </p:cNvPr>
            <p:cNvSpPr txBox="1">
              <a:spLocks/>
            </p:cNvSpPr>
            <p:nvPr/>
          </p:nvSpPr>
          <p:spPr>
            <a:xfrm>
              <a:off x="7968690" y="3446995"/>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0.2</a:t>
              </a:r>
              <a:endParaRPr lang="en-US" dirty="0">
                <a:solidFill>
                  <a:srgbClr val="565A5C"/>
                </a:solidFill>
                <a:latin typeface="Calibri" panose="020F0502020204030204" pitchFamily="34" charset="0"/>
              </a:endParaRPr>
            </a:p>
          </p:txBody>
        </p:sp>
      </p:grpSp>
      <p:grpSp>
        <p:nvGrpSpPr>
          <p:cNvPr id="38" name="Group 37">
            <a:extLst>
              <a:ext uri="{FF2B5EF4-FFF2-40B4-BE49-F238E27FC236}">
                <a16:creationId xmlns:a16="http://schemas.microsoft.com/office/drawing/2014/main" id="{5722140D-BEE6-EA83-4D3C-A3616EC89DEF}"/>
              </a:ext>
            </a:extLst>
          </p:cNvPr>
          <p:cNvGrpSpPr/>
          <p:nvPr/>
        </p:nvGrpSpPr>
        <p:grpSpPr>
          <a:xfrm>
            <a:off x="554736" y="4077073"/>
            <a:ext cx="11082528" cy="246221"/>
            <a:chOff x="554736" y="3974521"/>
            <a:chExt cx="11082528" cy="246221"/>
          </a:xfrm>
        </p:grpSpPr>
        <p:sp>
          <p:nvSpPr>
            <p:cNvPr id="21" name="TextBox 20">
              <a:extLst>
                <a:ext uri="{FF2B5EF4-FFF2-40B4-BE49-F238E27FC236}">
                  <a16:creationId xmlns:a16="http://schemas.microsoft.com/office/drawing/2014/main" id="{18BF7548-3EA0-F509-35D3-43B9AC0E969F}"/>
                </a:ext>
              </a:extLst>
            </p:cNvPr>
            <p:cNvSpPr txBox="1">
              <a:spLocks/>
            </p:cNvSpPr>
            <p:nvPr/>
          </p:nvSpPr>
          <p:spPr>
            <a:xfrm>
              <a:off x="554736" y="3974521"/>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instructions</a:t>
              </a:r>
              <a:endParaRPr lang="en-US" dirty="0">
                <a:solidFill>
                  <a:srgbClr val="565A5C"/>
                </a:solidFill>
                <a:latin typeface="Calibri" panose="020F0502020204030204" pitchFamily="34" charset="0"/>
              </a:endParaRPr>
            </a:p>
          </p:txBody>
        </p:sp>
        <p:sp>
          <p:nvSpPr>
            <p:cNvPr id="22" name="TextBox 21">
              <a:extLst>
                <a:ext uri="{FF2B5EF4-FFF2-40B4-BE49-F238E27FC236}">
                  <a16:creationId xmlns:a16="http://schemas.microsoft.com/office/drawing/2014/main" id="{AB471C7E-10C0-2399-8E79-9EE5349DA157}"/>
                </a:ext>
              </a:extLst>
            </p:cNvPr>
            <p:cNvSpPr txBox="1">
              <a:spLocks/>
            </p:cNvSpPr>
            <p:nvPr/>
          </p:nvSpPr>
          <p:spPr>
            <a:xfrm>
              <a:off x="2104480" y="3974521"/>
              <a:ext cx="5578157"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Defines the agent’s role, behavior, and task instructions.</a:t>
              </a:r>
              <a:endParaRPr lang="en-US" dirty="0">
                <a:solidFill>
                  <a:srgbClr val="565A5C"/>
                </a:solidFill>
                <a:latin typeface="Calibri" panose="020F0502020204030204" pitchFamily="34" charset="0"/>
              </a:endParaRPr>
            </a:p>
          </p:txBody>
        </p:sp>
        <p:sp>
          <p:nvSpPr>
            <p:cNvPr id="23" name="TextBox 22">
              <a:extLst>
                <a:ext uri="{FF2B5EF4-FFF2-40B4-BE49-F238E27FC236}">
                  <a16:creationId xmlns:a16="http://schemas.microsoft.com/office/drawing/2014/main" id="{18005EDA-FBAE-79EE-C4BE-CD5FC37DD539}"/>
                </a:ext>
              </a:extLst>
            </p:cNvPr>
            <p:cNvSpPr txBox="1">
              <a:spLocks/>
            </p:cNvSpPr>
            <p:nvPr/>
          </p:nvSpPr>
          <p:spPr>
            <a:xfrm>
              <a:off x="7968690" y="3974521"/>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"You are an investment research assistant..."</a:t>
              </a:r>
              <a:endParaRPr lang="en-US" dirty="0">
                <a:solidFill>
                  <a:srgbClr val="565A5C"/>
                </a:solidFill>
                <a:latin typeface="Calibri" panose="020F0502020204030204" pitchFamily="34" charset="0"/>
              </a:endParaRPr>
            </a:p>
          </p:txBody>
        </p:sp>
      </p:grpSp>
      <p:grpSp>
        <p:nvGrpSpPr>
          <p:cNvPr id="39" name="Group 38">
            <a:extLst>
              <a:ext uri="{FF2B5EF4-FFF2-40B4-BE49-F238E27FC236}">
                <a16:creationId xmlns:a16="http://schemas.microsoft.com/office/drawing/2014/main" id="{BBE53D20-CA36-2667-AD90-6B9F1BB17DCC}"/>
              </a:ext>
            </a:extLst>
          </p:cNvPr>
          <p:cNvGrpSpPr/>
          <p:nvPr/>
        </p:nvGrpSpPr>
        <p:grpSpPr>
          <a:xfrm>
            <a:off x="554736" y="4563562"/>
            <a:ext cx="11082528" cy="492443"/>
            <a:chOff x="554736" y="4502047"/>
            <a:chExt cx="11082528" cy="492443"/>
          </a:xfrm>
        </p:grpSpPr>
        <p:sp>
          <p:nvSpPr>
            <p:cNvPr id="24" name="TextBox 23">
              <a:extLst>
                <a:ext uri="{FF2B5EF4-FFF2-40B4-BE49-F238E27FC236}">
                  <a16:creationId xmlns:a16="http://schemas.microsoft.com/office/drawing/2014/main" id="{E4B48D90-547A-FB18-AF0C-4AE63C418802}"/>
                </a:ext>
              </a:extLst>
            </p:cNvPr>
            <p:cNvSpPr txBox="1">
              <a:spLocks/>
            </p:cNvSpPr>
            <p:nvPr/>
          </p:nvSpPr>
          <p:spPr>
            <a:xfrm>
              <a:off x="554736" y="4502047"/>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tools</a:t>
              </a:r>
              <a:endParaRPr lang="en-US" dirty="0">
                <a:solidFill>
                  <a:srgbClr val="565A5C"/>
                </a:solidFill>
                <a:latin typeface="Calibri" panose="020F0502020204030204" pitchFamily="34" charset="0"/>
              </a:endParaRPr>
            </a:p>
          </p:txBody>
        </p:sp>
        <p:sp>
          <p:nvSpPr>
            <p:cNvPr id="25" name="TextBox 24">
              <a:extLst>
                <a:ext uri="{FF2B5EF4-FFF2-40B4-BE49-F238E27FC236}">
                  <a16:creationId xmlns:a16="http://schemas.microsoft.com/office/drawing/2014/main" id="{E1F9A5EB-342A-4B68-6C6B-592E546AFA8C}"/>
                </a:ext>
              </a:extLst>
            </p:cNvPr>
            <p:cNvSpPr txBox="1">
              <a:spLocks/>
            </p:cNvSpPr>
            <p:nvPr/>
          </p:nvSpPr>
          <p:spPr>
            <a:xfrm>
              <a:off x="2104480" y="4502047"/>
              <a:ext cx="5578157" cy="492443"/>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Configures external tools/APIs the agent can call, including access and approval settings.</a:t>
              </a:r>
              <a:endParaRPr lang="en-US" dirty="0">
                <a:solidFill>
                  <a:srgbClr val="565A5C"/>
                </a:solidFill>
                <a:latin typeface="Calibri" panose="020F0502020204030204" pitchFamily="34" charset="0"/>
              </a:endParaRPr>
            </a:p>
          </p:txBody>
        </p:sp>
        <p:sp>
          <p:nvSpPr>
            <p:cNvPr id="26" name="TextBox 25">
              <a:extLst>
                <a:ext uri="{FF2B5EF4-FFF2-40B4-BE49-F238E27FC236}">
                  <a16:creationId xmlns:a16="http://schemas.microsoft.com/office/drawing/2014/main" id="{E9B85918-D280-3E86-1B72-52227E262B23}"/>
                </a:ext>
              </a:extLst>
            </p:cNvPr>
            <p:cNvSpPr txBox="1">
              <a:spLocks/>
            </p:cNvSpPr>
            <p:nvPr/>
          </p:nvSpPr>
          <p:spPr>
            <a:xfrm>
              <a:off x="7968690" y="4502047"/>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MCP server for SAP data</a:t>
              </a:r>
              <a:endParaRPr lang="en-US" dirty="0">
                <a:solidFill>
                  <a:srgbClr val="565A5C"/>
                </a:solidFill>
                <a:latin typeface="Calibri" panose="020F0502020204030204" pitchFamily="34" charset="0"/>
              </a:endParaRPr>
            </a:p>
          </p:txBody>
        </p:sp>
      </p:grpSp>
      <p:grpSp>
        <p:nvGrpSpPr>
          <p:cNvPr id="33" name="Group 32">
            <a:extLst>
              <a:ext uri="{FF2B5EF4-FFF2-40B4-BE49-F238E27FC236}">
                <a16:creationId xmlns:a16="http://schemas.microsoft.com/office/drawing/2014/main" id="{D6D8AC87-0604-3D31-ACDC-11C673635C13}"/>
              </a:ext>
            </a:extLst>
          </p:cNvPr>
          <p:cNvGrpSpPr/>
          <p:nvPr/>
        </p:nvGrpSpPr>
        <p:grpSpPr>
          <a:xfrm>
            <a:off x="554736" y="5296273"/>
            <a:ext cx="11082528" cy="492443"/>
            <a:chOff x="554736" y="5029573"/>
            <a:chExt cx="11082528" cy="492443"/>
          </a:xfrm>
        </p:grpSpPr>
        <p:sp>
          <p:nvSpPr>
            <p:cNvPr id="27" name="TextBox 26">
              <a:extLst>
                <a:ext uri="{FF2B5EF4-FFF2-40B4-BE49-F238E27FC236}">
                  <a16:creationId xmlns:a16="http://schemas.microsoft.com/office/drawing/2014/main" id="{2060D4B0-5968-DC06-6F84-8E646BEC816F}"/>
                </a:ext>
              </a:extLst>
            </p:cNvPr>
            <p:cNvSpPr txBox="1">
              <a:spLocks/>
            </p:cNvSpPr>
            <p:nvPr/>
          </p:nvSpPr>
          <p:spPr>
            <a:xfrm>
              <a:off x="554736" y="5029573"/>
              <a:ext cx="1263691"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text</a:t>
              </a:r>
              <a:endParaRPr lang="en-US" dirty="0">
                <a:solidFill>
                  <a:srgbClr val="565A5C"/>
                </a:solidFill>
                <a:latin typeface="Calibri" panose="020F0502020204030204" pitchFamily="34" charset="0"/>
              </a:endParaRPr>
            </a:p>
          </p:txBody>
        </p:sp>
        <p:sp>
          <p:nvSpPr>
            <p:cNvPr id="28" name="TextBox 27">
              <a:extLst>
                <a:ext uri="{FF2B5EF4-FFF2-40B4-BE49-F238E27FC236}">
                  <a16:creationId xmlns:a16="http://schemas.microsoft.com/office/drawing/2014/main" id="{1847CF7A-26B5-0944-30F2-1F636C6F7ACB}"/>
                </a:ext>
              </a:extLst>
            </p:cNvPr>
            <p:cNvSpPr txBox="1">
              <a:spLocks/>
            </p:cNvSpPr>
            <p:nvPr/>
          </p:nvSpPr>
          <p:spPr>
            <a:xfrm>
              <a:off x="2104480" y="5029573"/>
              <a:ext cx="5578157" cy="492443"/>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Defines the structured output format using a schema for consistent, machine-readable responses.</a:t>
              </a:r>
              <a:endParaRPr lang="en-US" dirty="0">
                <a:solidFill>
                  <a:srgbClr val="565A5C"/>
                </a:solidFill>
                <a:latin typeface="Calibri" panose="020F0502020204030204" pitchFamily="34" charset="0"/>
              </a:endParaRPr>
            </a:p>
          </p:txBody>
        </p:sp>
        <p:sp>
          <p:nvSpPr>
            <p:cNvPr id="29" name="TextBox 28">
              <a:extLst>
                <a:ext uri="{FF2B5EF4-FFF2-40B4-BE49-F238E27FC236}">
                  <a16:creationId xmlns:a16="http://schemas.microsoft.com/office/drawing/2014/main" id="{76E295F4-7CD0-E96B-467D-26150DADE62A}"/>
                </a:ext>
              </a:extLst>
            </p:cNvPr>
            <p:cNvSpPr txBox="1">
              <a:spLocks/>
            </p:cNvSpPr>
            <p:nvPr/>
          </p:nvSpPr>
          <p:spPr>
            <a:xfrm>
              <a:off x="7968690" y="5029573"/>
              <a:ext cx="3668574" cy="246221"/>
            </a:xfrm>
            <a:prstGeom prst="rect">
              <a:avLst/>
            </a:prstGeom>
            <a:noFill/>
            <a:ln w="12700" cmpd="sng">
              <a:solidFill>
                <a:srgbClr val="FFFFFF"/>
              </a:solidFill>
            </a:ln>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565A5C"/>
                  </a:solidFill>
                  <a:latin typeface="Calibri" panose="020F0502020204030204" pitchFamily="34" charset="0"/>
                </a:rPr>
                <a:t>JSON schema with defined fields</a:t>
              </a:r>
              <a:endParaRPr lang="en-US" dirty="0">
                <a:solidFill>
                  <a:srgbClr val="565A5C"/>
                </a:solidFill>
                <a:latin typeface="Calibri" panose="020F0502020204030204" pitchFamily="34" charset="0"/>
              </a:endParaRPr>
            </a:p>
          </p:txBody>
        </p:sp>
      </p:grpSp>
      <p:cxnSp>
        <p:nvCxnSpPr>
          <p:cNvPr id="40" name="GreyLineSeparatorStrong 23">
            <a:extLst>
              <a:ext uri="{FF2B5EF4-FFF2-40B4-BE49-F238E27FC236}">
                <a16:creationId xmlns:a16="http://schemas.microsoft.com/office/drawing/2014/main" id="{FAB43E71-9561-0AEB-48CB-92CF398781E7}"/>
              </a:ext>
            </a:extLst>
          </p:cNvPr>
          <p:cNvCxnSpPr>
            <a:cxnSpLocks/>
          </p:cNvCxnSpPr>
          <p:nvPr>
            <p:custDataLst>
              <p:tags r:id="rId2"/>
            </p:custDataLst>
          </p:nvPr>
        </p:nvCxnSpPr>
        <p:spPr>
          <a:xfrm>
            <a:off x="554736" y="2497472"/>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GreyLineSeparatorStrong 23">
            <a:extLst>
              <a:ext uri="{FF2B5EF4-FFF2-40B4-BE49-F238E27FC236}">
                <a16:creationId xmlns:a16="http://schemas.microsoft.com/office/drawing/2014/main" id="{9DDEF602-6405-085C-6A05-4653C4E2A41E}"/>
              </a:ext>
            </a:extLst>
          </p:cNvPr>
          <p:cNvCxnSpPr>
            <a:cxnSpLocks/>
          </p:cNvCxnSpPr>
          <p:nvPr>
            <p:custDataLst>
              <p:tags r:id="rId3"/>
            </p:custDataLst>
          </p:nvPr>
        </p:nvCxnSpPr>
        <p:spPr>
          <a:xfrm>
            <a:off x="554736" y="2983961"/>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GreyLineSeparatorStrong 23">
            <a:extLst>
              <a:ext uri="{FF2B5EF4-FFF2-40B4-BE49-F238E27FC236}">
                <a16:creationId xmlns:a16="http://schemas.microsoft.com/office/drawing/2014/main" id="{F8A26FF0-D1E7-B277-5B1F-8640D4210633}"/>
              </a:ext>
            </a:extLst>
          </p:cNvPr>
          <p:cNvCxnSpPr>
            <a:cxnSpLocks/>
          </p:cNvCxnSpPr>
          <p:nvPr>
            <p:custDataLst>
              <p:tags r:id="rId4"/>
            </p:custDataLst>
          </p:nvPr>
        </p:nvCxnSpPr>
        <p:spPr>
          <a:xfrm>
            <a:off x="554736" y="3470450"/>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GreyLineSeparatorStrong 23">
            <a:extLst>
              <a:ext uri="{FF2B5EF4-FFF2-40B4-BE49-F238E27FC236}">
                <a16:creationId xmlns:a16="http://schemas.microsoft.com/office/drawing/2014/main" id="{22367FA4-9D28-589C-F17D-20C1709703F3}"/>
              </a:ext>
            </a:extLst>
          </p:cNvPr>
          <p:cNvCxnSpPr>
            <a:cxnSpLocks/>
          </p:cNvCxnSpPr>
          <p:nvPr>
            <p:custDataLst>
              <p:tags r:id="rId5"/>
            </p:custDataLst>
          </p:nvPr>
        </p:nvCxnSpPr>
        <p:spPr>
          <a:xfrm>
            <a:off x="554736" y="395693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4" name="GreyLineSeparatorStrong 23">
            <a:extLst>
              <a:ext uri="{FF2B5EF4-FFF2-40B4-BE49-F238E27FC236}">
                <a16:creationId xmlns:a16="http://schemas.microsoft.com/office/drawing/2014/main" id="{CA887BF1-49A3-F05F-0E77-363E34E83F02}"/>
              </a:ext>
            </a:extLst>
          </p:cNvPr>
          <p:cNvCxnSpPr>
            <a:cxnSpLocks/>
          </p:cNvCxnSpPr>
          <p:nvPr>
            <p:custDataLst>
              <p:tags r:id="rId6"/>
            </p:custDataLst>
          </p:nvPr>
        </p:nvCxnSpPr>
        <p:spPr>
          <a:xfrm>
            <a:off x="554736" y="444342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GreyLineSeparatorStrong 23">
            <a:extLst>
              <a:ext uri="{FF2B5EF4-FFF2-40B4-BE49-F238E27FC236}">
                <a16:creationId xmlns:a16="http://schemas.microsoft.com/office/drawing/2014/main" id="{896D112B-AEA1-24EB-ACF2-5D44E2878485}"/>
              </a:ext>
            </a:extLst>
          </p:cNvPr>
          <p:cNvCxnSpPr>
            <a:cxnSpLocks/>
          </p:cNvCxnSpPr>
          <p:nvPr>
            <p:custDataLst>
              <p:tags r:id="rId7"/>
            </p:custDataLst>
          </p:nvPr>
        </p:nvCxnSpPr>
        <p:spPr>
          <a:xfrm>
            <a:off x="554736" y="517613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GreyLineSeparatorStrong 23">
            <a:extLst>
              <a:ext uri="{FF2B5EF4-FFF2-40B4-BE49-F238E27FC236}">
                <a16:creationId xmlns:a16="http://schemas.microsoft.com/office/drawing/2014/main" id="{2F4BFCD8-C61A-0878-98BC-3E940E87D7EE}"/>
              </a:ext>
            </a:extLst>
          </p:cNvPr>
          <p:cNvCxnSpPr>
            <a:cxnSpLocks/>
          </p:cNvCxnSpPr>
          <p:nvPr>
            <p:custDataLst>
              <p:tags r:id="rId8"/>
            </p:custDataLst>
          </p:nvPr>
        </p:nvCxnSpPr>
        <p:spPr>
          <a:xfrm>
            <a:off x="554736" y="2034540"/>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98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6BE0F-9E56-5EF5-FD97-99AC972EBB91}"/>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CE170CC-6804-4255-B063-E007913B5100}"/>
              </a:ext>
            </a:extLst>
          </p:cNvPr>
          <p:cNvGraphicFramePr>
            <a:graphicFrameLocks/>
          </p:cNvGraphicFramePr>
          <p:nvPr>
            <p:custDataLst>
              <p:tags r:id="rId1"/>
            </p:custDataLst>
            <p:extLst>
              <p:ext uri="{D42A27DB-BD31-4B8C-83A1-F6EECF244321}">
                <p14:modId xmlns:p14="http://schemas.microsoft.com/office/powerpoint/2010/main" val="37784072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8" imgW="7772400" imgH="10058400" progId="TCLayout.ActiveDocument.1">
                  <p:embed/>
                </p:oleObj>
              </mc:Choice>
              <mc:Fallback>
                <p:oleObj name="think-cell Slide" r:id="rId18" imgW="7772400" imgH="10058400" progId="TCLayout.ActiveDocument.1">
                  <p:embed/>
                  <p:pic>
                    <p:nvPicPr>
                      <p:cNvPr id="8" name="think-cell data - do not delete" hidden="1">
                        <a:extLst>
                          <a:ext uri="{FF2B5EF4-FFF2-40B4-BE49-F238E27FC236}">
                            <a16:creationId xmlns:a16="http://schemas.microsoft.com/office/drawing/2014/main" id="{FCE170CC-6804-4255-B063-E007913B5100}"/>
                          </a:ext>
                        </a:extLst>
                      </p:cNvPr>
                      <p:cNvPicPr/>
                      <p:nvPr/>
                    </p:nvPicPr>
                    <p:blipFill>
                      <a:blip r:embed="rId19"/>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D30A40E1-381A-1A92-BE74-C5DAFF6672EC}"/>
              </a:ext>
            </a:extLst>
          </p:cNvPr>
          <p:cNvSpPr>
            <a:spLocks noGrp="1"/>
          </p:cNvSpPr>
          <p:nvPr>
            <p:ph type="title"/>
          </p:nvPr>
        </p:nvSpPr>
        <p:spPr/>
        <p:txBody>
          <a:bodyPr vert="horz"/>
          <a:lstStyle/>
          <a:p>
            <a:r>
              <a:rPr lang="en-GB">
                <a:ea typeface="Calibri"/>
                <a:cs typeface="Calibri"/>
              </a:rPr>
              <a:t>CI/CD for Foundry Agents</a:t>
            </a:r>
            <a:endParaRPr lang="en-GB"/>
          </a:p>
        </p:txBody>
      </p:sp>
      <p:sp>
        <p:nvSpPr>
          <p:cNvPr id="84" name="Text Placeholder 83">
            <a:extLst>
              <a:ext uri="{FF2B5EF4-FFF2-40B4-BE49-F238E27FC236}">
                <a16:creationId xmlns:a16="http://schemas.microsoft.com/office/drawing/2014/main" id="{A3250FE2-21EC-BC20-BBED-B36754F5DBA2}"/>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A7E8E136-0856-BF7E-AE4B-1629D4E23792}"/>
              </a:ext>
            </a:extLst>
          </p:cNvPr>
          <p:cNvSpPr txBox="1"/>
          <p:nvPr/>
        </p:nvSpPr>
        <p:spPr>
          <a:xfrm>
            <a:off x="1386840" y="81534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31" name="TextBox 30">
            <a:extLst>
              <a:ext uri="{FF2B5EF4-FFF2-40B4-BE49-F238E27FC236}">
                <a16:creationId xmlns:a16="http://schemas.microsoft.com/office/drawing/2014/main" id="{FC0E8232-9C95-97E3-BED0-39E9A9723C98}"/>
              </a:ext>
            </a:extLst>
          </p:cNvPr>
          <p:cNvSpPr txBox="1">
            <a:spLocks/>
          </p:cNvSpPr>
          <p:nvPr/>
        </p:nvSpPr>
        <p:spPr>
          <a:xfrm>
            <a:off x="7292073" y="1320576"/>
            <a:ext cx="4239759"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Agent . Deployment to Azure AI foundry</a:t>
            </a:r>
          </a:p>
        </p:txBody>
      </p:sp>
      <p:sp>
        <p:nvSpPr>
          <p:cNvPr id="16" name="TextBox 15">
            <a:extLst>
              <a:ext uri="{FF2B5EF4-FFF2-40B4-BE49-F238E27FC236}">
                <a16:creationId xmlns:a16="http://schemas.microsoft.com/office/drawing/2014/main" id="{9214AB39-D763-14DF-5CAD-DA4B6FD7C78B}"/>
              </a:ext>
            </a:extLst>
          </p:cNvPr>
          <p:cNvSpPr txBox="1"/>
          <p:nvPr/>
        </p:nvSpPr>
        <p:spPr>
          <a:xfrm>
            <a:off x="7292073" y="1694378"/>
            <a:ext cx="3149709" cy="230832"/>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1. Package agent definitions resolve </a:t>
            </a:r>
            <a:r>
              <a:rPr lang="en-US" sz="1000" dirty="0" err="1"/>
              <a:t>semver</a:t>
            </a:r>
            <a:r>
              <a:rPr lang="en-US" sz="1000" dirty="0"/>
              <a:t> from </a:t>
            </a:r>
            <a:r>
              <a:rPr lang="en-US" sz="1000" dirty="0" err="1"/>
              <a:t>glt</a:t>
            </a:r>
            <a:r>
              <a:rPr lang="en-US" sz="1000" dirty="0"/>
              <a:t> tag</a:t>
            </a:r>
          </a:p>
        </p:txBody>
      </p:sp>
      <p:sp>
        <p:nvSpPr>
          <p:cNvPr id="17" name="TextBox 16">
            <a:extLst>
              <a:ext uri="{FF2B5EF4-FFF2-40B4-BE49-F238E27FC236}">
                <a16:creationId xmlns:a16="http://schemas.microsoft.com/office/drawing/2014/main" id="{1AF9745D-1C34-227A-7DC8-5C6D2E2ABFD6}"/>
              </a:ext>
            </a:extLst>
          </p:cNvPr>
          <p:cNvSpPr txBox="1"/>
          <p:nvPr/>
        </p:nvSpPr>
        <p:spPr>
          <a:xfrm>
            <a:off x="7292073" y="2128887"/>
            <a:ext cx="3149709" cy="230832"/>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2. Push artifact ACR - blob</a:t>
            </a:r>
          </a:p>
        </p:txBody>
      </p:sp>
      <p:sp>
        <p:nvSpPr>
          <p:cNvPr id="22" name="TextBox 21">
            <a:extLst>
              <a:ext uri="{FF2B5EF4-FFF2-40B4-BE49-F238E27FC236}">
                <a16:creationId xmlns:a16="http://schemas.microsoft.com/office/drawing/2014/main" id="{810FCBBA-B901-918E-065A-269565B59A06}"/>
              </a:ext>
            </a:extLst>
          </p:cNvPr>
          <p:cNvSpPr txBox="1"/>
          <p:nvPr/>
        </p:nvSpPr>
        <p:spPr>
          <a:xfrm>
            <a:off x="8230823" y="2563396"/>
            <a:ext cx="1272209" cy="764232"/>
          </a:xfrm>
          <a:prstGeom prst="diamond">
            <a:avLst/>
          </a:prstGeom>
          <a:solidFill>
            <a:schemeClr val="accent5">
              <a:lumMod val="20000"/>
              <a:lumOff val="80000"/>
            </a:schemeClr>
          </a:solidFill>
          <a:ln w="6350">
            <a:solidFill>
              <a:schemeClr val="accent5"/>
            </a:solidFill>
          </a:ln>
        </p:spPr>
        <p:txBody>
          <a:bodyPr vert="horz" wrap="square" lIns="38100" tIns="38100" rIns="38100" bIns="3810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3. Source branch</a:t>
            </a:r>
          </a:p>
        </p:txBody>
      </p:sp>
      <p:sp>
        <p:nvSpPr>
          <p:cNvPr id="23" name="TextBox 22">
            <a:extLst>
              <a:ext uri="{FF2B5EF4-FFF2-40B4-BE49-F238E27FC236}">
                <a16:creationId xmlns:a16="http://schemas.microsoft.com/office/drawing/2014/main" id="{09C0A31D-5B3B-19E1-84EE-8F6B726EDA85}"/>
              </a:ext>
            </a:extLst>
          </p:cNvPr>
          <p:cNvSpPr txBox="1"/>
          <p:nvPr/>
        </p:nvSpPr>
        <p:spPr>
          <a:xfrm>
            <a:off x="9416437" y="4010463"/>
            <a:ext cx="2115395" cy="282179"/>
          </a:xfrm>
          <a:prstGeom prst="hexagon">
            <a:avLst/>
          </a:prstGeom>
          <a:solidFill>
            <a:srgbClr val="FFD1D1"/>
          </a:solidFill>
          <a:ln w="6350">
            <a:solidFill>
              <a:srgbClr val="FF000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Manual approval gate</a:t>
            </a:r>
          </a:p>
        </p:txBody>
      </p:sp>
      <p:sp>
        <p:nvSpPr>
          <p:cNvPr id="24" name="TextBox 23">
            <a:extLst>
              <a:ext uri="{FF2B5EF4-FFF2-40B4-BE49-F238E27FC236}">
                <a16:creationId xmlns:a16="http://schemas.microsoft.com/office/drawing/2014/main" id="{BDA0FDD2-31F6-E43D-BBD0-5763F1251EBF}"/>
              </a:ext>
            </a:extLst>
          </p:cNvPr>
          <p:cNvSpPr txBox="1"/>
          <p:nvPr/>
        </p:nvSpPr>
        <p:spPr>
          <a:xfrm>
            <a:off x="7292073" y="4496319"/>
            <a:ext cx="3149709" cy="384721"/>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4. Deploy to foundry project dev branch </a:t>
            </a:r>
            <a:r>
              <a:rPr lang="en-US" sz="1000" dirty="0">
                <a:sym typeface="Wingdings" panose="05000000000000000000" pitchFamily="2" charset="2"/>
              </a:rPr>
              <a:t> dev project main/release  prod project</a:t>
            </a:r>
            <a:endParaRPr lang="en-US" sz="1000" dirty="0"/>
          </a:p>
        </p:txBody>
      </p:sp>
      <p:sp>
        <p:nvSpPr>
          <p:cNvPr id="25" name="TextBox 24">
            <a:extLst>
              <a:ext uri="{FF2B5EF4-FFF2-40B4-BE49-F238E27FC236}">
                <a16:creationId xmlns:a16="http://schemas.microsoft.com/office/drawing/2014/main" id="{B1CB4845-703F-FDE1-9E8C-B04D47F9CA12}"/>
              </a:ext>
            </a:extLst>
          </p:cNvPr>
          <p:cNvSpPr txBox="1"/>
          <p:nvPr/>
        </p:nvSpPr>
        <p:spPr>
          <a:xfrm>
            <a:off x="7292073" y="5084717"/>
            <a:ext cx="3149709" cy="384721"/>
          </a:xfrm>
          <a:prstGeom prst="rect">
            <a:avLst/>
          </a:prstGeom>
          <a:solidFill>
            <a:schemeClr val="accent3">
              <a:lumMod val="10000"/>
              <a:lumOff val="90000"/>
            </a:schemeClr>
          </a:solidFill>
          <a:ln w="6350">
            <a:solidFill>
              <a:schemeClr val="accent3"/>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Register agent version versioned entry in Foundry registry previous versions retained for rollback </a:t>
            </a:r>
          </a:p>
        </p:txBody>
      </p:sp>
      <p:sp>
        <p:nvSpPr>
          <p:cNvPr id="27" name="TextBox 26">
            <a:extLst>
              <a:ext uri="{FF2B5EF4-FFF2-40B4-BE49-F238E27FC236}">
                <a16:creationId xmlns:a16="http://schemas.microsoft.com/office/drawing/2014/main" id="{4F0F4778-E63E-D525-7255-CFBC1A7230D8}"/>
              </a:ext>
            </a:extLst>
          </p:cNvPr>
          <p:cNvSpPr txBox="1"/>
          <p:nvPr/>
        </p:nvSpPr>
        <p:spPr>
          <a:xfrm>
            <a:off x="7292073" y="5673112"/>
            <a:ext cx="3149709" cy="384721"/>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6. Post – deploy Verification smoke prompts • </a:t>
            </a:r>
            <a:r>
              <a:rPr lang="en-US" sz="1000" dirty="0" err="1"/>
              <a:t>Otel</a:t>
            </a:r>
            <a:r>
              <a:rPr lang="en-US" sz="1000" dirty="0"/>
              <a:t> signals </a:t>
            </a:r>
            <a:br>
              <a:rPr lang="en-US" sz="1000" dirty="0"/>
            </a:br>
            <a:r>
              <a:rPr lang="en-US" sz="1000" dirty="0"/>
              <a:t>+alerts armed • One click rollback</a:t>
            </a:r>
          </a:p>
        </p:txBody>
      </p:sp>
      <p:sp>
        <p:nvSpPr>
          <p:cNvPr id="28" name="TextBox 27">
            <a:extLst>
              <a:ext uri="{FF2B5EF4-FFF2-40B4-BE49-F238E27FC236}">
                <a16:creationId xmlns:a16="http://schemas.microsoft.com/office/drawing/2014/main" id="{167BA006-6EEF-C19E-6B4F-1CF1B47557AD}"/>
              </a:ext>
            </a:extLst>
          </p:cNvPr>
          <p:cNvSpPr txBox="1"/>
          <p:nvPr/>
        </p:nvSpPr>
        <p:spPr>
          <a:xfrm>
            <a:off x="9956679" y="3531305"/>
            <a:ext cx="1034912" cy="230832"/>
          </a:xfrm>
          <a:prstGeom prst="rect">
            <a:avLst/>
          </a:prstGeom>
          <a:solidFill>
            <a:schemeClr val="bg1">
              <a:lumMod val="95000"/>
            </a:schemeClr>
          </a:solidFill>
          <a:ln w="6350">
            <a:no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Main/release</a:t>
            </a:r>
          </a:p>
        </p:txBody>
      </p:sp>
      <p:cxnSp>
        <p:nvCxnSpPr>
          <p:cNvPr id="33" name="LineSpecialityArrow 33">
            <a:extLst>
              <a:ext uri="{FF2B5EF4-FFF2-40B4-BE49-F238E27FC236}">
                <a16:creationId xmlns:a16="http://schemas.microsoft.com/office/drawing/2014/main" id="{2771DEA2-AEDC-1DF2-7D54-C6018E15632C}"/>
              </a:ext>
            </a:extLst>
          </p:cNvPr>
          <p:cNvCxnSpPr>
            <a:cxnSpLocks/>
            <a:stCxn id="16" idx="2"/>
            <a:endCxn id="17" idx="0"/>
          </p:cNvCxnSpPr>
          <p:nvPr>
            <p:custDataLst>
              <p:tags r:id="rId2"/>
            </p:custDataLst>
          </p:nvPr>
        </p:nvCxnSpPr>
        <p:spPr>
          <a:xfrm>
            <a:off x="8866928" y="1925210"/>
            <a:ext cx="0" cy="203677"/>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LineSpecialityArrow 33">
            <a:extLst>
              <a:ext uri="{FF2B5EF4-FFF2-40B4-BE49-F238E27FC236}">
                <a16:creationId xmlns:a16="http://schemas.microsoft.com/office/drawing/2014/main" id="{35407A40-DB49-25E2-F271-66C451779CFC}"/>
              </a:ext>
            </a:extLst>
          </p:cNvPr>
          <p:cNvCxnSpPr>
            <a:cxnSpLocks/>
            <a:stCxn id="17" idx="2"/>
            <a:endCxn id="22" idx="0"/>
          </p:cNvCxnSpPr>
          <p:nvPr>
            <p:custDataLst>
              <p:tags r:id="rId3"/>
            </p:custDataLst>
          </p:nvPr>
        </p:nvCxnSpPr>
        <p:spPr>
          <a:xfrm>
            <a:off x="8866928" y="2359719"/>
            <a:ext cx="0" cy="203677"/>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LineSpecialityArrow 33">
            <a:extLst>
              <a:ext uri="{FF2B5EF4-FFF2-40B4-BE49-F238E27FC236}">
                <a16:creationId xmlns:a16="http://schemas.microsoft.com/office/drawing/2014/main" id="{1C1924E0-423C-96FB-E24B-08B9B59AC30D}"/>
              </a:ext>
            </a:extLst>
          </p:cNvPr>
          <p:cNvCxnSpPr>
            <a:cxnSpLocks/>
            <a:stCxn id="22" idx="2"/>
            <a:endCxn id="28" idx="0"/>
          </p:cNvCxnSpPr>
          <p:nvPr>
            <p:custDataLst>
              <p:tags r:id="rId4"/>
            </p:custDataLst>
          </p:nvPr>
        </p:nvCxnSpPr>
        <p:spPr>
          <a:xfrm rot="16200000" flipH="1">
            <a:off x="9568693" y="2625862"/>
            <a:ext cx="203677" cy="1607207"/>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LineSpecialityArrow 33">
            <a:extLst>
              <a:ext uri="{FF2B5EF4-FFF2-40B4-BE49-F238E27FC236}">
                <a16:creationId xmlns:a16="http://schemas.microsoft.com/office/drawing/2014/main" id="{0DD828C3-53C4-9DA9-C855-10FA975BD5F6}"/>
              </a:ext>
            </a:extLst>
          </p:cNvPr>
          <p:cNvCxnSpPr>
            <a:cxnSpLocks/>
            <a:stCxn id="50" idx="2"/>
            <a:endCxn id="24" idx="0"/>
          </p:cNvCxnSpPr>
          <p:nvPr>
            <p:custDataLst>
              <p:tags r:id="rId5"/>
            </p:custDataLst>
          </p:nvPr>
        </p:nvCxnSpPr>
        <p:spPr>
          <a:xfrm rot="5400000">
            <a:off x="9568693" y="3590877"/>
            <a:ext cx="203677" cy="1607206"/>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8BA7BBDF-5B55-52B3-5A94-B596560F4543}"/>
              </a:ext>
            </a:extLst>
          </p:cNvPr>
          <p:cNvSpPr/>
          <p:nvPr/>
        </p:nvSpPr>
        <p:spPr>
          <a:xfrm>
            <a:off x="10412857" y="4010463"/>
            <a:ext cx="122554" cy="282179"/>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cxnSp>
        <p:nvCxnSpPr>
          <p:cNvPr id="52" name="LineSpecialityArrow 33">
            <a:extLst>
              <a:ext uri="{FF2B5EF4-FFF2-40B4-BE49-F238E27FC236}">
                <a16:creationId xmlns:a16="http://schemas.microsoft.com/office/drawing/2014/main" id="{E8B4E685-922A-2BE7-1C3E-FED5F3C57D47}"/>
              </a:ext>
            </a:extLst>
          </p:cNvPr>
          <p:cNvCxnSpPr>
            <a:cxnSpLocks/>
            <a:stCxn id="24" idx="2"/>
            <a:endCxn id="25" idx="0"/>
          </p:cNvCxnSpPr>
          <p:nvPr>
            <p:custDataLst>
              <p:tags r:id="rId6"/>
            </p:custDataLst>
          </p:nvPr>
        </p:nvCxnSpPr>
        <p:spPr>
          <a:xfrm>
            <a:off x="8866928" y="4881040"/>
            <a:ext cx="0" cy="203677"/>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LineSpecialityArrow 33">
            <a:extLst>
              <a:ext uri="{FF2B5EF4-FFF2-40B4-BE49-F238E27FC236}">
                <a16:creationId xmlns:a16="http://schemas.microsoft.com/office/drawing/2014/main" id="{538B70B8-94DF-DAE1-F67D-96A30B9C5C96}"/>
              </a:ext>
            </a:extLst>
          </p:cNvPr>
          <p:cNvCxnSpPr>
            <a:cxnSpLocks/>
            <a:stCxn id="25" idx="2"/>
            <a:endCxn id="27" idx="0"/>
          </p:cNvCxnSpPr>
          <p:nvPr>
            <p:custDataLst>
              <p:tags r:id="rId7"/>
            </p:custDataLst>
          </p:nvPr>
        </p:nvCxnSpPr>
        <p:spPr>
          <a:xfrm>
            <a:off x="8866928" y="5469438"/>
            <a:ext cx="0" cy="2036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LineSpecialityArrow 33">
            <a:extLst>
              <a:ext uri="{FF2B5EF4-FFF2-40B4-BE49-F238E27FC236}">
                <a16:creationId xmlns:a16="http://schemas.microsoft.com/office/drawing/2014/main" id="{E6804EDC-CDDC-40A6-BA4A-A2F53FA1E0C9}"/>
              </a:ext>
            </a:extLst>
          </p:cNvPr>
          <p:cNvCxnSpPr>
            <a:cxnSpLocks/>
            <a:stCxn id="28" idx="2"/>
            <a:endCxn id="50" idx="0"/>
          </p:cNvCxnSpPr>
          <p:nvPr>
            <p:custDataLst>
              <p:tags r:id="rId8"/>
            </p:custDataLst>
          </p:nvPr>
        </p:nvCxnSpPr>
        <p:spPr>
          <a:xfrm flipH="1">
            <a:off x="10474134" y="3762137"/>
            <a:ext cx="1" cy="24832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B0DED88-7959-02D8-72B2-F578D1BD6EF2}"/>
              </a:ext>
            </a:extLst>
          </p:cNvPr>
          <p:cNvSpPr txBox="1"/>
          <p:nvPr/>
        </p:nvSpPr>
        <p:spPr>
          <a:xfrm>
            <a:off x="7636151" y="3770884"/>
            <a:ext cx="1034912" cy="230832"/>
          </a:xfrm>
          <a:prstGeom prst="rect">
            <a:avLst/>
          </a:prstGeom>
          <a:solidFill>
            <a:schemeClr val="bg1">
              <a:lumMod val="95000"/>
            </a:schemeClr>
          </a:solidFill>
          <a:ln w="6350">
            <a:no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Dev</a:t>
            </a:r>
          </a:p>
        </p:txBody>
      </p:sp>
      <p:cxnSp>
        <p:nvCxnSpPr>
          <p:cNvPr id="66" name="LineSpecialityArrow 33">
            <a:extLst>
              <a:ext uri="{FF2B5EF4-FFF2-40B4-BE49-F238E27FC236}">
                <a16:creationId xmlns:a16="http://schemas.microsoft.com/office/drawing/2014/main" id="{7CC466D1-C401-857C-9F35-0CC5A8514B94}"/>
              </a:ext>
            </a:extLst>
          </p:cNvPr>
          <p:cNvCxnSpPr>
            <a:cxnSpLocks/>
            <a:stCxn id="22" idx="2"/>
            <a:endCxn id="65" idx="0"/>
          </p:cNvCxnSpPr>
          <p:nvPr>
            <p:custDataLst>
              <p:tags r:id="rId9"/>
            </p:custDataLst>
          </p:nvPr>
        </p:nvCxnSpPr>
        <p:spPr>
          <a:xfrm rot="5400000">
            <a:off x="8288640" y="3192596"/>
            <a:ext cx="443256" cy="713321"/>
          </a:xfrm>
          <a:prstGeom prst="bentConnector3">
            <a:avLst>
              <a:gd name="adj1" fmla="val 50000"/>
            </a:avLst>
          </a:prstGeom>
          <a:ln w="6350" cap="flat">
            <a:solidFill>
              <a:schemeClr val="tx1"/>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70" name="LineSpecialityArrow 33">
            <a:extLst>
              <a:ext uri="{FF2B5EF4-FFF2-40B4-BE49-F238E27FC236}">
                <a16:creationId xmlns:a16="http://schemas.microsoft.com/office/drawing/2014/main" id="{7C4554CC-EF42-99A4-979B-22C993D342A5}"/>
              </a:ext>
            </a:extLst>
          </p:cNvPr>
          <p:cNvCxnSpPr>
            <a:cxnSpLocks/>
            <a:stCxn id="65" idx="2"/>
            <a:endCxn id="24" idx="0"/>
          </p:cNvCxnSpPr>
          <p:nvPr>
            <p:custDataLst>
              <p:tags r:id="rId10"/>
            </p:custDataLst>
          </p:nvPr>
        </p:nvCxnSpPr>
        <p:spPr>
          <a:xfrm rot="16200000" flipH="1">
            <a:off x="8262966" y="3892356"/>
            <a:ext cx="494603" cy="713321"/>
          </a:xfrm>
          <a:prstGeom prst="bentConnector3">
            <a:avLst>
              <a:gd name="adj1" fmla="val 78887"/>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5CFE1E72-FFCB-7D5B-BC5B-38EE98AB1BA2}"/>
              </a:ext>
            </a:extLst>
          </p:cNvPr>
          <p:cNvSpPr>
            <a:spLocks/>
          </p:cNvSpPr>
          <p:nvPr/>
        </p:nvSpPr>
        <p:spPr>
          <a:xfrm>
            <a:off x="7183937" y="1207770"/>
            <a:ext cx="4456030" cy="4962868"/>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07" name="Rectangle 106">
            <a:extLst>
              <a:ext uri="{FF2B5EF4-FFF2-40B4-BE49-F238E27FC236}">
                <a16:creationId xmlns:a16="http://schemas.microsoft.com/office/drawing/2014/main" id="{0AD442AD-0411-5B01-294A-9DFCEE9D2F22}"/>
              </a:ext>
            </a:extLst>
          </p:cNvPr>
          <p:cNvSpPr>
            <a:spLocks/>
          </p:cNvSpPr>
          <p:nvPr/>
        </p:nvSpPr>
        <p:spPr>
          <a:xfrm>
            <a:off x="3756216" y="1654640"/>
            <a:ext cx="2075290" cy="4069129"/>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7" name="TextBox 6">
            <a:extLst>
              <a:ext uri="{FF2B5EF4-FFF2-40B4-BE49-F238E27FC236}">
                <a16:creationId xmlns:a16="http://schemas.microsoft.com/office/drawing/2014/main" id="{524730D1-9E62-8B85-8DC2-51C247D06018}"/>
              </a:ext>
            </a:extLst>
          </p:cNvPr>
          <p:cNvSpPr txBox="1"/>
          <p:nvPr/>
        </p:nvSpPr>
        <p:spPr>
          <a:xfrm>
            <a:off x="3847266" y="2324808"/>
            <a:ext cx="1893190" cy="230832"/>
          </a:xfrm>
          <a:prstGeom prst="rect">
            <a:avLst/>
          </a:prstGeom>
          <a:solidFill>
            <a:srgbClr val="E5F8FF"/>
          </a:solidFill>
          <a:ln w="6350">
            <a:solidFill>
              <a:schemeClr val="accent2"/>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1. Source Checkout</a:t>
            </a:r>
          </a:p>
        </p:txBody>
      </p:sp>
      <p:sp>
        <p:nvSpPr>
          <p:cNvPr id="9" name="TextBox 8">
            <a:extLst>
              <a:ext uri="{FF2B5EF4-FFF2-40B4-BE49-F238E27FC236}">
                <a16:creationId xmlns:a16="http://schemas.microsoft.com/office/drawing/2014/main" id="{709113B6-366A-01E6-6789-92627774A05F}"/>
              </a:ext>
            </a:extLst>
          </p:cNvPr>
          <p:cNvSpPr txBox="1"/>
          <p:nvPr/>
        </p:nvSpPr>
        <p:spPr>
          <a:xfrm>
            <a:off x="3847266" y="2784302"/>
            <a:ext cx="1893190" cy="230832"/>
          </a:xfrm>
          <a:prstGeom prst="rect">
            <a:avLst/>
          </a:prstGeom>
          <a:solidFill>
            <a:srgbClr val="E5F8FF"/>
          </a:solidFill>
          <a:ln w="6350">
            <a:solidFill>
              <a:schemeClr val="accent2"/>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2. YAML Schema Validation</a:t>
            </a:r>
          </a:p>
        </p:txBody>
      </p:sp>
      <p:sp>
        <p:nvSpPr>
          <p:cNvPr id="11" name="TextBox 10">
            <a:extLst>
              <a:ext uri="{FF2B5EF4-FFF2-40B4-BE49-F238E27FC236}">
                <a16:creationId xmlns:a16="http://schemas.microsoft.com/office/drawing/2014/main" id="{D07E09AD-B10D-0D2B-6B24-2C2AD85A945B}"/>
              </a:ext>
            </a:extLst>
          </p:cNvPr>
          <p:cNvSpPr txBox="1"/>
          <p:nvPr/>
        </p:nvSpPr>
        <p:spPr>
          <a:xfrm>
            <a:off x="3847266" y="3243796"/>
            <a:ext cx="1893190" cy="384721"/>
          </a:xfrm>
          <a:prstGeom prst="rect">
            <a:avLst/>
          </a:prstGeom>
          <a:solidFill>
            <a:srgbClr val="E5F8FF"/>
          </a:solidFill>
          <a:ln w="6350">
            <a:solidFill>
              <a:schemeClr val="accent2"/>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3. Lint naming • Required fields • Model whitelist</a:t>
            </a:r>
          </a:p>
        </p:txBody>
      </p:sp>
      <p:sp>
        <p:nvSpPr>
          <p:cNvPr id="12" name="TextBox 11">
            <a:extLst>
              <a:ext uri="{FF2B5EF4-FFF2-40B4-BE49-F238E27FC236}">
                <a16:creationId xmlns:a16="http://schemas.microsoft.com/office/drawing/2014/main" id="{BBBACCAF-6BBB-D587-5F10-CE873A2BF4F2}"/>
              </a:ext>
            </a:extLst>
          </p:cNvPr>
          <p:cNvSpPr txBox="1"/>
          <p:nvPr/>
        </p:nvSpPr>
        <p:spPr>
          <a:xfrm>
            <a:off x="3847266" y="3857179"/>
            <a:ext cx="1893190" cy="384721"/>
          </a:xfrm>
          <a:prstGeom prst="rect">
            <a:avLst/>
          </a:prstGeom>
          <a:solidFill>
            <a:srgbClr val="E5F8FF"/>
          </a:solidFill>
          <a:ln w="6350">
            <a:solidFill>
              <a:schemeClr val="accent2"/>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4. Eval Tests golden prompts • Regression checks</a:t>
            </a:r>
          </a:p>
        </p:txBody>
      </p:sp>
      <p:sp>
        <p:nvSpPr>
          <p:cNvPr id="13" name="TextBox 12">
            <a:extLst>
              <a:ext uri="{FF2B5EF4-FFF2-40B4-BE49-F238E27FC236}">
                <a16:creationId xmlns:a16="http://schemas.microsoft.com/office/drawing/2014/main" id="{A89D8E0B-068A-BB5A-9B5D-246AC2FAF7C7}"/>
              </a:ext>
            </a:extLst>
          </p:cNvPr>
          <p:cNvSpPr txBox="1"/>
          <p:nvPr/>
        </p:nvSpPr>
        <p:spPr>
          <a:xfrm>
            <a:off x="3847266" y="4470562"/>
            <a:ext cx="1893190" cy="384721"/>
          </a:xfrm>
          <a:prstGeom prst="rect">
            <a:avLst/>
          </a:prstGeom>
          <a:solidFill>
            <a:srgbClr val="E5F8FF"/>
          </a:solidFill>
          <a:ln w="6350">
            <a:solidFill>
              <a:schemeClr val="accent2"/>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Security Scan secrets • Dependency audit</a:t>
            </a:r>
          </a:p>
        </p:txBody>
      </p:sp>
      <p:sp>
        <p:nvSpPr>
          <p:cNvPr id="14" name="TextBox 13">
            <a:extLst>
              <a:ext uri="{FF2B5EF4-FFF2-40B4-BE49-F238E27FC236}">
                <a16:creationId xmlns:a16="http://schemas.microsoft.com/office/drawing/2014/main" id="{760F9FEA-8217-020B-31ED-C74F102A76C4}"/>
              </a:ext>
            </a:extLst>
          </p:cNvPr>
          <p:cNvSpPr txBox="1"/>
          <p:nvPr/>
        </p:nvSpPr>
        <p:spPr>
          <a:xfrm>
            <a:off x="3847266" y="5083945"/>
            <a:ext cx="1893190" cy="485180"/>
          </a:xfrm>
          <a:prstGeom prst="hexagon">
            <a:avLst/>
          </a:prstGeom>
          <a:solidFill>
            <a:srgbClr val="FFD1D1"/>
          </a:solidFill>
          <a:ln w="6350">
            <a:solidFill>
              <a:srgbClr val="FF000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Security Scan secrets • Dependency audit</a:t>
            </a:r>
          </a:p>
        </p:txBody>
      </p:sp>
      <p:cxnSp>
        <p:nvCxnSpPr>
          <p:cNvPr id="86" name="LineSpecialityArrow 33">
            <a:extLst>
              <a:ext uri="{FF2B5EF4-FFF2-40B4-BE49-F238E27FC236}">
                <a16:creationId xmlns:a16="http://schemas.microsoft.com/office/drawing/2014/main" id="{01F68A1E-FE4C-B6B6-EC27-D7563B8CD189}"/>
              </a:ext>
            </a:extLst>
          </p:cNvPr>
          <p:cNvCxnSpPr>
            <a:cxnSpLocks/>
            <a:stCxn id="7" idx="2"/>
            <a:endCxn id="9" idx="0"/>
          </p:cNvCxnSpPr>
          <p:nvPr>
            <p:custDataLst>
              <p:tags r:id="rId11"/>
            </p:custDataLst>
          </p:nvPr>
        </p:nvCxnSpPr>
        <p:spPr>
          <a:xfrm>
            <a:off x="4793861" y="2555640"/>
            <a:ext cx="0" cy="228662"/>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LineSpecialityArrow 33">
            <a:extLst>
              <a:ext uri="{FF2B5EF4-FFF2-40B4-BE49-F238E27FC236}">
                <a16:creationId xmlns:a16="http://schemas.microsoft.com/office/drawing/2014/main" id="{52FFD6F3-B5F5-1675-388B-BB4A5410C5F8}"/>
              </a:ext>
            </a:extLst>
          </p:cNvPr>
          <p:cNvCxnSpPr>
            <a:cxnSpLocks/>
            <a:stCxn id="9" idx="2"/>
            <a:endCxn id="11" idx="0"/>
          </p:cNvCxnSpPr>
          <p:nvPr>
            <p:custDataLst>
              <p:tags r:id="rId12"/>
            </p:custDataLst>
          </p:nvPr>
        </p:nvCxnSpPr>
        <p:spPr>
          <a:xfrm>
            <a:off x="4793861" y="3015134"/>
            <a:ext cx="0" cy="228662"/>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LineSpecialityArrow 33">
            <a:extLst>
              <a:ext uri="{FF2B5EF4-FFF2-40B4-BE49-F238E27FC236}">
                <a16:creationId xmlns:a16="http://schemas.microsoft.com/office/drawing/2014/main" id="{9F24C70D-F30C-CD78-0DB0-A8970086C28A}"/>
              </a:ext>
            </a:extLst>
          </p:cNvPr>
          <p:cNvCxnSpPr>
            <a:cxnSpLocks/>
            <a:stCxn id="11" idx="2"/>
            <a:endCxn id="12" idx="0"/>
          </p:cNvCxnSpPr>
          <p:nvPr>
            <p:custDataLst>
              <p:tags r:id="rId13"/>
            </p:custDataLst>
          </p:nvPr>
        </p:nvCxnSpPr>
        <p:spPr>
          <a:xfrm>
            <a:off x="4793861" y="3628517"/>
            <a:ext cx="0" cy="228662"/>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LineSpecialityArrow 33">
            <a:extLst>
              <a:ext uri="{FF2B5EF4-FFF2-40B4-BE49-F238E27FC236}">
                <a16:creationId xmlns:a16="http://schemas.microsoft.com/office/drawing/2014/main" id="{7734692B-2E8B-2A9E-ED2F-9A533BBAB23D}"/>
              </a:ext>
            </a:extLst>
          </p:cNvPr>
          <p:cNvCxnSpPr>
            <a:cxnSpLocks/>
            <a:stCxn id="12" idx="2"/>
            <a:endCxn id="13" idx="0"/>
          </p:cNvCxnSpPr>
          <p:nvPr>
            <p:custDataLst>
              <p:tags r:id="rId14"/>
            </p:custDataLst>
          </p:nvPr>
        </p:nvCxnSpPr>
        <p:spPr>
          <a:xfrm>
            <a:off x="4793861" y="4241900"/>
            <a:ext cx="0" cy="228662"/>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LineSpecialityArrow 33">
            <a:extLst>
              <a:ext uri="{FF2B5EF4-FFF2-40B4-BE49-F238E27FC236}">
                <a16:creationId xmlns:a16="http://schemas.microsoft.com/office/drawing/2014/main" id="{EFBE6153-1C76-0DF2-DBD6-27CE9F0FC832}"/>
              </a:ext>
            </a:extLst>
          </p:cNvPr>
          <p:cNvCxnSpPr>
            <a:cxnSpLocks/>
            <a:stCxn id="13" idx="2"/>
            <a:endCxn id="104" idx="0"/>
          </p:cNvCxnSpPr>
          <p:nvPr>
            <p:custDataLst>
              <p:tags r:id="rId15"/>
            </p:custDataLst>
          </p:nvPr>
        </p:nvCxnSpPr>
        <p:spPr>
          <a:xfrm>
            <a:off x="4793861" y="4855283"/>
            <a:ext cx="0" cy="228663"/>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DB1F14CE-2CD6-D03E-7064-9FE6315E8DC1}"/>
              </a:ext>
            </a:extLst>
          </p:cNvPr>
          <p:cNvSpPr/>
          <p:nvPr/>
        </p:nvSpPr>
        <p:spPr>
          <a:xfrm>
            <a:off x="4732584" y="5083946"/>
            <a:ext cx="122554" cy="48518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08" name="TextBox 107">
            <a:extLst>
              <a:ext uri="{FF2B5EF4-FFF2-40B4-BE49-F238E27FC236}">
                <a16:creationId xmlns:a16="http://schemas.microsoft.com/office/drawing/2014/main" id="{F19C026C-ED43-D919-245E-93B2749D563A}"/>
              </a:ext>
            </a:extLst>
          </p:cNvPr>
          <p:cNvSpPr txBox="1">
            <a:spLocks/>
          </p:cNvSpPr>
          <p:nvPr/>
        </p:nvSpPr>
        <p:spPr>
          <a:xfrm>
            <a:off x="3847266" y="1809282"/>
            <a:ext cx="1893190"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Agent . PR Validation </a:t>
            </a:r>
            <a:br>
              <a:rPr lang="en-US" sz="1200" b="1" dirty="0"/>
            </a:br>
            <a:r>
              <a:rPr lang="en-US" sz="1200" b="1" dirty="0"/>
              <a:t>(every stage blocking)</a:t>
            </a:r>
          </a:p>
        </p:txBody>
      </p:sp>
      <p:cxnSp>
        <p:nvCxnSpPr>
          <p:cNvPr id="111" name="LineSpecialityArrow 33">
            <a:extLst>
              <a:ext uri="{FF2B5EF4-FFF2-40B4-BE49-F238E27FC236}">
                <a16:creationId xmlns:a16="http://schemas.microsoft.com/office/drawing/2014/main" id="{F507155E-A85E-E1C3-DD2A-C3DD53936AF4}"/>
              </a:ext>
            </a:extLst>
          </p:cNvPr>
          <p:cNvCxnSpPr>
            <a:cxnSpLocks/>
            <a:stCxn id="107" idx="3"/>
            <a:endCxn id="80" idx="1"/>
          </p:cNvCxnSpPr>
          <p:nvPr>
            <p:custDataLst>
              <p:tags r:id="rId16"/>
            </p:custDataLst>
          </p:nvPr>
        </p:nvCxnSpPr>
        <p:spPr>
          <a:xfrm flipV="1">
            <a:off x="5831506" y="3689204"/>
            <a:ext cx="1352431" cy="1"/>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97C654C8-C106-CEA8-546A-7A937ABC438F}"/>
              </a:ext>
            </a:extLst>
          </p:cNvPr>
          <p:cNvSpPr txBox="1"/>
          <p:nvPr/>
        </p:nvSpPr>
        <p:spPr>
          <a:xfrm>
            <a:off x="6108574" y="3749469"/>
            <a:ext cx="798295" cy="307777"/>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Merge triggers </a:t>
            </a:r>
            <a:br>
              <a:rPr lang="en-US" sz="1000" dirty="0"/>
            </a:br>
            <a:r>
              <a:rPr lang="en-US" sz="1000" dirty="0"/>
              <a:t>deploy</a:t>
            </a:r>
          </a:p>
        </p:txBody>
      </p:sp>
    </p:spTree>
    <p:extLst>
      <p:ext uri="{BB962C8B-B14F-4D97-AF65-F5344CB8AC3E}">
        <p14:creationId xmlns:p14="http://schemas.microsoft.com/office/powerpoint/2010/main" val="2709376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24E949E-7E21-D06D-14DC-2196C6C36E5C}"/>
              </a:ext>
            </a:extLst>
          </p:cNvPr>
          <p:cNvGraphicFramePr>
            <a:graphicFrameLocks/>
          </p:cNvGraphicFramePr>
          <p:nvPr>
            <p:custDataLst>
              <p:tags r:id="rId1"/>
            </p:custDataLst>
            <p:extLst>
              <p:ext uri="{D42A27DB-BD31-4B8C-83A1-F6EECF244321}">
                <p14:modId xmlns:p14="http://schemas.microsoft.com/office/powerpoint/2010/main" val="1526895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3" imgW="7772400" imgH="10058400" progId="TCLayout.ActiveDocument.1">
                  <p:embed/>
                </p:oleObj>
              </mc:Choice>
              <mc:Fallback>
                <p:oleObj name="think-cell Slide" r:id="rId13" imgW="7772400" imgH="10058400" progId="TCLayout.ActiveDocument.1">
                  <p:embed/>
                  <p:pic>
                    <p:nvPicPr>
                      <p:cNvPr id="6" name="think-cell data - do not delete" hidden="1">
                        <a:extLst>
                          <a:ext uri="{FF2B5EF4-FFF2-40B4-BE49-F238E27FC236}">
                            <a16:creationId xmlns:a16="http://schemas.microsoft.com/office/drawing/2014/main" id="{424E949E-7E21-D06D-14DC-2196C6C36E5C}"/>
                          </a:ext>
                        </a:extLst>
                      </p:cNvPr>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2E0FEAEE-1ED6-85F9-2FB2-FE6E7FEB9232}"/>
              </a:ext>
            </a:extLst>
          </p:cNvPr>
          <p:cNvSpPr>
            <a:spLocks noGrp="1"/>
          </p:cNvSpPr>
          <p:nvPr>
            <p:ph type="body" sz="quarter" idx="10"/>
          </p:nvPr>
        </p:nvSpPr>
        <p:spPr/>
        <p:txBody>
          <a:bodyPr/>
          <a:lstStyle/>
          <a:p>
            <a:endParaRPr lang="en-US"/>
          </a:p>
        </p:txBody>
      </p:sp>
      <p:sp>
        <p:nvSpPr>
          <p:cNvPr id="4" name="Title 3">
            <a:extLst>
              <a:ext uri="{FF2B5EF4-FFF2-40B4-BE49-F238E27FC236}">
                <a16:creationId xmlns:a16="http://schemas.microsoft.com/office/drawing/2014/main" id="{4EC6664E-C84B-D061-DB16-18128E6A4D3E}"/>
              </a:ext>
            </a:extLst>
          </p:cNvPr>
          <p:cNvSpPr>
            <a:spLocks noGrp="1"/>
          </p:cNvSpPr>
          <p:nvPr>
            <p:ph type="title"/>
          </p:nvPr>
        </p:nvSpPr>
        <p:spPr>
          <a:xfrm>
            <a:off x="554736" y="553362"/>
            <a:ext cx="11082528" cy="384721"/>
          </a:xfrm>
        </p:spPr>
        <p:txBody>
          <a:bodyPr vert="horz"/>
          <a:lstStyle/>
          <a:p>
            <a:r>
              <a:rPr lang="en-US"/>
              <a:t>Microsoft Agent Framework orchestrator overview</a:t>
            </a:r>
          </a:p>
        </p:txBody>
      </p:sp>
      <p:cxnSp>
        <p:nvCxnSpPr>
          <p:cNvPr id="34" name="Straight Connector 33">
            <a:extLst>
              <a:ext uri="{FF2B5EF4-FFF2-40B4-BE49-F238E27FC236}">
                <a16:creationId xmlns:a16="http://schemas.microsoft.com/office/drawing/2014/main" id="{DC4B3344-050D-C64B-3BF1-C147F359A21E}"/>
              </a:ext>
            </a:extLst>
          </p:cNvPr>
          <p:cNvCxnSpPr>
            <a:cxnSpLocks/>
          </p:cNvCxnSpPr>
          <p:nvPr>
            <p:custDataLst>
              <p:tags r:id="rId2"/>
            </p:custDataLst>
          </p:nvPr>
        </p:nvCxnSpPr>
        <p:spPr>
          <a:xfrm>
            <a:off x="6035040" y="3195092"/>
            <a:ext cx="560222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1D3CF04-5C6E-12A6-5244-3699D97B80E9}"/>
              </a:ext>
            </a:extLst>
          </p:cNvPr>
          <p:cNvCxnSpPr>
            <a:cxnSpLocks/>
          </p:cNvCxnSpPr>
          <p:nvPr>
            <p:custDataLst>
              <p:tags r:id="rId3"/>
            </p:custDataLst>
          </p:nvPr>
        </p:nvCxnSpPr>
        <p:spPr>
          <a:xfrm>
            <a:off x="6035040" y="4006782"/>
            <a:ext cx="560222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BADA372-7B41-CEC4-DA73-87555EBF324C}"/>
              </a:ext>
            </a:extLst>
          </p:cNvPr>
          <p:cNvCxnSpPr>
            <a:cxnSpLocks/>
          </p:cNvCxnSpPr>
          <p:nvPr>
            <p:custDataLst>
              <p:tags r:id="rId4"/>
            </p:custDataLst>
          </p:nvPr>
        </p:nvCxnSpPr>
        <p:spPr>
          <a:xfrm>
            <a:off x="6035040" y="5250460"/>
            <a:ext cx="560222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0B06155-3C11-D0C7-82FB-F215DD5A0984}"/>
              </a:ext>
            </a:extLst>
          </p:cNvPr>
          <p:cNvCxnSpPr>
            <a:cxnSpLocks/>
          </p:cNvCxnSpPr>
          <p:nvPr>
            <p:custDataLst>
              <p:tags r:id="rId5"/>
            </p:custDataLst>
          </p:nvPr>
        </p:nvCxnSpPr>
        <p:spPr>
          <a:xfrm>
            <a:off x="6035040" y="2165363"/>
            <a:ext cx="5602224"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3B3434F-8A11-C6A9-B7CA-1957EA8640F8}"/>
              </a:ext>
            </a:extLst>
          </p:cNvPr>
          <p:cNvSpPr txBox="1">
            <a:spLocks/>
          </p:cNvSpPr>
          <p:nvPr>
            <p:custDataLst>
              <p:tags r:id="rId6"/>
            </p:custDataLst>
          </p:nvPr>
        </p:nvSpPr>
        <p:spPr>
          <a:xfrm>
            <a:off x="6035040" y="1926173"/>
            <a:ext cx="1414887"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solidFill>
                  <a:schemeClr val="tx1">
                    <a:lumMod val="50000"/>
                  </a:schemeClr>
                </a:solidFill>
              </a:rPr>
              <a:t>Core component</a:t>
            </a:r>
          </a:p>
        </p:txBody>
      </p:sp>
      <p:sp>
        <p:nvSpPr>
          <p:cNvPr id="8" name="TextBox 7">
            <a:extLst>
              <a:ext uri="{FF2B5EF4-FFF2-40B4-BE49-F238E27FC236}">
                <a16:creationId xmlns:a16="http://schemas.microsoft.com/office/drawing/2014/main" id="{552F0DBB-5A90-429A-9D78-7E43F0425747}"/>
              </a:ext>
            </a:extLst>
          </p:cNvPr>
          <p:cNvSpPr txBox="1">
            <a:spLocks/>
          </p:cNvSpPr>
          <p:nvPr>
            <p:custDataLst>
              <p:tags r:id="rId7"/>
            </p:custDataLst>
          </p:nvPr>
        </p:nvSpPr>
        <p:spPr>
          <a:xfrm>
            <a:off x="7618071" y="1926173"/>
            <a:ext cx="4019193" cy="215444"/>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solidFill>
                  <a:schemeClr val="tx1">
                    <a:lumMod val="50000"/>
                  </a:schemeClr>
                </a:solidFill>
              </a:rPr>
              <a:t>Details</a:t>
            </a:r>
          </a:p>
        </p:txBody>
      </p:sp>
      <p:grpSp>
        <p:nvGrpSpPr>
          <p:cNvPr id="19" name="Group 18">
            <a:extLst>
              <a:ext uri="{FF2B5EF4-FFF2-40B4-BE49-F238E27FC236}">
                <a16:creationId xmlns:a16="http://schemas.microsoft.com/office/drawing/2014/main" id="{F5E77534-95CA-5884-839C-F1A6CFA9A6E4}"/>
              </a:ext>
            </a:extLst>
          </p:cNvPr>
          <p:cNvGrpSpPr/>
          <p:nvPr/>
        </p:nvGrpSpPr>
        <p:grpSpPr>
          <a:xfrm>
            <a:off x="6035040" y="2220961"/>
            <a:ext cx="5602224" cy="738664"/>
            <a:chOff x="6035040" y="2220961"/>
            <a:chExt cx="5602224" cy="738664"/>
          </a:xfrm>
        </p:grpSpPr>
        <p:sp>
          <p:nvSpPr>
            <p:cNvPr id="24" name="TextBox 23">
              <a:extLst>
                <a:ext uri="{FF2B5EF4-FFF2-40B4-BE49-F238E27FC236}">
                  <a16:creationId xmlns:a16="http://schemas.microsoft.com/office/drawing/2014/main" id="{DD236E37-F9A3-B2EA-C44B-178B6233EC93}"/>
                </a:ext>
              </a:extLst>
            </p:cNvPr>
            <p:cNvSpPr txBox="1">
              <a:spLocks/>
            </p:cNvSpPr>
            <p:nvPr>
              <p:custDataLst>
                <p:tags r:id="rId11"/>
              </p:custDataLst>
            </p:nvPr>
          </p:nvSpPr>
          <p:spPr>
            <a:xfrm>
              <a:off x="6035040" y="2220961"/>
              <a:ext cx="1414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1. Orchestrator</a:t>
              </a:r>
            </a:p>
          </p:txBody>
        </p:sp>
        <p:sp>
          <p:nvSpPr>
            <p:cNvPr id="10" name="TextBox 9">
              <a:extLst>
                <a:ext uri="{FF2B5EF4-FFF2-40B4-BE49-F238E27FC236}">
                  <a16:creationId xmlns:a16="http://schemas.microsoft.com/office/drawing/2014/main" id="{1D4F7B00-2AD2-4C13-F768-A11A02082224}"/>
                </a:ext>
              </a:extLst>
            </p:cNvPr>
            <p:cNvSpPr txBox="1">
              <a:spLocks/>
            </p:cNvSpPr>
            <p:nvPr/>
          </p:nvSpPr>
          <p:spPr>
            <a:xfrm>
              <a:off x="7618071" y="2220961"/>
              <a:ext cx="4019193" cy="73866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Agent Framework SDK provides a pro-code, production-grade foundation for building flexible multi-agent orchestration patterns, from deterministic pipelines to autonomous group collaboration.</a:t>
              </a:r>
            </a:p>
          </p:txBody>
        </p:sp>
      </p:grpSp>
      <p:grpSp>
        <p:nvGrpSpPr>
          <p:cNvPr id="20" name="Group 19">
            <a:extLst>
              <a:ext uri="{FF2B5EF4-FFF2-40B4-BE49-F238E27FC236}">
                <a16:creationId xmlns:a16="http://schemas.microsoft.com/office/drawing/2014/main" id="{9822C393-BEC4-6773-E36D-E5A3A474B8D0}"/>
              </a:ext>
            </a:extLst>
          </p:cNvPr>
          <p:cNvGrpSpPr/>
          <p:nvPr/>
        </p:nvGrpSpPr>
        <p:grpSpPr>
          <a:xfrm>
            <a:off x="6035040" y="3401983"/>
            <a:ext cx="5602224" cy="369332"/>
            <a:chOff x="6035040" y="3967326"/>
            <a:chExt cx="5602224" cy="369332"/>
          </a:xfrm>
        </p:grpSpPr>
        <p:sp>
          <p:nvSpPr>
            <p:cNvPr id="25" name="TextBox 24">
              <a:extLst>
                <a:ext uri="{FF2B5EF4-FFF2-40B4-BE49-F238E27FC236}">
                  <a16:creationId xmlns:a16="http://schemas.microsoft.com/office/drawing/2014/main" id="{0C0A0E4D-D077-9716-C764-557630E83AF6}"/>
                </a:ext>
              </a:extLst>
            </p:cNvPr>
            <p:cNvSpPr txBox="1">
              <a:spLocks/>
            </p:cNvSpPr>
            <p:nvPr>
              <p:custDataLst>
                <p:tags r:id="rId10"/>
              </p:custDataLst>
            </p:nvPr>
          </p:nvSpPr>
          <p:spPr>
            <a:xfrm>
              <a:off x="6035040" y="3967326"/>
              <a:ext cx="1414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2. Single agent</a:t>
              </a:r>
            </a:p>
          </p:txBody>
        </p:sp>
        <p:sp>
          <p:nvSpPr>
            <p:cNvPr id="12" name="TextBox 11">
              <a:extLst>
                <a:ext uri="{FF2B5EF4-FFF2-40B4-BE49-F238E27FC236}">
                  <a16:creationId xmlns:a16="http://schemas.microsoft.com/office/drawing/2014/main" id="{2530164A-FD84-C899-DC2B-8D076BDA029D}"/>
                </a:ext>
              </a:extLst>
            </p:cNvPr>
            <p:cNvSpPr txBox="1">
              <a:spLocks/>
            </p:cNvSpPr>
            <p:nvPr/>
          </p:nvSpPr>
          <p:spPr>
            <a:xfrm>
              <a:off x="7618071" y="3967326"/>
              <a:ext cx="4019193" cy="36933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Foundry agent in Agent Framework SDK initiates a run via .run() which is the single unified call across all agent types</a:t>
              </a:r>
            </a:p>
          </p:txBody>
        </p:sp>
      </p:grpSp>
      <p:grpSp>
        <p:nvGrpSpPr>
          <p:cNvPr id="37" name="Group 36">
            <a:extLst>
              <a:ext uri="{FF2B5EF4-FFF2-40B4-BE49-F238E27FC236}">
                <a16:creationId xmlns:a16="http://schemas.microsoft.com/office/drawing/2014/main" id="{D8D557C2-B269-75A8-C96C-CB21872ED4E1}"/>
              </a:ext>
            </a:extLst>
          </p:cNvPr>
          <p:cNvGrpSpPr/>
          <p:nvPr/>
        </p:nvGrpSpPr>
        <p:grpSpPr>
          <a:xfrm>
            <a:off x="6035040" y="4213673"/>
            <a:ext cx="5602224" cy="815608"/>
            <a:chOff x="6035040" y="4836622"/>
            <a:chExt cx="5602224" cy="815608"/>
          </a:xfrm>
        </p:grpSpPr>
        <p:sp>
          <p:nvSpPr>
            <p:cNvPr id="26" name="TextBox 25">
              <a:extLst>
                <a:ext uri="{FF2B5EF4-FFF2-40B4-BE49-F238E27FC236}">
                  <a16:creationId xmlns:a16="http://schemas.microsoft.com/office/drawing/2014/main" id="{9A3CFC7E-D936-AD61-7062-0868CD3EECE2}"/>
                </a:ext>
              </a:extLst>
            </p:cNvPr>
            <p:cNvSpPr txBox="1">
              <a:spLocks/>
            </p:cNvSpPr>
            <p:nvPr>
              <p:custDataLst>
                <p:tags r:id="rId9"/>
              </p:custDataLst>
            </p:nvPr>
          </p:nvSpPr>
          <p:spPr>
            <a:xfrm>
              <a:off x="6035040" y="4836622"/>
              <a:ext cx="1414887"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3. Sequential workflow</a:t>
              </a:r>
            </a:p>
          </p:txBody>
        </p:sp>
        <p:sp>
          <p:nvSpPr>
            <p:cNvPr id="14" name="TextBox 13">
              <a:extLst>
                <a:ext uri="{FF2B5EF4-FFF2-40B4-BE49-F238E27FC236}">
                  <a16:creationId xmlns:a16="http://schemas.microsoft.com/office/drawing/2014/main" id="{9FFF933E-2185-AE9C-E6CF-372D334C461C}"/>
                </a:ext>
              </a:extLst>
            </p:cNvPr>
            <p:cNvSpPr txBox="1">
              <a:spLocks/>
            </p:cNvSpPr>
            <p:nvPr/>
          </p:nvSpPr>
          <p:spPr>
            <a:xfrm>
              <a:off x="7618071" y="4836622"/>
              <a:ext cx="4019193" cy="81560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Simple workflow: </a:t>
              </a:r>
              <a:r>
                <a:rPr lang="en-US" sz="1200" dirty="0" err="1"/>
                <a:t>SequentialBuilder</a:t>
              </a:r>
              <a:r>
                <a:rPr lang="en-US" sz="1200" dirty="0"/>
                <a:t> </a:t>
              </a:r>
            </a:p>
            <a:p>
              <a:r>
                <a:rPr lang="en-US" sz="1200" dirty="0"/>
                <a:t>Complex workflow: </a:t>
              </a:r>
              <a:r>
                <a:rPr lang="en-US" sz="1200" dirty="0" err="1"/>
                <a:t>WorkflowBuilder</a:t>
              </a:r>
              <a:r>
                <a:rPr lang="en-US" sz="1200" dirty="0"/>
                <a:t> (graph API) handles complex topologies, such as conditional routing, fan-out, and fan-in by declaring typed executors and edges explicitly</a:t>
              </a:r>
            </a:p>
          </p:txBody>
        </p:sp>
      </p:grpSp>
      <p:grpSp>
        <p:nvGrpSpPr>
          <p:cNvPr id="38" name="Group 37">
            <a:extLst>
              <a:ext uri="{FF2B5EF4-FFF2-40B4-BE49-F238E27FC236}">
                <a16:creationId xmlns:a16="http://schemas.microsoft.com/office/drawing/2014/main" id="{B9014EF7-8D42-02A6-A107-A8109FF90CB6}"/>
              </a:ext>
            </a:extLst>
          </p:cNvPr>
          <p:cNvGrpSpPr>
            <a:grpSpLocks/>
          </p:cNvGrpSpPr>
          <p:nvPr/>
        </p:nvGrpSpPr>
        <p:grpSpPr>
          <a:xfrm>
            <a:off x="6035040" y="5471636"/>
            <a:ext cx="5602224" cy="738664"/>
            <a:chOff x="6035040" y="6203987"/>
            <a:chExt cx="5602224" cy="738664"/>
          </a:xfrm>
        </p:grpSpPr>
        <p:sp>
          <p:nvSpPr>
            <p:cNvPr id="27" name="TextBox 26">
              <a:extLst>
                <a:ext uri="{FF2B5EF4-FFF2-40B4-BE49-F238E27FC236}">
                  <a16:creationId xmlns:a16="http://schemas.microsoft.com/office/drawing/2014/main" id="{02B8E3AD-0E24-5A58-6CFE-4457430AF1CF}"/>
                </a:ext>
              </a:extLst>
            </p:cNvPr>
            <p:cNvSpPr txBox="1">
              <a:spLocks/>
            </p:cNvSpPr>
            <p:nvPr>
              <p:custDataLst>
                <p:tags r:id="rId8"/>
              </p:custDataLst>
            </p:nvPr>
          </p:nvSpPr>
          <p:spPr>
            <a:xfrm>
              <a:off x="6035040" y="6203987"/>
              <a:ext cx="1414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4. Group chat</a:t>
              </a:r>
            </a:p>
          </p:txBody>
        </p:sp>
        <p:sp>
          <p:nvSpPr>
            <p:cNvPr id="16" name="TextBox 15">
              <a:extLst>
                <a:ext uri="{FF2B5EF4-FFF2-40B4-BE49-F238E27FC236}">
                  <a16:creationId xmlns:a16="http://schemas.microsoft.com/office/drawing/2014/main" id="{24E16A0E-8AFA-E4F8-8566-294E7970609A}"/>
                </a:ext>
              </a:extLst>
            </p:cNvPr>
            <p:cNvSpPr txBox="1">
              <a:spLocks/>
            </p:cNvSpPr>
            <p:nvPr/>
          </p:nvSpPr>
          <p:spPr>
            <a:xfrm>
              <a:off x="7618071" y="6203987"/>
              <a:ext cx="4019193" cy="73866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err="1"/>
                <a:t>GroupChatBuilder</a:t>
              </a:r>
              <a:r>
                <a:rPr lang="en-US" sz="1200" dirty="0"/>
                <a:t>(participants=[</a:t>
              </a:r>
              <a:r>
                <a:rPr lang="en-US" sz="1200" dirty="0" err="1"/>
                <a:t>agent_a</a:t>
              </a:r>
              <a:r>
                <a:rPr lang="en-US" sz="1200" dirty="0"/>
                <a:t>, </a:t>
              </a:r>
              <a:r>
                <a:rPr lang="en-US" sz="1200" dirty="0" err="1"/>
                <a:t>agent_b</a:t>
              </a:r>
              <a:r>
                <a:rPr lang="en-US" sz="1200" dirty="0"/>
                <a:t>, </a:t>
              </a:r>
              <a:r>
                <a:rPr lang="en-US" sz="1200" dirty="0" err="1"/>
                <a:t>agent_c</a:t>
              </a:r>
              <a:r>
                <a:rPr lang="en-US" sz="1200" dirty="0"/>
                <a:t>], </a:t>
              </a:r>
              <a:r>
                <a:rPr lang="en-US" sz="1200" dirty="0" err="1"/>
                <a:t>max_rounds</a:t>
              </a:r>
              <a:r>
                <a:rPr lang="en-US" sz="1200" dirty="0"/>
                <a:t>=10).build() runs all agents in a shared conversation where each sees the others' outputs and a built-in selector decides who speaks next</a:t>
              </a:r>
            </a:p>
          </p:txBody>
        </p:sp>
      </p:grpSp>
      <p:grpSp>
        <p:nvGrpSpPr>
          <p:cNvPr id="123" name="Group 122">
            <a:extLst>
              <a:ext uri="{FF2B5EF4-FFF2-40B4-BE49-F238E27FC236}">
                <a16:creationId xmlns:a16="http://schemas.microsoft.com/office/drawing/2014/main" id="{4F846889-FA5D-E75D-0170-CD4035B7DD1A}"/>
              </a:ext>
            </a:extLst>
          </p:cNvPr>
          <p:cNvGrpSpPr/>
          <p:nvPr/>
        </p:nvGrpSpPr>
        <p:grpSpPr>
          <a:xfrm>
            <a:off x="554735" y="2171700"/>
            <a:ext cx="5173583" cy="3136770"/>
            <a:chOff x="554735" y="2171700"/>
            <a:chExt cx="5173583" cy="3136770"/>
          </a:xfrm>
        </p:grpSpPr>
        <p:sp>
          <p:nvSpPr>
            <p:cNvPr id="41" name="Rectangle 40">
              <a:extLst>
                <a:ext uri="{FF2B5EF4-FFF2-40B4-BE49-F238E27FC236}">
                  <a16:creationId xmlns:a16="http://schemas.microsoft.com/office/drawing/2014/main" id="{1D636536-0D44-9638-D472-F4B18DD071E5}"/>
                </a:ext>
              </a:extLst>
            </p:cNvPr>
            <p:cNvSpPr/>
            <p:nvPr/>
          </p:nvSpPr>
          <p:spPr>
            <a:xfrm>
              <a:off x="1301750" y="2171700"/>
              <a:ext cx="4394199" cy="1997557"/>
            </a:xfrm>
            <a:prstGeom prst="rect">
              <a:avLst/>
            </a:prstGeom>
            <a:solidFill>
              <a:schemeClr val="accent3">
                <a:lumMod val="10000"/>
                <a:lumOff val="90000"/>
                <a:alpha val="3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b="1" dirty="0">
                <a:solidFill>
                  <a:schemeClr val="tx1">
                    <a:lumMod val="50000"/>
                  </a:schemeClr>
                </a:solidFill>
              </a:endParaRPr>
            </a:p>
          </p:txBody>
        </p:sp>
        <p:sp>
          <p:nvSpPr>
            <p:cNvPr id="44" name="TextBox 43">
              <a:extLst>
                <a:ext uri="{FF2B5EF4-FFF2-40B4-BE49-F238E27FC236}">
                  <a16:creationId xmlns:a16="http://schemas.microsoft.com/office/drawing/2014/main" id="{7B248C88-36DA-1104-D042-899BDB11BBBB}"/>
                </a:ext>
              </a:extLst>
            </p:cNvPr>
            <p:cNvSpPr txBox="1"/>
            <p:nvPr/>
          </p:nvSpPr>
          <p:spPr>
            <a:xfrm>
              <a:off x="1385411" y="2206515"/>
              <a:ext cx="4259738" cy="215444"/>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mn-cs"/>
                </a:rPr>
                <a:t>Agent Orchestration Layer</a:t>
              </a:r>
            </a:p>
          </p:txBody>
        </p:sp>
        <p:pic>
          <p:nvPicPr>
            <p:cNvPr id="51" name="Picture 50">
              <a:extLst>
                <a:ext uri="{FF2B5EF4-FFF2-40B4-BE49-F238E27FC236}">
                  <a16:creationId xmlns:a16="http://schemas.microsoft.com/office/drawing/2014/main" id="{C0D4C035-A282-6086-F896-8DF994336978}"/>
                </a:ext>
              </a:extLst>
            </p:cNvPr>
            <p:cNvPicPr>
              <a:picLocks noChangeAspect="1"/>
            </p:cNvPicPr>
            <p:nvPr/>
          </p:nvPicPr>
          <p:blipFill>
            <a:blip r:embed="rId15">
              <a:clrChange>
                <a:clrFrom>
                  <a:srgbClr val="E3E8FB"/>
                </a:clrFrom>
                <a:clrTo>
                  <a:srgbClr val="E3E8FB">
                    <a:alpha val="0"/>
                  </a:srgbClr>
                </a:clrTo>
              </a:clrChange>
            </a:blip>
            <a:srcRect l="61809" t="45416" r="36061" b="50618"/>
            <a:stretch>
              <a:fillRect/>
            </a:stretch>
          </p:blipFill>
          <p:spPr>
            <a:xfrm>
              <a:off x="1614646" y="2839128"/>
              <a:ext cx="226219" cy="233758"/>
            </a:xfrm>
            <a:prstGeom prst="rect">
              <a:avLst/>
            </a:prstGeom>
          </p:spPr>
        </p:pic>
        <p:sp>
          <p:nvSpPr>
            <p:cNvPr id="52" name="TextBox 51">
              <a:extLst>
                <a:ext uri="{FF2B5EF4-FFF2-40B4-BE49-F238E27FC236}">
                  <a16:creationId xmlns:a16="http://schemas.microsoft.com/office/drawing/2014/main" id="{1CA42DCE-BF80-AEF3-BDF0-888BF3545B23}"/>
                </a:ext>
              </a:extLst>
            </p:cNvPr>
            <p:cNvSpPr txBox="1"/>
            <p:nvPr/>
          </p:nvSpPr>
          <p:spPr>
            <a:xfrm>
              <a:off x="554735" y="2709786"/>
              <a:ext cx="516827" cy="492443"/>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Orch-</a:t>
              </a:r>
              <a:r>
                <a:rPr lang="en-US" sz="800" dirty="0" err="1">
                  <a:cs typeface="+mn-cs"/>
                </a:rPr>
                <a:t>estration</a:t>
              </a:r>
              <a:r>
                <a:rPr lang="en-US" sz="800" dirty="0">
                  <a:cs typeface="+mn-cs"/>
                </a:rPr>
                <a:t> through function</a:t>
              </a:r>
            </a:p>
          </p:txBody>
        </p:sp>
        <p:grpSp>
          <p:nvGrpSpPr>
            <p:cNvPr id="62" name="Group 61">
              <a:extLst>
                <a:ext uri="{FF2B5EF4-FFF2-40B4-BE49-F238E27FC236}">
                  <a16:creationId xmlns:a16="http://schemas.microsoft.com/office/drawing/2014/main" id="{FA800B91-1B0A-0D49-08D3-45B53CB799C6}"/>
                </a:ext>
              </a:extLst>
            </p:cNvPr>
            <p:cNvGrpSpPr/>
            <p:nvPr/>
          </p:nvGrpSpPr>
          <p:grpSpPr>
            <a:xfrm>
              <a:off x="2993008" y="3423172"/>
              <a:ext cx="677831" cy="516596"/>
              <a:chOff x="2993008" y="3423172"/>
              <a:chExt cx="677831" cy="516596"/>
            </a:xfrm>
          </p:grpSpPr>
          <p:pic>
            <p:nvPicPr>
              <p:cNvPr id="48" name="Picture 47">
                <a:extLst>
                  <a:ext uri="{FF2B5EF4-FFF2-40B4-BE49-F238E27FC236}">
                    <a16:creationId xmlns:a16="http://schemas.microsoft.com/office/drawing/2014/main" id="{88B13595-C5B2-8D32-5A2D-44C53B8B46DE}"/>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3148567" y="3423172"/>
                <a:ext cx="366713" cy="366713"/>
              </a:xfrm>
              <a:prstGeom prst="rect">
                <a:avLst/>
              </a:prstGeom>
            </p:spPr>
          </p:pic>
          <p:sp>
            <p:nvSpPr>
              <p:cNvPr id="54" name="TextBox 53">
                <a:extLst>
                  <a:ext uri="{FF2B5EF4-FFF2-40B4-BE49-F238E27FC236}">
                    <a16:creationId xmlns:a16="http://schemas.microsoft.com/office/drawing/2014/main" id="{A1F7A83B-3F17-60AC-CCE8-D921ADC01844}"/>
                  </a:ext>
                </a:extLst>
              </p:cNvPr>
              <p:cNvSpPr txBox="1"/>
              <p:nvPr/>
            </p:nvSpPr>
            <p:spPr>
              <a:xfrm>
                <a:off x="2993008" y="3816657"/>
                <a:ext cx="677831" cy="123111"/>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Workflow</a:t>
                </a:r>
              </a:p>
            </p:txBody>
          </p:sp>
        </p:grpSp>
        <p:pic>
          <p:nvPicPr>
            <p:cNvPr id="46" name="Picture 45">
              <a:extLst>
                <a:ext uri="{FF2B5EF4-FFF2-40B4-BE49-F238E27FC236}">
                  <a16:creationId xmlns:a16="http://schemas.microsoft.com/office/drawing/2014/main" id="{199EBF72-0F8E-46EA-A918-246C35B7D48A}"/>
                </a:ext>
              </a:extLst>
            </p:cNvPr>
            <p:cNvPicPr>
              <a:picLocks noChangeAspect="1"/>
            </p:cNvPicPr>
            <p:nvPr/>
          </p:nvPicPr>
          <p:blipFill>
            <a:blip r:embed="rId15">
              <a:clrChange>
                <a:clrFrom>
                  <a:srgbClr val="E5ECFF"/>
                </a:clrFrom>
                <a:clrTo>
                  <a:srgbClr val="E5ECFF">
                    <a:alpha val="0"/>
                  </a:srgbClr>
                </a:clrTo>
              </a:clrChange>
            </a:blip>
            <a:srcRect l="68856" t="45549" r="29077" b="50751"/>
            <a:stretch>
              <a:fillRect/>
            </a:stretch>
          </p:blipFill>
          <p:spPr>
            <a:xfrm>
              <a:off x="4666303" y="2986828"/>
              <a:ext cx="219565" cy="218031"/>
            </a:xfrm>
            <a:prstGeom prst="rect">
              <a:avLst/>
            </a:prstGeom>
          </p:spPr>
        </p:pic>
        <p:sp>
          <p:nvSpPr>
            <p:cNvPr id="55" name="TextBox 54">
              <a:extLst>
                <a:ext uri="{FF2B5EF4-FFF2-40B4-BE49-F238E27FC236}">
                  <a16:creationId xmlns:a16="http://schemas.microsoft.com/office/drawing/2014/main" id="{50A54931-59BD-70DF-C8CF-EC85C61257A8}"/>
                </a:ext>
              </a:extLst>
            </p:cNvPr>
            <p:cNvSpPr txBox="1"/>
            <p:nvPr/>
          </p:nvSpPr>
          <p:spPr>
            <a:xfrm>
              <a:off x="4529319" y="3284173"/>
              <a:ext cx="493532" cy="246221"/>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HITL Request</a:t>
              </a:r>
            </a:p>
          </p:txBody>
        </p:sp>
        <p:cxnSp>
          <p:nvCxnSpPr>
            <p:cNvPr id="57" name="Straight Connector 78">
              <a:extLst>
                <a:ext uri="{FF2B5EF4-FFF2-40B4-BE49-F238E27FC236}">
                  <a16:creationId xmlns:a16="http://schemas.microsoft.com/office/drawing/2014/main" id="{831117DF-1F43-BDF1-B999-53D7DFA5071F}"/>
                </a:ext>
              </a:extLst>
            </p:cNvPr>
            <p:cNvCxnSpPr>
              <a:cxnSpLocks/>
              <a:stCxn id="52" idx="3"/>
              <a:endCxn id="51" idx="1"/>
            </p:cNvCxnSpPr>
            <p:nvPr/>
          </p:nvCxnSpPr>
          <p:spPr>
            <a:xfrm flipV="1">
              <a:off x="1071562" y="2956007"/>
              <a:ext cx="543084" cy="1"/>
            </a:xfrm>
            <a:prstGeom prst="straightConnector1">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077F7EC-5CCE-453D-CBC1-0B87FED865B3}"/>
                </a:ext>
              </a:extLst>
            </p:cNvPr>
            <p:cNvSpPr txBox="1"/>
            <p:nvPr/>
          </p:nvSpPr>
          <p:spPr>
            <a:xfrm>
              <a:off x="2158152" y="2586674"/>
              <a:ext cx="1937597" cy="123111"/>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User action trigger workflow resume</a:t>
              </a:r>
            </a:p>
          </p:txBody>
        </p:sp>
        <p:cxnSp>
          <p:nvCxnSpPr>
            <p:cNvPr id="69" name="Straight Connector 78">
              <a:extLst>
                <a:ext uri="{FF2B5EF4-FFF2-40B4-BE49-F238E27FC236}">
                  <a16:creationId xmlns:a16="http://schemas.microsoft.com/office/drawing/2014/main" id="{151E44A5-2609-87B2-2E98-E31AE43CCCE6}"/>
                </a:ext>
              </a:extLst>
            </p:cNvPr>
            <p:cNvCxnSpPr>
              <a:cxnSpLocks/>
              <a:stCxn id="67" idx="1"/>
              <a:endCxn id="51" idx="0"/>
            </p:cNvCxnSpPr>
            <p:nvPr/>
          </p:nvCxnSpPr>
          <p:spPr>
            <a:xfrm rot="10800000" flipV="1">
              <a:off x="1727756" y="2648230"/>
              <a:ext cx="430396" cy="190898"/>
            </a:xfrm>
            <a:prstGeom prst="bentConnector2">
              <a:avLst/>
            </a:prstGeom>
            <a:ln w="6350" cap="flat">
              <a:solidFill>
                <a:srgbClr val="92D05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78">
              <a:extLst>
                <a:ext uri="{FF2B5EF4-FFF2-40B4-BE49-F238E27FC236}">
                  <a16:creationId xmlns:a16="http://schemas.microsoft.com/office/drawing/2014/main" id="{8425896B-C34A-B4F2-117A-811849FEB9D0}"/>
                </a:ext>
              </a:extLst>
            </p:cNvPr>
            <p:cNvCxnSpPr>
              <a:cxnSpLocks/>
            </p:cNvCxnSpPr>
            <p:nvPr/>
          </p:nvCxnSpPr>
          <p:spPr>
            <a:xfrm>
              <a:off x="3371078" y="2725174"/>
              <a:ext cx="0" cy="697998"/>
            </a:xfrm>
            <a:prstGeom prst="straightConnector1">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8">
              <a:extLst>
                <a:ext uri="{FF2B5EF4-FFF2-40B4-BE49-F238E27FC236}">
                  <a16:creationId xmlns:a16="http://schemas.microsoft.com/office/drawing/2014/main" id="{6D4A3795-C68C-E30C-AE5C-E0D285C697F5}"/>
                </a:ext>
              </a:extLst>
            </p:cNvPr>
            <p:cNvCxnSpPr>
              <a:cxnSpLocks/>
              <a:endCxn id="48" idx="0"/>
            </p:cNvCxnSpPr>
            <p:nvPr/>
          </p:nvCxnSpPr>
          <p:spPr>
            <a:xfrm>
              <a:off x="1859931" y="2956008"/>
              <a:ext cx="1419306" cy="467164"/>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0" name="Straight Connector 78">
              <a:extLst>
                <a:ext uri="{FF2B5EF4-FFF2-40B4-BE49-F238E27FC236}">
                  <a16:creationId xmlns:a16="http://schemas.microsoft.com/office/drawing/2014/main" id="{E6C59698-A0A8-7B45-0E65-09768F88C5DC}"/>
                </a:ext>
              </a:extLst>
            </p:cNvPr>
            <p:cNvCxnSpPr>
              <a:cxnSpLocks/>
              <a:endCxn id="46" idx="0"/>
            </p:cNvCxnSpPr>
            <p:nvPr/>
          </p:nvCxnSpPr>
          <p:spPr>
            <a:xfrm rot="10800000" flipV="1">
              <a:off x="4776087" y="2808180"/>
              <a:ext cx="448873" cy="178647"/>
            </a:xfrm>
            <a:prstGeom prst="bentConnector2">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78">
              <a:extLst>
                <a:ext uri="{FF2B5EF4-FFF2-40B4-BE49-F238E27FC236}">
                  <a16:creationId xmlns:a16="http://schemas.microsoft.com/office/drawing/2014/main" id="{75B62466-A922-03FA-6509-01F9F3D3EAA6}"/>
                </a:ext>
              </a:extLst>
            </p:cNvPr>
            <p:cNvCxnSpPr>
              <a:cxnSpLocks/>
              <a:endCxn id="46" idx="3"/>
            </p:cNvCxnSpPr>
            <p:nvPr/>
          </p:nvCxnSpPr>
          <p:spPr>
            <a:xfrm rot="16200000" flipV="1">
              <a:off x="4159418" y="3822295"/>
              <a:ext cx="1904849" cy="451947"/>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8">
              <a:extLst>
                <a:ext uri="{FF2B5EF4-FFF2-40B4-BE49-F238E27FC236}">
                  <a16:creationId xmlns:a16="http://schemas.microsoft.com/office/drawing/2014/main" id="{CD7712BE-9490-3F55-4C54-C3E416F1D247}"/>
                </a:ext>
              </a:extLst>
            </p:cNvPr>
            <p:cNvCxnSpPr>
              <a:cxnSpLocks/>
              <a:stCxn id="46" idx="1"/>
              <a:endCxn id="48" idx="3"/>
            </p:cNvCxnSpPr>
            <p:nvPr/>
          </p:nvCxnSpPr>
          <p:spPr>
            <a:xfrm rot="10800000" flipV="1">
              <a:off x="3515281" y="3095845"/>
              <a:ext cx="1151023" cy="415663"/>
            </a:xfrm>
            <a:prstGeom prst="bentConnector3">
              <a:avLst>
                <a:gd name="adj1" fmla="val 50000"/>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C1141349-E65E-99EE-DF5A-1025779CF5E9}"/>
                </a:ext>
              </a:extLst>
            </p:cNvPr>
            <p:cNvGrpSpPr/>
            <p:nvPr/>
          </p:nvGrpSpPr>
          <p:grpSpPr>
            <a:xfrm>
              <a:off x="3487657" y="3599373"/>
              <a:ext cx="2055893" cy="1455205"/>
              <a:chOff x="3487657" y="3599373"/>
              <a:chExt cx="1535195" cy="1455205"/>
            </a:xfrm>
          </p:grpSpPr>
          <p:cxnSp>
            <p:nvCxnSpPr>
              <p:cNvPr id="114" name="Straight Connector 78">
                <a:extLst>
                  <a:ext uri="{FF2B5EF4-FFF2-40B4-BE49-F238E27FC236}">
                    <a16:creationId xmlns:a16="http://schemas.microsoft.com/office/drawing/2014/main" id="{184F7DBF-A026-424F-136C-15BDE9E3C550}"/>
                  </a:ext>
                </a:extLst>
              </p:cNvPr>
              <p:cNvCxnSpPr>
                <a:cxnSpLocks/>
              </p:cNvCxnSpPr>
              <p:nvPr/>
            </p:nvCxnSpPr>
            <p:spPr>
              <a:xfrm>
                <a:off x="3487657" y="3748278"/>
                <a:ext cx="367585" cy="1306300"/>
              </a:xfrm>
              <a:prstGeom prst="bentConnector2">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78">
                <a:extLst>
                  <a:ext uri="{FF2B5EF4-FFF2-40B4-BE49-F238E27FC236}">
                    <a16:creationId xmlns:a16="http://schemas.microsoft.com/office/drawing/2014/main" id="{771C5E45-8485-ECFA-234C-7EC94A3F3662}"/>
                  </a:ext>
                </a:extLst>
              </p:cNvPr>
              <p:cNvCxnSpPr>
                <a:cxnSpLocks/>
              </p:cNvCxnSpPr>
              <p:nvPr/>
            </p:nvCxnSpPr>
            <p:spPr>
              <a:xfrm rot="10800000">
                <a:off x="3515281" y="3599373"/>
                <a:ext cx="1507571" cy="1429908"/>
              </a:xfrm>
              <a:prstGeom prst="bentConnector3">
                <a:avLst>
                  <a:gd name="adj1" fmla="val 52211"/>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78">
                <a:extLst>
                  <a:ext uri="{FF2B5EF4-FFF2-40B4-BE49-F238E27FC236}">
                    <a16:creationId xmlns:a16="http://schemas.microsoft.com/office/drawing/2014/main" id="{87C95741-5A19-A5DC-EEB7-80360E796FF9}"/>
                  </a:ext>
                </a:extLst>
              </p:cNvPr>
              <p:cNvCxnSpPr>
                <a:cxnSpLocks/>
              </p:cNvCxnSpPr>
              <p:nvPr/>
            </p:nvCxnSpPr>
            <p:spPr>
              <a:xfrm>
                <a:off x="3515280" y="3694393"/>
                <a:ext cx="523320" cy="1306300"/>
              </a:xfrm>
              <a:prstGeom prst="bentConnector2">
                <a:avLst/>
              </a:prstGeom>
              <a:ln w="6350" cap="flat">
                <a:solidFill>
                  <a:srgbClr val="92D050"/>
                </a:solidFill>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99" name="Straight Connector 78">
              <a:extLst>
                <a:ext uri="{FF2B5EF4-FFF2-40B4-BE49-F238E27FC236}">
                  <a16:creationId xmlns:a16="http://schemas.microsoft.com/office/drawing/2014/main" id="{091D7313-9F85-8DD9-4A1E-3A5408E90169}"/>
                </a:ext>
              </a:extLst>
            </p:cNvPr>
            <p:cNvCxnSpPr>
              <a:cxnSpLocks/>
              <a:endCxn id="48" idx="1"/>
            </p:cNvCxnSpPr>
            <p:nvPr/>
          </p:nvCxnSpPr>
          <p:spPr>
            <a:xfrm rot="5400000" flipH="1" flipV="1">
              <a:off x="2149447" y="4001573"/>
              <a:ext cx="1394164" cy="604076"/>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3" name="Straight Connector 78">
              <a:extLst>
                <a:ext uri="{FF2B5EF4-FFF2-40B4-BE49-F238E27FC236}">
                  <a16:creationId xmlns:a16="http://schemas.microsoft.com/office/drawing/2014/main" id="{B66CB177-E62F-D0A8-72C2-20264CE96A27}"/>
                </a:ext>
              </a:extLst>
            </p:cNvPr>
            <p:cNvCxnSpPr>
              <a:cxnSpLocks/>
            </p:cNvCxnSpPr>
            <p:nvPr/>
          </p:nvCxnSpPr>
          <p:spPr>
            <a:xfrm rot="5400000">
              <a:off x="1755492" y="3607615"/>
              <a:ext cx="1472353" cy="1313802"/>
            </a:xfrm>
            <a:prstGeom prst="bentConnector3">
              <a:avLst>
                <a:gd name="adj1" fmla="val -298"/>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29934FE-2ED4-D8A1-5604-3897274364A4}"/>
                </a:ext>
              </a:extLst>
            </p:cNvPr>
            <p:cNvSpPr txBox="1"/>
            <p:nvPr/>
          </p:nvSpPr>
          <p:spPr>
            <a:xfrm>
              <a:off x="1388840" y="3145673"/>
              <a:ext cx="677831" cy="369332"/>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Microsoft  Agentic Framework</a:t>
              </a:r>
            </a:p>
          </p:txBody>
        </p:sp>
        <p:sp>
          <p:nvSpPr>
            <p:cNvPr id="109" name="TextBox 108">
              <a:extLst>
                <a:ext uri="{FF2B5EF4-FFF2-40B4-BE49-F238E27FC236}">
                  <a16:creationId xmlns:a16="http://schemas.microsoft.com/office/drawing/2014/main" id="{52DE5C93-2F06-0706-A926-2D6B33B51292}"/>
                </a:ext>
              </a:extLst>
            </p:cNvPr>
            <p:cNvSpPr txBox="1"/>
            <p:nvPr/>
          </p:nvSpPr>
          <p:spPr>
            <a:xfrm>
              <a:off x="5263960" y="2613058"/>
              <a:ext cx="381189" cy="369332"/>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Update the job status</a:t>
              </a:r>
            </a:p>
          </p:txBody>
        </p:sp>
        <p:sp>
          <p:nvSpPr>
            <p:cNvPr id="110" name="TextBox 109">
              <a:extLst>
                <a:ext uri="{FF2B5EF4-FFF2-40B4-BE49-F238E27FC236}">
                  <a16:creationId xmlns:a16="http://schemas.microsoft.com/office/drawing/2014/main" id="{803796C7-A545-57B0-2A98-2DB04DD635B5}"/>
                </a:ext>
              </a:extLst>
            </p:cNvPr>
            <p:cNvSpPr txBox="1"/>
            <p:nvPr/>
          </p:nvSpPr>
          <p:spPr>
            <a:xfrm>
              <a:off x="3480839" y="3058072"/>
              <a:ext cx="1103163" cy="246221"/>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Pauses the workflow until user provides feedback</a:t>
              </a:r>
            </a:p>
          </p:txBody>
        </p:sp>
        <p:sp>
          <p:nvSpPr>
            <p:cNvPr id="111" name="TextBox 110">
              <a:extLst>
                <a:ext uri="{FF2B5EF4-FFF2-40B4-BE49-F238E27FC236}">
                  <a16:creationId xmlns:a16="http://schemas.microsoft.com/office/drawing/2014/main" id="{C037139C-029E-A6D0-8DA0-EA0654508D1E}"/>
                </a:ext>
              </a:extLst>
            </p:cNvPr>
            <p:cNvSpPr txBox="1"/>
            <p:nvPr/>
          </p:nvSpPr>
          <p:spPr>
            <a:xfrm>
              <a:off x="4915595" y="4523419"/>
              <a:ext cx="812723" cy="123111"/>
            </a:xfrm>
            <a:prstGeom prst="rect">
              <a:avLst/>
            </a:prstGeom>
            <a:solidFill>
              <a:schemeClr val="bg1"/>
            </a:solidFill>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Agent request HLTL</a:t>
              </a:r>
            </a:p>
          </p:txBody>
        </p:sp>
        <p:sp>
          <p:nvSpPr>
            <p:cNvPr id="112" name="TextBox 111">
              <a:extLst>
                <a:ext uri="{FF2B5EF4-FFF2-40B4-BE49-F238E27FC236}">
                  <a16:creationId xmlns:a16="http://schemas.microsoft.com/office/drawing/2014/main" id="{6EAF7489-998F-7F68-88A2-37CE210E1049}"/>
                </a:ext>
              </a:extLst>
            </p:cNvPr>
            <p:cNvSpPr txBox="1"/>
            <p:nvPr/>
          </p:nvSpPr>
          <p:spPr>
            <a:xfrm>
              <a:off x="4527736" y="4213673"/>
              <a:ext cx="321317" cy="369332"/>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cs typeface="+mn-cs"/>
                </a:rPr>
                <a:t>Final agent result</a:t>
              </a:r>
            </a:p>
          </p:txBody>
        </p:sp>
        <p:sp>
          <p:nvSpPr>
            <p:cNvPr id="113" name="TextBox 112">
              <a:extLst>
                <a:ext uri="{FF2B5EF4-FFF2-40B4-BE49-F238E27FC236}">
                  <a16:creationId xmlns:a16="http://schemas.microsoft.com/office/drawing/2014/main" id="{CF5230D9-AF04-FF6C-0AA9-69967E4A4FB8}"/>
                </a:ext>
              </a:extLst>
            </p:cNvPr>
            <p:cNvSpPr txBox="1"/>
            <p:nvPr/>
          </p:nvSpPr>
          <p:spPr>
            <a:xfrm>
              <a:off x="4009643" y="4460740"/>
              <a:ext cx="444965" cy="492443"/>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Sends the new payload to the agent</a:t>
              </a:r>
            </a:p>
          </p:txBody>
        </p:sp>
        <p:sp>
          <p:nvSpPr>
            <p:cNvPr id="119" name="TextBox 118">
              <a:extLst>
                <a:ext uri="{FF2B5EF4-FFF2-40B4-BE49-F238E27FC236}">
                  <a16:creationId xmlns:a16="http://schemas.microsoft.com/office/drawing/2014/main" id="{7275F8E4-9BAD-17EB-3DD4-9073F6FB692B}"/>
                </a:ext>
              </a:extLst>
            </p:cNvPr>
            <p:cNvSpPr txBox="1"/>
            <p:nvPr/>
          </p:nvSpPr>
          <p:spPr>
            <a:xfrm>
              <a:off x="3583584" y="4275228"/>
              <a:ext cx="371851" cy="246221"/>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r>
                <a:rPr lang="en-US" sz="800" dirty="0">
                  <a:cs typeface="+mn-cs"/>
                </a:rPr>
                <a:t>Agent B receives </a:t>
              </a:r>
            </a:p>
          </p:txBody>
        </p:sp>
        <p:sp>
          <p:nvSpPr>
            <p:cNvPr id="121" name="TextBox 120">
              <a:extLst>
                <a:ext uri="{FF2B5EF4-FFF2-40B4-BE49-F238E27FC236}">
                  <a16:creationId xmlns:a16="http://schemas.microsoft.com/office/drawing/2014/main" id="{223FD51D-463D-8515-7B80-71EFD2F3AF24}"/>
                </a:ext>
              </a:extLst>
            </p:cNvPr>
            <p:cNvSpPr txBox="1"/>
            <p:nvPr/>
          </p:nvSpPr>
          <p:spPr>
            <a:xfrm>
              <a:off x="2328755" y="4569804"/>
              <a:ext cx="420497" cy="369332"/>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Agent return the result</a:t>
              </a:r>
            </a:p>
          </p:txBody>
        </p:sp>
        <p:sp>
          <p:nvSpPr>
            <p:cNvPr id="122" name="TextBox 121">
              <a:extLst>
                <a:ext uri="{FF2B5EF4-FFF2-40B4-BE49-F238E27FC236}">
                  <a16:creationId xmlns:a16="http://schemas.microsoft.com/office/drawing/2014/main" id="{5BA9B72B-2058-A32A-08EE-6B2BE51F8B6E}"/>
                </a:ext>
              </a:extLst>
            </p:cNvPr>
            <p:cNvSpPr txBox="1"/>
            <p:nvPr/>
          </p:nvSpPr>
          <p:spPr>
            <a:xfrm>
              <a:off x="1559169" y="4228617"/>
              <a:ext cx="543851" cy="369332"/>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800" dirty="0">
                  <a:cs typeface="+mn-cs"/>
                </a:rPr>
                <a:t>Sends payload to agent A</a:t>
              </a:r>
            </a:p>
          </p:txBody>
        </p:sp>
        <p:sp>
          <p:nvSpPr>
            <p:cNvPr id="39" name="Rectangle 38">
              <a:extLst>
                <a:ext uri="{FF2B5EF4-FFF2-40B4-BE49-F238E27FC236}">
                  <a16:creationId xmlns:a16="http://schemas.microsoft.com/office/drawing/2014/main" id="{9675D2E7-BFDC-4DA1-0142-0F13FF45E832}"/>
                </a:ext>
              </a:extLst>
            </p:cNvPr>
            <p:cNvSpPr/>
            <p:nvPr/>
          </p:nvSpPr>
          <p:spPr>
            <a:xfrm>
              <a:off x="554735" y="5000693"/>
              <a:ext cx="5141215" cy="307777"/>
            </a:xfrm>
            <a:prstGeom prst="rect">
              <a:avLst/>
            </a:prstGeom>
            <a:solidFill>
              <a:schemeClr val="accent3">
                <a:lumMod val="10000"/>
                <a:lumOff val="90000"/>
              </a:schemeClr>
            </a:solidFill>
            <a:ln w="6350" cap="sq">
              <a:solidFill>
                <a:schemeClr val="accent3">
                  <a:lumMod val="10000"/>
                  <a:lumOff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spcBef>
                  <a:spcPts val="300"/>
                </a:spcBef>
                <a:spcAft>
                  <a:spcPts val="300"/>
                </a:spcAft>
              </a:pPr>
              <a:r>
                <a:rPr lang="en-US" sz="1400" b="1" dirty="0">
                  <a:solidFill>
                    <a:schemeClr val="tx1">
                      <a:lumMod val="50000"/>
                    </a:schemeClr>
                  </a:solidFill>
                </a:rPr>
                <a:t>Foundry agents</a:t>
              </a:r>
            </a:p>
          </p:txBody>
        </p:sp>
      </p:grpSp>
    </p:spTree>
    <p:extLst>
      <p:ext uri="{BB962C8B-B14F-4D97-AF65-F5344CB8AC3E}">
        <p14:creationId xmlns:p14="http://schemas.microsoft.com/office/powerpoint/2010/main" val="2947747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D9DBA-9973-17F1-C86E-CE9596828C6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78775E3E-3560-F509-F4DE-4E73AD9C1290}"/>
              </a:ext>
            </a:extLst>
          </p:cNvPr>
          <p:cNvGraphicFramePr>
            <a:graphicFrameLocks/>
          </p:cNvGraphicFramePr>
          <p:nvPr>
            <p:custDataLst>
              <p:tags r:id="rId1"/>
            </p:custDataLst>
            <p:extLst>
              <p:ext uri="{D42A27DB-BD31-4B8C-83A1-F6EECF244321}">
                <p14:modId xmlns:p14="http://schemas.microsoft.com/office/powerpoint/2010/main" val="7242980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7" imgW="7772400" imgH="10058400" progId="TCLayout.ActiveDocument.1">
                  <p:embed/>
                </p:oleObj>
              </mc:Choice>
              <mc:Fallback>
                <p:oleObj name="think-cell Slide" r:id="rId27" imgW="7772400" imgH="10058400" progId="TCLayout.ActiveDocument.1">
                  <p:embed/>
                  <p:pic>
                    <p:nvPicPr>
                      <p:cNvPr id="9" name="think-cell data - do not delete" hidden="1">
                        <a:extLst>
                          <a:ext uri="{FF2B5EF4-FFF2-40B4-BE49-F238E27FC236}">
                            <a16:creationId xmlns:a16="http://schemas.microsoft.com/office/drawing/2014/main" id="{78775E3E-3560-F509-F4DE-4E73AD9C1290}"/>
                          </a:ext>
                        </a:extLst>
                      </p:cNvPr>
                      <p:cNvPicPr/>
                      <p:nvPr/>
                    </p:nvPicPr>
                    <p:blipFill>
                      <a:blip r:embed="rId28"/>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54974EBB-06B5-0E51-0299-D81902C9348C}"/>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3568B1A1-5ACB-FBE0-083D-D991B4579127}"/>
              </a:ext>
            </a:extLst>
          </p:cNvPr>
          <p:cNvSpPr>
            <a:spLocks noGrp="1"/>
          </p:cNvSpPr>
          <p:nvPr>
            <p:ph type="title"/>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GB" dirty="0">
                <a:ea typeface="Calibri"/>
                <a:cs typeface="Calibri"/>
              </a:rPr>
              <a:t>Logic Apps vs Microsoft Agent Framework as the orchestrator in PRIO (1)</a:t>
            </a:r>
          </a:p>
        </p:txBody>
      </p:sp>
      <p:sp>
        <p:nvSpPr>
          <p:cNvPr id="11" name="TextBox 10">
            <a:extLst>
              <a:ext uri="{FF2B5EF4-FFF2-40B4-BE49-F238E27FC236}">
                <a16:creationId xmlns:a16="http://schemas.microsoft.com/office/drawing/2014/main" id="{8723A132-C18E-E0E4-868A-2B0E93611052}"/>
              </a:ext>
            </a:extLst>
          </p:cNvPr>
          <p:cNvSpPr txBox="1">
            <a:spLocks/>
          </p:cNvSpPr>
          <p:nvPr/>
        </p:nvSpPr>
        <p:spPr>
          <a:xfrm>
            <a:off x="554736" y="1432428"/>
            <a:ext cx="5409653" cy="40011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dirty="0">
                <a:cs typeface="+mn-cs"/>
              </a:rPr>
              <a:t>Logic Apps orchestration – static workflows</a:t>
            </a:r>
            <a:br>
              <a:rPr lang="en-US" sz="1400" b="1" dirty="0">
                <a:cs typeface="+mn-cs"/>
              </a:rPr>
            </a:br>
            <a:r>
              <a:rPr lang="en-US" sz="1200" dirty="0">
                <a:cs typeface="+mn-cs"/>
              </a:rPr>
              <a:t>every edge defined at design time</a:t>
            </a:r>
          </a:p>
        </p:txBody>
      </p:sp>
      <p:sp>
        <p:nvSpPr>
          <p:cNvPr id="19" name="TextBox 18">
            <a:extLst>
              <a:ext uri="{FF2B5EF4-FFF2-40B4-BE49-F238E27FC236}">
                <a16:creationId xmlns:a16="http://schemas.microsoft.com/office/drawing/2014/main" id="{ED3CA453-721E-D883-4A69-665747B7F765}"/>
              </a:ext>
            </a:extLst>
          </p:cNvPr>
          <p:cNvSpPr txBox="1">
            <a:spLocks/>
          </p:cNvSpPr>
          <p:nvPr/>
        </p:nvSpPr>
        <p:spPr>
          <a:xfrm>
            <a:off x="2354678" y="1927860"/>
            <a:ext cx="1809769" cy="384721"/>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Workflow trigger</a:t>
            </a:r>
            <a:br>
              <a:rPr lang="en-US" sz="1000" b="1" dirty="0">
                <a:cs typeface="+mn-cs"/>
              </a:rPr>
            </a:br>
            <a:r>
              <a:rPr lang="en-US" sz="1000" dirty="0">
                <a:cs typeface="+mn-cs"/>
              </a:rPr>
              <a:t>event/schedule</a:t>
            </a:r>
          </a:p>
        </p:txBody>
      </p:sp>
      <p:sp>
        <p:nvSpPr>
          <p:cNvPr id="20" name="TextBox 19">
            <a:extLst>
              <a:ext uri="{FF2B5EF4-FFF2-40B4-BE49-F238E27FC236}">
                <a16:creationId xmlns:a16="http://schemas.microsoft.com/office/drawing/2014/main" id="{0DE22558-199A-393E-1C2A-F3D97F40A9B7}"/>
              </a:ext>
            </a:extLst>
          </p:cNvPr>
          <p:cNvSpPr txBox="1">
            <a:spLocks/>
          </p:cNvSpPr>
          <p:nvPr/>
        </p:nvSpPr>
        <p:spPr>
          <a:xfrm>
            <a:off x="1461864" y="2480755"/>
            <a:ext cx="3595397" cy="384721"/>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Preprocess</a:t>
            </a:r>
            <a:br>
              <a:rPr lang="en-US" sz="1000" b="1" dirty="0">
                <a:cs typeface="+mn-cs"/>
              </a:rPr>
            </a:br>
            <a:r>
              <a:rPr lang="en-US" sz="1000" dirty="0">
                <a:cs typeface="+mn-cs"/>
              </a:rPr>
              <a:t>typed steps . Enrich . transform</a:t>
            </a:r>
          </a:p>
        </p:txBody>
      </p:sp>
      <p:sp>
        <p:nvSpPr>
          <p:cNvPr id="21" name="TextBox 20">
            <a:extLst>
              <a:ext uri="{FF2B5EF4-FFF2-40B4-BE49-F238E27FC236}">
                <a16:creationId xmlns:a16="http://schemas.microsoft.com/office/drawing/2014/main" id="{93D908D8-6F70-57D1-B11D-0916FD307D40}"/>
              </a:ext>
            </a:extLst>
          </p:cNvPr>
          <p:cNvSpPr txBox="1">
            <a:spLocks/>
          </p:cNvSpPr>
          <p:nvPr/>
        </p:nvSpPr>
        <p:spPr>
          <a:xfrm>
            <a:off x="2354678" y="3033650"/>
            <a:ext cx="1809769" cy="384721"/>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LLM call</a:t>
            </a:r>
            <a:br>
              <a:rPr lang="en-US" sz="1000" b="1" dirty="0">
                <a:cs typeface="+mn-cs"/>
              </a:rPr>
            </a:br>
            <a:r>
              <a:rPr lang="en-US" sz="1000" dirty="0">
                <a:cs typeface="+mn-cs"/>
              </a:rPr>
              <a:t>returns structured output</a:t>
            </a:r>
          </a:p>
        </p:txBody>
      </p:sp>
      <p:sp>
        <p:nvSpPr>
          <p:cNvPr id="22" name="TextBox 21">
            <a:extLst>
              <a:ext uri="{FF2B5EF4-FFF2-40B4-BE49-F238E27FC236}">
                <a16:creationId xmlns:a16="http://schemas.microsoft.com/office/drawing/2014/main" id="{46A9DB6C-E669-2BC1-EDDF-7BADB86395A2}"/>
              </a:ext>
            </a:extLst>
          </p:cNvPr>
          <p:cNvSpPr txBox="1">
            <a:spLocks/>
          </p:cNvSpPr>
          <p:nvPr/>
        </p:nvSpPr>
        <p:spPr>
          <a:xfrm>
            <a:off x="2354678" y="3586545"/>
            <a:ext cx="1809769" cy="458539"/>
          </a:xfrm>
          <a:prstGeom prst="diamond">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Switch</a:t>
            </a:r>
            <a:endParaRPr lang="en-US" sz="1000" dirty="0">
              <a:cs typeface="+mn-cs"/>
            </a:endParaRPr>
          </a:p>
        </p:txBody>
      </p:sp>
      <p:sp>
        <p:nvSpPr>
          <p:cNvPr id="23" name="TextBox 22">
            <a:extLst>
              <a:ext uri="{FF2B5EF4-FFF2-40B4-BE49-F238E27FC236}">
                <a16:creationId xmlns:a16="http://schemas.microsoft.com/office/drawing/2014/main" id="{4BCC3BED-3A66-09FA-6AF5-42CF0E451386}"/>
              </a:ext>
            </a:extLst>
          </p:cNvPr>
          <p:cNvSpPr txBox="1">
            <a:spLocks/>
          </p:cNvSpPr>
          <p:nvPr/>
        </p:nvSpPr>
        <p:spPr>
          <a:xfrm>
            <a:off x="554736" y="4213258"/>
            <a:ext cx="170142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Branch A</a:t>
            </a:r>
            <a:endParaRPr lang="en-US" sz="1000" dirty="0">
              <a:cs typeface="+mn-cs"/>
            </a:endParaRPr>
          </a:p>
        </p:txBody>
      </p:sp>
      <p:sp>
        <p:nvSpPr>
          <p:cNvPr id="24" name="TextBox 23">
            <a:extLst>
              <a:ext uri="{FF2B5EF4-FFF2-40B4-BE49-F238E27FC236}">
                <a16:creationId xmlns:a16="http://schemas.microsoft.com/office/drawing/2014/main" id="{C0F632E5-6237-B62C-EF31-A62A0D2639CF}"/>
              </a:ext>
            </a:extLst>
          </p:cNvPr>
          <p:cNvSpPr txBox="1">
            <a:spLocks/>
          </p:cNvSpPr>
          <p:nvPr/>
        </p:nvSpPr>
        <p:spPr>
          <a:xfrm>
            <a:off x="2408847" y="4213258"/>
            <a:ext cx="170142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Branch B</a:t>
            </a:r>
            <a:endParaRPr lang="en-US" sz="1000" dirty="0">
              <a:cs typeface="+mn-cs"/>
            </a:endParaRPr>
          </a:p>
        </p:txBody>
      </p:sp>
      <p:sp>
        <p:nvSpPr>
          <p:cNvPr id="25" name="TextBox 24">
            <a:extLst>
              <a:ext uri="{FF2B5EF4-FFF2-40B4-BE49-F238E27FC236}">
                <a16:creationId xmlns:a16="http://schemas.microsoft.com/office/drawing/2014/main" id="{4B18C046-71D3-7CB9-40BC-5EC5D1F61B2B}"/>
              </a:ext>
            </a:extLst>
          </p:cNvPr>
          <p:cNvSpPr txBox="1">
            <a:spLocks/>
          </p:cNvSpPr>
          <p:nvPr/>
        </p:nvSpPr>
        <p:spPr>
          <a:xfrm>
            <a:off x="4262960" y="4213258"/>
            <a:ext cx="170142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Branch C</a:t>
            </a:r>
            <a:endParaRPr lang="en-US" sz="1000" dirty="0">
              <a:cs typeface="+mn-cs"/>
            </a:endParaRPr>
          </a:p>
        </p:txBody>
      </p:sp>
      <p:sp>
        <p:nvSpPr>
          <p:cNvPr id="27" name="TextBox 26">
            <a:extLst>
              <a:ext uri="{FF2B5EF4-FFF2-40B4-BE49-F238E27FC236}">
                <a16:creationId xmlns:a16="http://schemas.microsoft.com/office/drawing/2014/main" id="{0F56AF05-A70F-671B-E832-57814CA55313}"/>
              </a:ext>
            </a:extLst>
          </p:cNvPr>
          <p:cNvSpPr txBox="1">
            <a:spLocks/>
          </p:cNvSpPr>
          <p:nvPr/>
        </p:nvSpPr>
        <p:spPr>
          <a:xfrm>
            <a:off x="554736" y="4612264"/>
            <a:ext cx="1701429" cy="230832"/>
          </a:xfrm>
          <a:prstGeom prst="rect">
            <a:avLst/>
          </a:prstGeom>
          <a:solidFill>
            <a:schemeClr val="bg1">
              <a:lumMod val="95000"/>
            </a:schemeClr>
          </a:solidFill>
          <a:ln w="6350">
            <a:no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Tools steps</a:t>
            </a:r>
          </a:p>
        </p:txBody>
      </p:sp>
      <p:sp>
        <p:nvSpPr>
          <p:cNvPr id="28" name="TextBox 27">
            <a:extLst>
              <a:ext uri="{FF2B5EF4-FFF2-40B4-BE49-F238E27FC236}">
                <a16:creationId xmlns:a16="http://schemas.microsoft.com/office/drawing/2014/main" id="{6D9D5543-9C9B-1673-EF70-EC7503CAE157}"/>
              </a:ext>
            </a:extLst>
          </p:cNvPr>
          <p:cNvSpPr txBox="1">
            <a:spLocks/>
          </p:cNvSpPr>
          <p:nvPr/>
        </p:nvSpPr>
        <p:spPr>
          <a:xfrm>
            <a:off x="2408847" y="4612264"/>
            <a:ext cx="1701429" cy="230832"/>
          </a:xfrm>
          <a:prstGeom prst="rect">
            <a:avLst/>
          </a:prstGeom>
          <a:solidFill>
            <a:schemeClr val="bg1">
              <a:lumMod val="95000"/>
            </a:schemeClr>
          </a:solidFill>
          <a:ln w="6350">
            <a:no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Tools steps</a:t>
            </a:r>
          </a:p>
        </p:txBody>
      </p:sp>
      <p:sp>
        <p:nvSpPr>
          <p:cNvPr id="29" name="TextBox 28">
            <a:extLst>
              <a:ext uri="{FF2B5EF4-FFF2-40B4-BE49-F238E27FC236}">
                <a16:creationId xmlns:a16="http://schemas.microsoft.com/office/drawing/2014/main" id="{A57A4957-35D5-3C8F-D2B5-84646DDF4987}"/>
              </a:ext>
            </a:extLst>
          </p:cNvPr>
          <p:cNvSpPr txBox="1">
            <a:spLocks/>
          </p:cNvSpPr>
          <p:nvPr/>
        </p:nvSpPr>
        <p:spPr>
          <a:xfrm>
            <a:off x="4262960" y="4612264"/>
            <a:ext cx="1701429" cy="230832"/>
          </a:xfrm>
          <a:prstGeom prst="rect">
            <a:avLst/>
          </a:prstGeom>
          <a:solidFill>
            <a:schemeClr val="bg1">
              <a:lumMod val="95000"/>
            </a:schemeClr>
          </a:solidFill>
          <a:ln w="6350">
            <a:no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Tools steps</a:t>
            </a:r>
          </a:p>
        </p:txBody>
      </p:sp>
      <p:sp>
        <p:nvSpPr>
          <p:cNvPr id="30" name="TextBox 29">
            <a:extLst>
              <a:ext uri="{FF2B5EF4-FFF2-40B4-BE49-F238E27FC236}">
                <a16:creationId xmlns:a16="http://schemas.microsoft.com/office/drawing/2014/main" id="{C03AE273-4A4B-CCF4-3275-082AA0249219}"/>
              </a:ext>
            </a:extLst>
          </p:cNvPr>
          <p:cNvSpPr txBox="1">
            <a:spLocks/>
          </p:cNvSpPr>
          <p:nvPr/>
        </p:nvSpPr>
        <p:spPr>
          <a:xfrm>
            <a:off x="2408848" y="5011271"/>
            <a:ext cx="1701429" cy="384721"/>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b="1" dirty="0">
                <a:cs typeface="+mn-cs"/>
              </a:rPr>
              <a:t>Final step</a:t>
            </a:r>
            <a:br>
              <a:rPr lang="en-US" sz="1000" b="1" dirty="0">
                <a:cs typeface="+mn-cs"/>
              </a:rPr>
            </a:br>
            <a:r>
              <a:rPr lang="en-US" sz="1000" dirty="0" err="1">
                <a:cs typeface="+mn-cs"/>
              </a:rPr>
              <a:t>amit</a:t>
            </a:r>
            <a:r>
              <a:rPr lang="en-US" sz="1000" dirty="0">
                <a:cs typeface="+mn-cs"/>
              </a:rPr>
              <a:t> result/side effect</a:t>
            </a:r>
          </a:p>
        </p:txBody>
      </p:sp>
      <p:cxnSp>
        <p:nvCxnSpPr>
          <p:cNvPr id="33" name="LineSpecialityArrow 33">
            <a:extLst>
              <a:ext uri="{FF2B5EF4-FFF2-40B4-BE49-F238E27FC236}">
                <a16:creationId xmlns:a16="http://schemas.microsoft.com/office/drawing/2014/main" id="{AD37BB8F-71BA-5450-D977-B7EEB68563F0}"/>
              </a:ext>
            </a:extLst>
          </p:cNvPr>
          <p:cNvCxnSpPr>
            <a:cxnSpLocks/>
            <a:stCxn id="19" idx="2"/>
            <a:endCxn id="20" idx="0"/>
          </p:cNvCxnSpPr>
          <p:nvPr>
            <p:custDataLst>
              <p:tags r:id="rId2"/>
            </p:custDataLst>
          </p:nvPr>
        </p:nvCxnSpPr>
        <p:spPr>
          <a:xfrm>
            <a:off x="3259563" y="2312581"/>
            <a:ext cx="0"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LineSpecialityArrow 33">
            <a:extLst>
              <a:ext uri="{FF2B5EF4-FFF2-40B4-BE49-F238E27FC236}">
                <a16:creationId xmlns:a16="http://schemas.microsoft.com/office/drawing/2014/main" id="{906949D2-0F4E-CBF1-A72F-BA8299342CC7}"/>
              </a:ext>
            </a:extLst>
          </p:cNvPr>
          <p:cNvCxnSpPr>
            <a:cxnSpLocks/>
            <a:stCxn id="20" idx="2"/>
            <a:endCxn id="21" idx="0"/>
          </p:cNvCxnSpPr>
          <p:nvPr>
            <p:custDataLst>
              <p:tags r:id="rId3"/>
            </p:custDataLst>
          </p:nvPr>
        </p:nvCxnSpPr>
        <p:spPr>
          <a:xfrm>
            <a:off x="3259563" y="2865476"/>
            <a:ext cx="0"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LineSpecialityArrow 33">
            <a:extLst>
              <a:ext uri="{FF2B5EF4-FFF2-40B4-BE49-F238E27FC236}">
                <a16:creationId xmlns:a16="http://schemas.microsoft.com/office/drawing/2014/main" id="{1B698008-8277-8FFE-762F-FD76A9739580}"/>
              </a:ext>
            </a:extLst>
          </p:cNvPr>
          <p:cNvCxnSpPr>
            <a:cxnSpLocks/>
            <a:stCxn id="21" idx="2"/>
            <a:endCxn id="22" idx="0"/>
          </p:cNvCxnSpPr>
          <p:nvPr>
            <p:custDataLst>
              <p:tags r:id="rId4"/>
            </p:custDataLst>
          </p:nvPr>
        </p:nvCxnSpPr>
        <p:spPr>
          <a:xfrm>
            <a:off x="3259563" y="3418371"/>
            <a:ext cx="0"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LineSpecialityArrow 33">
            <a:extLst>
              <a:ext uri="{FF2B5EF4-FFF2-40B4-BE49-F238E27FC236}">
                <a16:creationId xmlns:a16="http://schemas.microsoft.com/office/drawing/2014/main" id="{27441A2B-15AE-FCE3-FF02-EA3CB09AC9A8}"/>
              </a:ext>
            </a:extLst>
          </p:cNvPr>
          <p:cNvCxnSpPr>
            <a:cxnSpLocks/>
            <a:stCxn id="22" idx="2"/>
            <a:endCxn id="24" idx="0"/>
          </p:cNvCxnSpPr>
          <p:nvPr>
            <p:custDataLst>
              <p:tags r:id="rId5"/>
            </p:custDataLst>
          </p:nvPr>
        </p:nvCxnSpPr>
        <p:spPr>
          <a:xfrm flipH="1">
            <a:off x="3259562" y="4045084"/>
            <a:ext cx="1"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LineSpecialityArrow 33">
            <a:extLst>
              <a:ext uri="{FF2B5EF4-FFF2-40B4-BE49-F238E27FC236}">
                <a16:creationId xmlns:a16="http://schemas.microsoft.com/office/drawing/2014/main" id="{C6915845-0E93-CD29-3597-47925F29493E}"/>
              </a:ext>
            </a:extLst>
          </p:cNvPr>
          <p:cNvCxnSpPr>
            <a:cxnSpLocks/>
            <a:stCxn id="22" idx="2"/>
            <a:endCxn id="23" idx="0"/>
          </p:cNvCxnSpPr>
          <p:nvPr>
            <p:custDataLst>
              <p:tags r:id="rId6"/>
            </p:custDataLst>
          </p:nvPr>
        </p:nvCxnSpPr>
        <p:spPr>
          <a:xfrm rot="5400000">
            <a:off x="2248420" y="3202115"/>
            <a:ext cx="168174" cy="1854112"/>
          </a:xfrm>
          <a:prstGeom prst="bentConnector3">
            <a:avLst>
              <a:gd name="adj1" fmla="val 24513"/>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LineSpecialityArrow 33">
            <a:extLst>
              <a:ext uri="{FF2B5EF4-FFF2-40B4-BE49-F238E27FC236}">
                <a16:creationId xmlns:a16="http://schemas.microsoft.com/office/drawing/2014/main" id="{A0A25E86-7667-22FA-90BD-9A5486D8C737}"/>
              </a:ext>
            </a:extLst>
          </p:cNvPr>
          <p:cNvCxnSpPr>
            <a:cxnSpLocks/>
            <a:stCxn id="22" idx="2"/>
            <a:endCxn id="25" idx="0"/>
          </p:cNvCxnSpPr>
          <p:nvPr>
            <p:custDataLst>
              <p:tags r:id="rId7"/>
            </p:custDataLst>
          </p:nvPr>
        </p:nvCxnSpPr>
        <p:spPr>
          <a:xfrm rot="16200000" flipH="1">
            <a:off x="4102532" y="3202115"/>
            <a:ext cx="168174" cy="1854112"/>
          </a:xfrm>
          <a:prstGeom prst="bentConnector3">
            <a:avLst>
              <a:gd name="adj1" fmla="val 27345"/>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LineSpecialityArrow 33">
            <a:extLst>
              <a:ext uri="{FF2B5EF4-FFF2-40B4-BE49-F238E27FC236}">
                <a16:creationId xmlns:a16="http://schemas.microsoft.com/office/drawing/2014/main" id="{22FC85D7-A4D3-BFC7-F44B-AF8336143C7E}"/>
              </a:ext>
            </a:extLst>
          </p:cNvPr>
          <p:cNvCxnSpPr>
            <a:cxnSpLocks/>
            <a:stCxn id="23" idx="2"/>
            <a:endCxn id="27" idx="0"/>
          </p:cNvCxnSpPr>
          <p:nvPr>
            <p:custDataLst>
              <p:tags r:id="rId8"/>
            </p:custDataLst>
          </p:nvPr>
        </p:nvCxnSpPr>
        <p:spPr>
          <a:xfrm>
            <a:off x="1405451" y="4444090"/>
            <a:ext cx="0"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LineSpecialityArrow 33">
            <a:extLst>
              <a:ext uri="{FF2B5EF4-FFF2-40B4-BE49-F238E27FC236}">
                <a16:creationId xmlns:a16="http://schemas.microsoft.com/office/drawing/2014/main" id="{975AF250-B8F7-9500-C9DD-99ACEA0225B4}"/>
              </a:ext>
            </a:extLst>
          </p:cNvPr>
          <p:cNvCxnSpPr>
            <a:cxnSpLocks/>
            <a:stCxn id="24" idx="2"/>
            <a:endCxn id="28" idx="0"/>
          </p:cNvCxnSpPr>
          <p:nvPr>
            <p:custDataLst>
              <p:tags r:id="rId9"/>
            </p:custDataLst>
          </p:nvPr>
        </p:nvCxnSpPr>
        <p:spPr>
          <a:xfrm>
            <a:off x="3259562" y="4444090"/>
            <a:ext cx="0"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LineSpecialityArrow 33">
            <a:extLst>
              <a:ext uri="{FF2B5EF4-FFF2-40B4-BE49-F238E27FC236}">
                <a16:creationId xmlns:a16="http://schemas.microsoft.com/office/drawing/2014/main" id="{16FDC4D1-9343-2566-3CBD-B1DFFB9703EE}"/>
              </a:ext>
            </a:extLst>
          </p:cNvPr>
          <p:cNvCxnSpPr>
            <a:cxnSpLocks/>
            <a:stCxn id="29" idx="2"/>
            <a:endCxn id="30" idx="0"/>
          </p:cNvCxnSpPr>
          <p:nvPr>
            <p:custDataLst>
              <p:tags r:id="rId10"/>
            </p:custDataLst>
          </p:nvPr>
        </p:nvCxnSpPr>
        <p:spPr>
          <a:xfrm rot="5400000">
            <a:off x="4102532" y="4000127"/>
            <a:ext cx="168175" cy="1854112"/>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LineSpecialityArrow 33">
            <a:extLst>
              <a:ext uri="{FF2B5EF4-FFF2-40B4-BE49-F238E27FC236}">
                <a16:creationId xmlns:a16="http://schemas.microsoft.com/office/drawing/2014/main" id="{E9859401-BA88-FFB2-3F1D-532F462BD606}"/>
              </a:ext>
            </a:extLst>
          </p:cNvPr>
          <p:cNvCxnSpPr>
            <a:cxnSpLocks/>
            <a:stCxn id="28" idx="2"/>
            <a:endCxn id="30" idx="0"/>
          </p:cNvCxnSpPr>
          <p:nvPr>
            <p:custDataLst>
              <p:tags r:id="rId11"/>
            </p:custDataLst>
          </p:nvPr>
        </p:nvCxnSpPr>
        <p:spPr>
          <a:xfrm>
            <a:off x="3259562" y="4843096"/>
            <a:ext cx="1" cy="168175"/>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LineSpecialityArrow 33">
            <a:extLst>
              <a:ext uri="{FF2B5EF4-FFF2-40B4-BE49-F238E27FC236}">
                <a16:creationId xmlns:a16="http://schemas.microsoft.com/office/drawing/2014/main" id="{E6147991-30BA-CD0C-2E63-BE6DC1BD1443}"/>
              </a:ext>
            </a:extLst>
          </p:cNvPr>
          <p:cNvCxnSpPr>
            <a:cxnSpLocks/>
            <a:stCxn id="27" idx="2"/>
            <a:endCxn id="30" idx="0"/>
          </p:cNvCxnSpPr>
          <p:nvPr>
            <p:custDataLst>
              <p:tags r:id="rId12"/>
            </p:custDataLst>
          </p:nvPr>
        </p:nvCxnSpPr>
        <p:spPr>
          <a:xfrm rot="16200000" flipH="1">
            <a:off x="2248420" y="4000127"/>
            <a:ext cx="168175" cy="1854112"/>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0953CE48-B260-1816-2088-3D285B39E78E}"/>
              </a:ext>
            </a:extLst>
          </p:cNvPr>
          <p:cNvSpPr txBox="1">
            <a:spLocks/>
          </p:cNvSpPr>
          <p:nvPr/>
        </p:nvSpPr>
        <p:spPr>
          <a:xfrm>
            <a:off x="554736" y="5545827"/>
            <a:ext cx="5409653"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every branch enumerated in the workflow definition</a:t>
            </a:r>
          </a:p>
          <a:p>
            <a:pPr algn="ctr"/>
            <a:r>
              <a:rPr lang="en-US" sz="1000" dirty="0">
                <a:cs typeface="+mn-cs"/>
              </a:rPr>
              <a:t>adding a branch = editing N workflow assets</a:t>
            </a:r>
          </a:p>
          <a:p>
            <a:pPr algn="ctr"/>
            <a:r>
              <a:rPr lang="en-US" sz="1000" dirty="0">
                <a:cs typeface="+mn-cs"/>
              </a:rPr>
              <a:t>LLM is a step • tools are workflow actions</a:t>
            </a:r>
          </a:p>
        </p:txBody>
      </p:sp>
      <p:cxnSp>
        <p:nvCxnSpPr>
          <p:cNvPr id="60" name="LineSpecialityArrow 33">
            <a:extLst>
              <a:ext uri="{FF2B5EF4-FFF2-40B4-BE49-F238E27FC236}">
                <a16:creationId xmlns:a16="http://schemas.microsoft.com/office/drawing/2014/main" id="{21BEFF6F-C0A4-EA2F-F2E5-0204D92F142B}"/>
              </a:ext>
            </a:extLst>
          </p:cNvPr>
          <p:cNvCxnSpPr>
            <a:cxnSpLocks/>
            <a:stCxn id="25" idx="2"/>
            <a:endCxn id="29" idx="0"/>
          </p:cNvCxnSpPr>
          <p:nvPr>
            <p:custDataLst>
              <p:tags r:id="rId13"/>
            </p:custDataLst>
          </p:nvPr>
        </p:nvCxnSpPr>
        <p:spPr>
          <a:xfrm>
            <a:off x="5113675" y="4444090"/>
            <a:ext cx="0" cy="168174"/>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F9F80E73-7D8A-FA45-CC9C-B9B3B7038308}"/>
              </a:ext>
            </a:extLst>
          </p:cNvPr>
          <p:cNvSpPr txBox="1">
            <a:spLocks/>
          </p:cNvSpPr>
          <p:nvPr/>
        </p:nvSpPr>
        <p:spPr>
          <a:xfrm>
            <a:off x="6227611" y="1432428"/>
            <a:ext cx="5409653" cy="40011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400" b="1" dirty="0">
                <a:cs typeface="+mn-cs"/>
              </a:rPr>
              <a:t>Microsoft Agent Framework – Agentic mesh</a:t>
            </a:r>
            <a:br>
              <a:rPr lang="en-US" sz="1400" b="1" dirty="0">
                <a:cs typeface="+mn-cs"/>
              </a:rPr>
            </a:br>
            <a:r>
              <a:rPr lang="en-US" sz="1200" dirty="0">
                <a:cs typeface="+mn-cs"/>
              </a:rPr>
              <a:t>agents + tools • edges emerge at runtime</a:t>
            </a:r>
          </a:p>
        </p:txBody>
      </p:sp>
      <p:sp>
        <p:nvSpPr>
          <p:cNvPr id="83" name="TextBox 82">
            <a:extLst>
              <a:ext uri="{FF2B5EF4-FFF2-40B4-BE49-F238E27FC236}">
                <a16:creationId xmlns:a16="http://schemas.microsoft.com/office/drawing/2014/main" id="{0DD93AB4-F760-25D6-EA42-79CE049EA510}"/>
              </a:ext>
            </a:extLst>
          </p:cNvPr>
          <p:cNvSpPr txBox="1">
            <a:spLocks/>
          </p:cNvSpPr>
          <p:nvPr/>
        </p:nvSpPr>
        <p:spPr>
          <a:xfrm>
            <a:off x="7184480" y="1927860"/>
            <a:ext cx="1582178" cy="384721"/>
          </a:xfrm>
          <a:prstGeom prst="rect">
            <a:avLst/>
          </a:prstGeom>
          <a:solidFill>
            <a:schemeClr val="bg1"/>
          </a:solidFill>
          <a:ln w="6350">
            <a:solidFill>
              <a:schemeClr val="accent3"/>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RAG</a:t>
            </a:r>
            <a:br>
              <a:rPr lang="en-US" sz="1000" dirty="0">
                <a:cs typeface="+mn-cs"/>
              </a:rPr>
            </a:br>
            <a:r>
              <a:rPr lang="en-US" sz="1000" b="1" dirty="0">
                <a:cs typeface="+mn-cs"/>
              </a:rPr>
              <a:t>Knowledge</a:t>
            </a:r>
          </a:p>
        </p:txBody>
      </p:sp>
      <p:sp>
        <p:nvSpPr>
          <p:cNvPr id="84" name="TextBox 83">
            <a:extLst>
              <a:ext uri="{FF2B5EF4-FFF2-40B4-BE49-F238E27FC236}">
                <a16:creationId xmlns:a16="http://schemas.microsoft.com/office/drawing/2014/main" id="{1472D89E-3A32-62E0-8AA4-CAC2A5B484B0}"/>
              </a:ext>
            </a:extLst>
          </p:cNvPr>
          <p:cNvSpPr txBox="1">
            <a:spLocks/>
          </p:cNvSpPr>
          <p:nvPr/>
        </p:nvSpPr>
        <p:spPr>
          <a:xfrm>
            <a:off x="9098218" y="1927860"/>
            <a:ext cx="1582178" cy="384721"/>
          </a:xfrm>
          <a:prstGeom prst="rect">
            <a:avLst/>
          </a:prstGeom>
          <a:solidFill>
            <a:schemeClr val="bg1"/>
          </a:solidFill>
          <a:ln w="6350">
            <a:solidFill>
              <a:schemeClr val="accent3"/>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a:cs typeface="+mn-cs"/>
              </a:rPr>
              <a:t>PARSE</a:t>
            </a:r>
            <a:br>
              <a:rPr lang="en-US" sz="1000">
                <a:cs typeface="+mn-cs"/>
              </a:rPr>
            </a:br>
            <a:r>
              <a:rPr lang="en-US" sz="1000" b="1">
                <a:cs typeface="+mn-cs"/>
              </a:rPr>
              <a:t>Intake</a:t>
            </a:r>
            <a:endParaRPr lang="en-US" sz="1000" b="1" dirty="0">
              <a:cs typeface="+mn-cs"/>
            </a:endParaRPr>
          </a:p>
        </p:txBody>
      </p:sp>
      <p:sp>
        <p:nvSpPr>
          <p:cNvPr id="85" name="TextBox 84">
            <a:extLst>
              <a:ext uri="{FF2B5EF4-FFF2-40B4-BE49-F238E27FC236}">
                <a16:creationId xmlns:a16="http://schemas.microsoft.com/office/drawing/2014/main" id="{00200A02-8A5B-DD0E-A9EB-5E3F08035018}"/>
              </a:ext>
            </a:extLst>
          </p:cNvPr>
          <p:cNvSpPr txBox="1">
            <a:spLocks/>
          </p:cNvSpPr>
          <p:nvPr/>
        </p:nvSpPr>
        <p:spPr>
          <a:xfrm>
            <a:off x="6227611" y="2680259"/>
            <a:ext cx="1582178" cy="538609"/>
          </a:xfrm>
          <a:prstGeom prst="rect">
            <a:avLst/>
          </a:prstGeom>
          <a:solidFill>
            <a:schemeClr val="bg1"/>
          </a:solidFill>
          <a:ln w="6350">
            <a:solidFill>
              <a:schemeClr val="accent3"/>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DECIDE</a:t>
            </a:r>
            <a:br>
              <a:rPr lang="en-US" sz="1000" dirty="0">
                <a:cs typeface="+mn-cs"/>
              </a:rPr>
            </a:br>
            <a:r>
              <a:rPr lang="en-US" sz="1000" b="1" dirty="0">
                <a:cs typeface="+mn-cs"/>
              </a:rPr>
              <a:t>Classify</a:t>
            </a:r>
          </a:p>
        </p:txBody>
      </p:sp>
      <p:sp>
        <p:nvSpPr>
          <p:cNvPr id="87" name="TextBox 86">
            <a:extLst>
              <a:ext uri="{FF2B5EF4-FFF2-40B4-BE49-F238E27FC236}">
                <a16:creationId xmlns:a16="http://schemas.microsoft.com/office/drawing/2014/main" id="{955639CD-8A57-CC09-DFF9-A6D5BA4FCACC}"/>
              </a:ext>
            </a:extLst>
          </p:cNvPr>
          <p:cNvSpPr txBox="1">
            <a:spLocks/>
          </p:cNvSpPr>
          <p:nvPr/>
        </p:nvSpPr>
        <p:spPr>
          <a:xfrm>
            <a:off x="8141349" y="2680259"/>
            <a:ext cx="1582178" cy="538609"/>
          </a:xfrm>
          <a:prstGeom prst="rect">
            <a:avLst/>
          </a:prstGeom>
          <a:solidFill>
            <a:schemeClr val="bg1"/>
          </a:solidFill>
          <a:ln w="6350">
            <a:solidFill>
              <a:schemeClr val="accent2"/>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SUPERVISIOR</a:t>
            </a:r>
            <a:br>
              <a:rPr lang="en-US" sz="1000" dirty="0">
                <a:cs typeface="+mn-cs"/>
              </a:rPr>
            </a:br>
            <a:r>
              <a:rPr lang="en-US" sz="1000" b="1" dirty="0" err="1">
                <a:cs typeface="+mn-cs"/>
              </a:rPr>
              <a:t>Supervisior</a:t>
            </a:r>
            <a:br>
              <a:rPr lang="en-US" sz="1000" b="1" dirty="0">
                <a:cs typeface="+mn-cs"/>
              </a:rPr>
            </a:br>
            <a:r>
              <a:rPr lang="en-US" sz="1000" dirty="0">
                <a:cs typeface="+mn-cs"/>
              </a:rPr>
              <a:t>routing • handoffs</a:t>
            </a:r>
          </a:p>
        </p:txBody>
      </p:sp>
      <p:sp>
        <p:nvSpPr>
          <p:cNvPr id="88" name="TextBox 87">
            <a:extLst>
              <a:ext uri="{FF2B5EF4-FFF2-40B4-BE49-F238E27FC236}">
                <a16:creationId xmlns:a16="http://schemas.microsoft.com/office/drawing/2014/main" id="{D8319ADC-343D-EDCB-CD66-87F9DB896849}"/>
              </a:ext>
            </a:extLst>
          </p:cNvPr>
          <p:cNvSpPr txBox="1">
            <a:spLocks/>
          </p:cNvSpPr>
          <p:nvPr/>
        </p:nvSpPr>
        <p:spPr>
          <a:xfrm>
            <a:off x="10055086" y="2680259"/>
            <a:ext cx="1582178" cy="538609"/>
          </a:xfrm>
          <a:prstGeom prst="rect">
            <a:avLst/>
          </a:prstGeom>
          <a:solidFill>
            <a:schemeClr val="bg1"/>
          </a:solidFill>
          <a:ln w="6350">
            <a:solidFill>
              <a:schemeClr val="accent3"/>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ACTION</a:t>
            </a:r>
            <a:br>
              <a:rPr lang="en-US" sz="1000" b="1" dirty="0">
                <a:cs typeface="+mn-cs"/>
              </a:rPr>
            </a:br>
            <a:r>
              <a:rPr lang="en-US" sz="1000" b="1" dirty="0" err="1">
                <a:cs typeface="+mn-cs"/>
              </a:rPr>
              <a:t>Action</a:t>
            </a:r>
            <a:endParaRPr lang="en-US" sz="1000" b="1" dirty="0">
              <a:cs typeface="+mn-cs"/>
            </a:endParaRPr>
          </a:p>
        </p:txBody>
      </p:sp>
      <p:sp>
        <p:nvSpPr>
          <p:cNvPr id="91" name="TextBox 90">
            <a:extLst>
              <a:ext uri="{FF2B5EF4-FFF2-40B4-BE49-F238E27FC236}">
                <a16:creationId xmlns:a16="http://schemas.microsoft.com/office/drawing/2014/main" id="{EFBDF508-57C4-7C94-1561-42D9AAEDB532}"/>
              </a:ext>
            </a:extLst>
          </p:cNvPr>
          <p:cNvSpPr txBox="1">
            <a:spLocks/>
          </p:cNvSpPr>
          <p:nvPr/>
        </p:nvSpPr>
        <p:spPr>
          <a:xfrm>
            <a:off x="7184480" y="3586545"/>
            <a:ext cx="1582178" cy="384721"/>
          </a:xfrm>
          <a:prstGeom prst="rect">
            <a:avLst/>
          </a:prstGeom>
          <a:solidFill>
            <a:schemeClr val="bg1"/>
          </a:solidFill>
          <a:ln w="6350">
            <a:solidFill>
              <a:schemeClr val="accent3"/>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RESOLVE</a:t>
            </a:r>
            <a:br>
              <a:rPr lang="en-US" sz="1000" dirty="0">
                <a:cs typeface="+mn-cs"/>
              </a:rPr>
            </a:br>
            <a:r>
              <a:rPr lang="en-US" sz="1000" b="1" dirty="0" err="1">
                <a:cs typeface="+mn-cs"/>
              </a:rPr>
              <a:t>Resolve</a:t>
            </a:r>
            <a:endParaRPr lang="en-US" sz="1000" b="1" dirty="0">
              <a:cs typeface="+mn-cs"/>
            </a:endParaRPr>
          </a:p>
        </p:txBody>
      </p:sp>
      <p:sp>
        <p:nvSpPr>
          <p:cNvPr id="92" name="TextBox 91">
            <a:extLst>
              <a:ext uri="{FF2B5EF4-FFF2-40B4-BE49-F238E27FC236}">
                <a16:creationId xmlns:a16="http://schemas.microsoft.com/office/drawing/2014/main" id="{633083B8-896A-AD37-ED3A-EF7CFBB61586}"/>
              </a:ext>
            </a:extLst>
          </p:cNvPr>
          <p:cNvSpPr txBox="1">
            <a:spLocks/>
          </p:cNvSpPr>
          <p:nvPr/>
        </p:nvSpPr>
        <p:spPr>
          <a:xfrm>
            <a:off x="9098218" y="3586545"/>
            <a:ext cx="1582178" cy="384721"/>
          </a:xfrm>
          <a:prstGeom prst="rect">
            <a:avLst/>
          </a:prstGeom>
          <a:solidFill>
            <a:schemeClr val="bg1"/>
          </a:solidFill>
          <a:ln w="6350">
            <a:solidFill>
              <a:schemeClr val="accent3"/>
            </a:solidFill>
          </a:ln>
        </p:spPr>
        <p:txBody>
          <a:bodyPr vert="horz" wrap="square" lIns="38100" tIns="38100" rIns="38100" bIns="38100" rtlCol="0" anchor="ctr"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Reply</a:t>
            </a:r>
            <a:br>
              <a:rPr lang="en-US" sz="1000" dirty="0">
                <a:cs typeface="+mn-cs"/>
              </a:rPr>
            </a:br>
            <a:r>
              <a:rPr lang="en-US" sz="1000" b="1" dirty="0" err="1">
                <a:cs typeface="+mn-cs"/>
              </a:rPr>
              <a:t>Reply</a:t>
            </a:r>
            <a:endParaRPr lang="en-US" sz="1000" b="1" dirty="0">
              <a:cs typeface="+mn-cs"/>
            </a:endParaRPr>
          </a:p>
        </p:txBody>
      </p:sp>
      <p:sp>
        <p:nvSpPr>
          <p:cNvPr id="96" name="TextBox 95">
            <a:extLst>
              <a:ext uri="{FF2B5EF4-FFF2-40B4-BE49-F238E27FC236}">
                <a16:creationId xmlns:a16="http://schemas.microsoft.com/office/drawing/2014/main" id="{84C657B1-33D0-225F-EA26-CE12C1F19D02}"/>
              </a:ext>
            </a:extLst>
          </p:cNvPr>
          <p:cNvSpPr txBox="1">
            <a:spLocks/>
          </p:cNvSpPr>
          <p:nvPr/>
        </p:nvSpPr>
        <p:spPr>
          <a:xfrm>
            <a:off x="6227611" y="4778192"/>
            <a:ext cx="5409653" cy="617800"/>
          </a:xfrm>
          <a:prstGeom prst="rect">
            <a:avLst/>
          </a:prstGeom>
          <a:solidFill>
            <a:schemeClr val="bg1"/>
          </a:solidFill>
          <a:ln w="6350">
            <a:solidFill>
              <a:schemeClr val="tx1"/>
            </a:solidFill>
            <a:prstDash val="dash"/>
          </a:ln>
        </p:spPr>
        <p:txBody>
          <a:bodyPr vert="horz" wrap="square" lIns="38100" tIns="38100" rIns="38100" bIns="3810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SHARED TOOLS • REGISTRY – DISCOVERED • ANY AGENT CAN CALL</a:t>
            </a:r>
            <a:endParaRPr lang="en-US" sz="1000" b="1" dirty="0">
              <a:cs typeface="+mn-cs"/>
            </a:endParaRPr>
          </a:p>
        </p:txBody>
      </p:sp>
      <p:sp>
        <p:nvSpPr>
          <p:cNvPr id="98" name="TextBox 97">
            <a:extLst>
              <a:ext uri="{FF2B5EF4-FFF2-40B4-BE49-F238E27FC236}">
                <a16:creationId xmlns:a16="http://schemas.microsoft.com/office/drawing/2014/main" id="{C167D334-6775-D06F-1610-E0369DF72729}"/>
              </a:ext>
            </a:extLst>
          </p:cNvPr>
          <p:cNvSpPr txBox="1">
            <a:spLocks/>
          </p:cNvSpPr>
          <p:nvPr/>
        </p:nvSpPr>
        <p:spPr>
          <a:xfrm>
            <a:off x="6290528" y="5091632"/>
            <a:ext cx="101180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Create</a:t>
            </a:r>
            <a:endParaRPr lang="en-US" sz="1000" b="1" dirty="0">
              <a:cs typeface="+mn-cs"/>
            </a:endParaRPr>
          </a:p>
        </p:txBody>
      </p:sp>
      <p:sp>
        <p:nvSpPr>
          <p:cNvPr id="99" name="TextBox 98">
            <a:extLst>
              <a:ext uri="{FF2B5EF4-FFF2-40B4-BE49-F238E27FC236}">
                <a16:creationId xmlns:a16="http://schemas.microsoft.com/office/drawing/2014/main" id="{5CC3496D-722A-8072-D107-49F3A9B7A048}"/>
              </a:ext>
            </a:extLst>
          </p:cNvPr>
          <p:cNvSpPr txBox="1">
            <a:spLocks/>
          </p:cNvSpPr>
          <p:nvPr/>
        </p:nvSpPr>
        <p:spPr>
          <a:xfrm>
            <a:off x="7358530" y="5091632"/>
            <a:ext cx="101180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Query</a:t>
            </a:r>
            <a:endParaRPr lang="en-US" sz="1000" b="1" dirty="0">
              <a:cs typeface="+mn-cs"/>
            </a:endParaRPr>
          </a:p>
        </p:txBody>
      </p:sp>
      <p:sp>
        <p:nvSpPr>
          <p:cNvPr id="100" name="TextBox 99">
            <a:extLst>
              <a:ext uri="{FF2B5EF4-FFF2-40B4-BE49-F238E27FC236}">
                <a16:creationId xmlns:a16="http://schemas.microsoft.com/office/drawing/2014/main" id="{AEA11367-EF46-E03E-B1FC-97DB024865A0}"/>
              </a:ext>
            </a:extLst>
          </p:cNvPr>
          <p:cNvSpPr txBox="1">
            <a:spLocks/>
          </p:cNvSpPr>
          <p:nvPr/>
        </p:nvSpPr>
        <p:spPr>
          <a:xfrm>
            <a:off x="8426532" y="5091632"/>
            <a:ext cx="101180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Search</a:t>
            </a:r>
            <a:endParaRPr lang="en-US" sz="1000" b="1" dirty="0">
              <a:cs typeface="+mn-cs"/>
            </a:endParaRPr>
          </a:p>
        </p:txBody>
      </p:sp>
      <p:sp>
        <p:nvSpPr>
          <p:cNvPr id="101" name="TextBox 100">
            <a:extLst>
              <a:ext uri="{FF2B5EF4-FFF2-40B4-BE49-F238E27FC236}">
                <a16:creationId xmlns:a16="http://schemas.microsoft.com/office/drawing/2014/main" id="{F9F3AED0-4415-A962-2365-D61CD9522629}"/>
              </a:ext>
            </a:extLst>
          </p:cNvPr>
          <p:cNvSpPr txBox="1">
            <a:spLocks/>
          </p:cNvSpPr>
          <p:nvPr/>
        </p:nvSpPr>
        <p:spPr>
          <a:xfrm>
            <a:off x="9494534" y="5091632"/>
            <a:ext cx="101180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Resolve</a:t>
            </a:r>
            <a:endParaRPr lang="en-US" sz="1000" b="1" dirty="0">
              <a:cs typeface="+mn-cs"/>
            </a:endParaRPr>
          </a:p>
        </p:txBody>
      </p:sp>
      <p:sp>
        <p:nvSpPr>
          <p:cNvPr id="102" name="TextBox 101">
            <a:extLst>
              <a:ext uri="{FF2B5EF4-FFF2-40B4-BE49-F238E27FC236}">
                <a16:creationId xmlns:a16="http://schemas.microsoft.com/office/drawing/2014/main" id="{EFC80BFC-E28A-0958-2060-9EA6C0C0B7F6}"/>
              </a:ext>
            </a:extLst>
          </p:cNvPr>
          <p:cNvSpPr txBox="1">
            <a:spLocks/>
          </p:cNvSpPr>
          <p:nvPr/>
        </p:nvSpPr>
        <p:spPr>
          <a:xfrm>
            <a:off x="10562538" y="5091632"/>
            <a:ext cx="1011809" cy="230832"/>
          </a:xfrm>
          <a:prstGeom prst="rect">
            <a:avLst/>
          </a:prstGeom>
          <a:solidFill>
            <a:schemeClr val="bg1"/>
          </a:solidFill>
          <a:ln w="6350">
            <a:solidFill>
              <a:schemeClr val="accent3"/>
            </a:solidFill>
          </a:ln>
        </p:spPr>
        <p:txBody>
          <a:bodyPr vert="horz" wrap="square" lIns="38100" tIns="38100" rIns="38100" bIns="3810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a:t>
            </a:r>
            <a:endParaRPr lang="en-US" sz="1000" b="1" dirty="0">
              <a:cs typeface="+mn-cs"/>
            </a:endParaRPr>
          </a:p>
        </p:txBody>
      </p:sp>
      <p:sp>
        <p:nvSpPr>
          <p:cNvPr id="105" name="TextBox 104">
            <a:extLst>
              <a:ext uri="{FF2B5EF4-FFF2-40B4-BE49-F238E27FC236}">
                <a16:creationId xmlns:a16="http://schemas.microsoft.com/office/drawing/2014/main" id="{867F5BD2-8D68-9B16-F93E-6DFBBE204F2B}"/>
              </a:ext>
            </a:extLst>
          </p:cNvPr>
          <p:cNvSpPr txBox="1">
            <a:spLocks/>
          </p:cNvSpPr>
          <p:nvPr/>
        </p:nvSpPr>
        <p:spPr>
          <a:xfrm>
            <a:off x="6227611" y="5545827"/>
            <a:ext cx="5409653" cy="15388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adding an agent = register + add to router • adding a tool = publish to registry</a:t>
            </a:r>
          </a:p>
        </p:txBody>
      </p:sp>
      <p:cxnSp>
        <p:nvCxnSpPr>
          <p:cNvPr id="111" name="LineSpecialityArrow 111">
            <a:extLst>
              <a:ext uri="{FF2B5EF4-FFF2-40B4-BE49-F238E27FC236}">
                <a16:creationId xmlns:a16="http://schemas.microsoft.com/office/drawing/2014/main" id="{762A1400-3219-6B6B-8130-39C9996D2C56}"/>
              </a:ext>
            </a:extLst>
          </p:cNvPr>
          <p:cNvCxnSpPr>
            <a:cxnSpLocks/>
            <a:stCxn id="84" idx="1"/>
            <a:endCxn id="83" idx="3"/>
          </p:cNvCxnSpPr>
          <p:nvPr>
            <p:custDataLst>
              <p:tags r:id="rId14"/>
            </p:custDataLst>
          </p:nvPr>
        </p:nvCxnSpPr>
        <p:spPr>
          <a:xfrm flipH="1">
            <a:off x="8766658" y="2120221"/>
            <a:ext cx="331560" cy="0"/>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LineSpecialityArrow 111">
            <a:extLst>
              <a:ext uri="{FF2B5EF4-FFF2-40B4-BE49-F238E27FC236}">
                <a16:creationId xmlns:a16="http://schemas.microsoft.com/office/drawing/2014/main" id="{B3A664E4-9581-B9A3-BE62-6E5166D0236D}"/>
              </a:ext>
            </a:extLst>
          </p:cNvPr>
          <p:cNvCxnSpPr>
            <a:cxnSpLocks/>
            <a:stCxn id="83" idx="2"/>
            <a:endCxn id="91" idx="0"/>
          </p:cNvCxnSpPr>
          <p:nvPr>
            <p:custDataLst>
              <p:tags r:id="rId15"/>
            </p:custDataLst>
          </p:nvPr>
        </p:nvCxnSpPr>
        <p:spPr>
          <a:xfrm>
            <a:off x="7975569" y="2312581"/>
            <a:ext cx="0" cy="1273964"/>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120" name="LineSpecialityArrow 111">
            <a:extLst>
              <a:ext uri="{FF2B5EF4-FFF2-40B4-BE49-F238E27FC236}">
                <a16:creationId xmlns:a16="http://schemas.microsoft.com/office/drawing/2014/main" id="{34EF918A-FCF3-226F-18BD-F41B4BE9BFB8}"/>
              </a:ext>
            </a:extLst>
          </p:cNvPr>
          <p:cNvCxnSpPr>
            <a:cxnSpLocks/>
            <a:stCxn id="84" idx="2"/>
            <a:endCxn id="85" idx="0"/>
          </p:cNvCxnSpPr>
          <p:nvPr>
            <p:custDataLst>
              <p:tags r:id="rId16"/>
            </p:custDataLst>
          </p:nvPr>
        </p:nvCxnSpPr>
        <p:spPr>
          <a:xfrm flipH="1">
            <a:off x="7018700" y="2312581"/>
            <a:ext cx="2870607" cy="367678"/>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123" name="LineSpecialityArrow 111">
            <a:extLst>
              <a:ext uri="{FF2B5EF4-FFF2-40B4-BE49-F238E27FC236}">
                <a16:creationId xmlns:a16="http://schemas.microsoft.com/office/drawing/2014/main" id="{2DCAADD1-BB87-3F86-B564-A6BACEB710F2}"/>
              </a:ext>
            </a:extLst>
          </p:cNvPr>
          <p:cNvCxnSpPr>
            <a:cxnSpLocks/>
            <a:stCxn id="85" idx="2"/>
            <a:endCxn id="91" idx="0"/>
          </p:cNvCxnSpPr>
          <p:nvPr>
            <p:custDataLst>
              <p:tags r:id="rId17"/>
            </p:custDataLst>
          </p:nvPr>
        </p:nvCxnSpPr>
        <p:spPr>
          <a:xfrm>
            <a:off x="7018700" y="3218868"/>
            <a:ext cx="956869" cy="367677"/>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LineSpecialityArrow 111">
            <a:extLst>
              <a:ext uri="{FF2B5EF4-FFF2-40B4-BE49-F238E27FC236}">
                <a16:creationId xmlns:a16="http://schemas.microsoft.com/office/drawing/2014/main" id="{6D038834-96D8-BF5C-8BE4-61F18B545F57}"/>
              </a:ext>
            </a:extLst>
          </p:cNvPr>
          <p:cNvCxnSpPr>
            <a:cxnSpLocks/>
            <a:stCxn id="91" idx="0"/>
            <a:endCxn id="88" idx="2"/>
          </p:cNvCxnSpPr>
          <p:nvPr>
            <p:custDataLst>
              <p:tags r:id="rId18"/>
            </p:custDataLst>
          </p:nvPr>
        </p:nvCxnSpPr>
        <p:spPr>
          <a:xfrm flipV="1">
            <a:off x="7975569" y="3218868"/>
            <a:ext cx="2870606" cy="367677"/>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129" name="LineSpecialityArrow 111">
            <a:extLst>
              <a:ext uri="{FF2B5EF4-FFF2-40B4-BE49-F238E27FC236}">
                <a16:creationId xmlns:a16="http://schemas.microsoft.com/office/drawing/2014/main" id="{FD214AE3-82E8-C040-40FE-0DF3628026E5}"/>
              </a:ext>
            </a:extLst>
          </p:cNvPr>
          <p:cNvCxnSpPr>
            <a:cxnSpLocks/>
            <a:stCxn id="88" idx="2"/>
            <a:endCxn id="92" idx="0"/>
          </p:cNvCxnSpPr>
          <p:nvPr>
            <p:custDataLst>
              <p:tags r:id="rId19"/>
            </p:custDataLst>
          </p:nvPr>
        </p:nvCxnSpPr>
        <p:spPr>
          <a:xfrm flipH="1">
            <a:off x="9889307" y="3218868"/>
            <a:ext cx="956868" cy="367677"/>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LineSpecialityArrow 33">
            <a:extLst>
              <a:ext uri="{FF2B5EF4-FFF2-40B4-BE49-F238E27FC236}">
                <a16:creationId xmlns:a16="http://schemas.microsoft.com/office/drawing/2014/main" id="{C28A0489-7FDD-A5CB-AE36-EBD4ED36E5A0}"/>
              </a:ext>
            </a:extLst>
          </p:cNvPr>
          <p:cNvCxnSpPr>
            <a:cxnSpLocks/>
            <a:stCxn id="83" idx="2"/>
          </p:cNvCxnSpPr>
          <p:nvPr>
            <p:custDataLst>
              <p:tags r:id="rId20"/>
            </p:custDataLst>
          </p:nvPr>
        </p:nvCxnSpPr>
        <p:spPr>
          <a:xfrm>
            <a:off x="7975569" y="2312581"/>
            <a:ext cx="712651" cy="360534"/>
          </a:xfrm>
          <a:prstGeom prst="straightConnector1">
            <a:avLst/>
          </a:prstGeom>
          <a:ln w="6350" cap="flat">
            <a:solidFill>
              <a:srgbClr val="B3B3B3"/>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136" name="LineSpecialityArrow 33">
            <a:extLst>
              <a:ext uri="{FF2B5EF4-FFF2-40B4-BE49-F238E27FC236}">
                <a16:creationId xmlns:a16="http://schemas.microsoft.com/office/drawing/2014/main" id="{6E34953D-AB69-F4F0-D97B-A87A85B179B7}"/>
              </a:ext>
            </a:extLst>
          </p:cNvPr>
          <p:cNvCxnSpPr>
            <a:cxnSpLocks/>
          </p:cNvCxnSpPr>
          <p:nvPr>
            <p:custDataLst>
              <p:tags r:id="rId21"/>
            </p:custDataLst>
          </p:nvPr>
        </p:nvCxnSpPr>
        <p:spPr>
          <a:xfrm flipH="1">
            <a:off x="9186863" y="2312581"/>
            <a:ext cx="646728" cy="360534"/>
          </a:xfrm>
          <a:prstGeom prst="straightConnector1">
            <a:avLst/>
          </a:prstGeom>
          <a:ln w="6350" cap="flat">
            <a:solidFill>
              <a:srgbClr val="B3B3B3"/>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140" name="LineSpecialityArrow 33">
            <a:extLst>
              <a:ext uri="{FF2B5EF4-FFF2-40B4-BE49-F238E27FC236}">
                <a16:creationId xmlns:a16="http://schemas.microsoft.com/office/drawing/2014/main" id="{DD1F76B6-416B-9484-BF05-4C37F09788A7}"/>
              </a:ext>
            </a:extLst>
          </p:cNvPr>
          <p:cNvCxnSpPr>
            <a:cxnSpLocks/>
          </p:cNvCxnSpPr>
          <p:nvPr>
            <p:custDataLst>
              <p:tags r:id="rId22"/>
            </p:custDataLst>
          </p:nvPr>
        </p:nvCxnSpPr>
        <p:spPr>
          <a:xfrm>
            <a:off x="9263996" y="3224554"/>
            <a:ext cx="274089" cy="361991"/>
          </a:xfrm>
          <a:prstGeom prst="straightConnector1">
            <a:avLst/>
          </a:prstGeom>
          <a:ln w="6350" cap="flat">
            <a:solidFill>
              <a:srgbClr val="B3B3B3"/>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144" name="LineSpecialityArrow 33">
            <a:extLst>
              <a:ext uri="{FF2B5EF4-FFF2-40B4-BE49-F238E27FC236}">
                <a16:creationId xmlns:a16="http://schemas.microsoft.com/office/drawing/2014/main" id="{5051CA49-8E02-7F94-139D-36CCD3608D91}"/>
              </a:ext>
            </a:extLst>
          </p:cNvPr>
          <p:cNvCxnSpPr>
            <a:cxnSpLocks/>
          </p:cNvCxnSpPr>
          <p:nvPr>
            <p:custDataLst>
              <p:tags r:id="rId23"/>
            </p:custDataLst>
          </p:nvPr>
        </p:nvCxnSpPr>
        <p:spPr>
          <a:xfrm flipH="1">
            <a:off x="8409679" y="3224554"/>
            <a:ext cx="224734" cy="361991"/>
          </a:xfrm>
          <a:prstGeom prst="straightConnector1">
            <a:avLst/>
          </a:prstGeom>
          <a:ln w="6350" cap="flat">
            <a:solidFill>
              <a:srgbClr val="B3B3B3"/>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148" name="LineSpecialityArrow 111">
            <a:extLst>
              <a:ext uri="{FF2B5EF4-FFF2-40B4-BE49-F238E27FC236}">
                <a16:creationId xmlns:a16="http://schemas.microsoft.com/office/drawing/2014/main" id="{7D67A79E-0319-1CE5-7C38-D8AA7C30DCFC}"/>
              </a:ext>
            </a:extLst>
          </p:cNvPr>
          <p:cNvCxnSpPr>
            <a:cxnSpLocks/>
          </p:cNvCxnSpPr>
          <p:nvPr>
            <p:custDataLst>
              <p:tags r:id="rId24"/>
            </p:custDataLst>
          </p:nvPr>
        </p:nvCxnSpPr>
        <p:spPr>
          <a:xfrm>
            <a:off x="10562538" y="4489705"/>
            <a:ext cx="0" cy="237975"/>
          </a:xfrm>
          <a:prstGeom prst="straightConnector1">
            <a:avLst/>
          </a:prstGeom>
          <a:ln w="6350" cap="flat">
            <a:solidFill>
              <a:schemeClr val="accent2"/>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F6699C29-9EA3-27F5-C022-1545EB413216}"/>
              </a:ext>
            </a:extLst>
          </p:cNvPr>
          <p:cNvSpPr txBox="1"/>
          <p:nvPr/>
        </p:nvSpPr>
        <p:spPr>
          <a:xfrm>
            <a:off x="10640441" y="4531748"/>
            <a:ext cx="428001" cy="153888"/>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cs typeface="+mn-cs"/>
              </a:rPr>
              <a:t>Tool call</a:t>
            </a:r>
          </a:p>
        </p:txBody>
      </p:sp>
      <p:cxnSp>
        <p:nvCxnSpPr>
          <p:cNvPr id="158" name="GreyLineSeparatorDefaultVertical 158">
            <a:extLst>
              <a:ext uri="{FF2B5EF4-FFF2-40B4-BE49-F238E27FC236}">
                <a16:creationId xmlns:a16="http://schemas.microsoft.com/office/drawing/2014/main" id="{F1ED0698-7603-7A90-0008-6A06E67B560B}"/>
              </a:ext>
            </a:extLst>
          </p:cNvPr>
          <p:cNvCxnSpPr>
            <a:cxnSpLocks/>
          </p:cNvCxnSpPr>
          <p:nvPr>
            <p:custDataLst>
              <p:tags r:id="rId25"/>
            </p:custDataLst>
          </p:nvPr>
        </p:nvCxnSpPr>
        <p:spPr>
          <a:xfrm>
            <a:off x="6096000" y="1432428"/>
            <a:ext cx="0" cy="4728952"/>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75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C03DAF7-C8C2-5B3B-2169-CC74F267FA0A}"/>
              </a:ext>
            </a:extLst>
          </p:cNvPr>
          <p:cNvGraphicFramePr>
            <a:graphicFrameLocks/>
          </p:cNvGraphicFramePr>
          <p:nvPr>
            <p:custDataLst>
              <p:tags r:id="rId1"/>
            </p:custDataLst>
            <p:extLst>
              <p:ext uri="{D42A27DB-BD31-4B8C-83A1-F6EECF244321}">
                <p14:modId xmlns:p14="http://schemas.microsoft.com/office/powerpoint/2010/main" val="21478637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7" name="think-cell data - do not delete" hidden="1">
                        <a:extLst>
                          <a:ext uri="{FF2B5EF4-FFF2-40B4-BE49-F238E27FC236}">
                            <a16:creationId xmlns:a16="http://schemas.microsoft.com/office/drawing/2014/main" id="{5C03DAF7-C8C2-5B3B-2169-CC74F267FA0A}"/>
                          </a:ext>
                        </a:extLst>
                      </p:cNvPr>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D7A8263E-C536-988F-112D-A87CB9B4395D}"/>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9148CC21-6340-674E-CD13-A58039281744}"/>
              </a:ext>
            </a:extLst>
          </p:cNvPr>
          <p:cNvSpPr>
            <a:spLocks noGrp="1"/>
          </p:cNvSpPr>
          <p:nvPr>
            <p:ph type="title"/>
          </p:nvPr>
        </p:nvSpPr>
        <p:spPr>
          <a:xfrm>
            <a:off x="554736" y="553362"/>
            <a:ext cx="11082528" cy="384721"/>
          </a:xfrm>
        </p:spPr>
        <p:txBody>
          <a:bodyPr vert="horz">
            <a:noAutofit/>
          </a:bodyPr>
          <a:lstStyle/>
          <a:p>
            <a:r>
              <a:rPr lang="en-GB" dirty="0">
                <a:ea typeface="Calibri"/>
                <a:cs typeface="Calibri"/>
              </a:rPr>
              <a:t>Logic Apps vs Microsoft Agent Framework as the orchestrator in PRIO (2)</a:t>
            </a:r>
            <a:endParaRPr lang="en-GB" dirty="0"/>
          </a:p>
        </p:txBody>
      </p:sp>
      <p:cxnSp>
        <p:nvCxnSpPr>
          <p:cNvPr id="31" name="Straight Connector 30">
            <a:extLst>
              <a:ext uri="{FF2B5EF4-FFF2-40B4-BE49-F238E27FC236}">
                <a16:creationId xmlns:a16="http://schemas.microsoft.com/office/drawing/2014/main" id="{D97EF460-35BC-74F6-F1BF-A5F277FD14E0}"/>
              </a:ext>
            </a:extLst>
          </p:cNvPr>
          <p:cNvCxnSpPr>
            <a:cxnSpLocks/>
          </p:cNvCxnSpPr>
          <p:nvPr>
            <p:custDataLst>
              <p:tags r:id="rId2"/>
            </p:custDataLst>
          </p:nvPr>
        </p:nvCxnSpPr>
        <p:spPr>
          <a:xfrm flipV="1">
            <a:off x="554736" y="4080530"/>
            <a:ext cx="1108252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5078A9-70E3-A891-52BF-48C8B99A1694}"/>
              </a:ext>
            </a:extLst>
          </p:cNvPr>
          <p:cNvSpPr txBox="1">
            <a:spLocks/>
          </p:cNvSpPr>
          <p:nvPr>
            <p:custDataLst>
              <p:tags r:id="rId3"/>
            </p:custDataLst>
          </p:nvPr>
        </p:nvSpPr>
        <p:spPr>
          <a:xfrm>
            <a:off x="554736" y="1387737"/>
            <a:ext cx="1153414" cy="16927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dirty="0"/>
              <a:t>Core component</a:t>
            </a:r>
          </a:p>
        </p:txBody>
      </p:sp>
      <p:sp>
        <p:nvSpPr>
          <p:cNvPr id="12" name="TextBox 11">
            <a:extLst>
              <a:ext uri="{FF2B5EF4-FFF2-40B4-BE49-F238E27FC236}">
                <a16:creationId xmlns:a16="http://schemas.microsoft.com/office/drawing/2014/main" id="{1763F744-3845-E808-1B43-4A4CDFBFB0D5}"/>
              </a:ext>
            </a:extLst>
          </p:cNvPr>
          <p:cNvSpPr txBox="1">
            <a:spLocks/>
          </p:cNvSpPr>
          <p:nvPr>
            <p:custDataLst>
              <p:tags r:id="rId4"/>
            </p:custDataLst>
          </p:nvPr>
        </p:nvSpPr>
        <p:spPr>
          <a:xfrm>
            <a:off x="1875430" y="1387737"/>
            <a:ext cx="5380440" cy="16927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dirty="0">
                <a:cs typeface="Arial"/>
              </a:rPr>
              <a:t>Pros</a:t>
            </a:r>
            <a:endParaRPr lang="en-US" sz="1100" b="1" dirty="0"/>
          </a:p>
        </p:txBody>
      </p:sp>
      <p:sp>
        <p:nvSpPr>
          <p:cNvPr id="29" name="TextBox 28">
            <a:extLst>
              <a:ext uri="{FF2B5EF4-FFF2-40B4-BE49-F238E27FC236}">
                <a16:creationId xmlns:a16="http://schemas.microsoft.com/office/drawing/2014/main" id="{93C2B8BB-4D3A-90B7-C526-5ECE262D6EC2}"/>
              </a:ext>
            </a:extLst>
          </p:cNvPr>
          <p:cNvSpPr txBox="1">
            <a:spLocks/>
          </p:cNvSpPr>
          <p:nvPr>
            <p:custDataLst>
              <p:tags r:id="rId5"/>
            </p:custDataLst>
          </p:nvPr>
        </p:nvSpPr>
        <p:spPr>
          <a:xfrm>
            <a:off x="7423150" y="1387737"/>
            <a:ext cx="4214114" cy="16927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Arial"/>
              </a:rPr>
              <a:t>Cons</a:t>
            </a:r>
            <a:endParaRPr lang="en-US" sz="1100" b="1"/>
          </a:p>
        </p:txBody>
      </p:sp>
      <p:grpSp>
        <p:nvGrpSpPr>
          <p:cNvPr id="42" name="Group 41">
            <a:extLst>
              <a:ext uri="{FF2B5EF4-FFF2-40B4-BE49-F238E27FC236}">
                <a16:creationId xmlns:a16="http://schemas.microsoft.com/office/drawing/2014/main" id="{3E4F0508-CC7D-345D-90D2-D9575AF786BB}"/>
              </a:ext>
            </a:extLst>
          </p:cNvPr>
          <p:cNvGrpSpPr/>
          <p:nvPr/>
        </p:nvGrpSpPr>
        <p:grpSpPr>
          <a:xfrm>
            <a:off x="554736" y="1642397"/>
            <a:ext cx="11082528" cy="2346796"/>
            <a:chOff x="554736" y="1642397"/>
            <a:chExt cx="11082528" cy="2346796"/>
          </a:xfrm>
        </p:grpSpPr>
        <p:sp>
          <p:nvSpPr>
            <p:cNvPr id="8" name="TextBox 7">
              <a:extLst>
                <a:ext uri="{FF2B5EF4-FFF2-40B4-BE49-F238E27FC236}">
                  <a16:creationId xmlns:a16="http://schemas.microsoft.com/office/drawing/2014/main" id="{353D72B8-9C4E-2909-0268-0D1B49AAB771}"/>
                </a:ext>
              </a:extLst>
            </p:cNvPr>
            <p:cNvSpPr txBox="1">
              <a:spLocks/>
            </p:cNvSpPr>
            <p:nvPr>
              <p:custDataLst>
                <p:tags r:id="rId10"/>
              </p:custDataLst>
            </p:nvPr>
          </p:nvSpPr>
          <p:spPr>
            <a:xfrm>
              <a:off x="554736" y="1642397"/>
              <a:ext cx="1153414" cy="938719"/>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dirty="0">
                  <a:cs typeface="Arial"/>
                </a:rPr>
                <a:t>Agent Framework</a:t>
              </a:r>
            </a:p>
            <a:p>
              <a:r>
                <a:rPr lang="en-US" sz="900" dirty="0">
                  <a:ea typeface="+mn-lt"/>
                  <a:cs typeface="+mn-lt"/>
                </a:rPr>
                <a:t>Orchestrates intelligent agents that dynamically collaborate, reason, and evolve workflows at runtime.</a:t>
              </a:r>
              <a:endParaRPr lang="en-US" sz="900" b="1" dirty="0"/>
            </a:p>
          </p:txBody>
        </p:sp>
        <p:sp>
          <p:nvSpPr>
            <p:cNvPr id="15" name="TextBox 14">
              <a:extLst>
                <a:ext uri="{FF2B5EF4-FFF2-40B4-BE49-F238E27FC236}">
                  <a16:creationId xmlns:a16="http://schemas.microsoft.com/office/drawing/2014/main" id="{399615FD-4942-6AF9-E258-A8D8B9C83C7D}"/>
                </a:ext>
              </a:extLst>
            </p:cNvPr>
            <p:cNvSpPr txBox="1">
              <a:spLocks/>
            </p:cNvSpPr>
            <p:nvPr>
              <p:custDataLst>
                <p:tags r:id="rId11"/>
              </p:custDataLst>
            </p:nvPr>
          </p:nvSpPr>
          <p:spPr>
            <a:xfrm>
              <a:off x="1875430" y="1642397"/>
              <a:ext cx="5380440" cy="23467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pPr>
              <a:r>
                <a:rPr lang="en-US" sz="900" dirty="0">
                  <a:ea typeface="Calibri" panose="020F0502020204030204" pitchFamily="34" charset="0"/>
                </a:rPr>
                <a:t>First-class agents: Treats agents as independent, stateful actors rather than isolated LLM or </a:t>
              </a:r>
              <a:br>
                <a:rPr lang="en-US" sz="900" dirty="0">
                  <a:ea typeface="Calibri" panose="020F0502020204030204" pitchFamily="34" charset="0"/>
                </a:rPr>
              </a:br>
              <a:r>
                <a:rPr lang="en-US" sz="900" dirty="0">
                  <a:ea typeface="Calibri" panose="020F0502020204030204" pitchFamily="34" charset="0"/>
                </a:rPr>
                <a:t>function calls </a:t>
              </a:r>
            </a:p>
            <a:p>
              <a:pPr>
                <a:spcBef>
                  <a:spcPts val="0"/>
                </a:spcBef>
              </a:pPr>
              <a:r>
                <a:rPr lang="en-US" sz="900" dirty="0">
                  <a:ea typeface="Calibri" panose="020F0502020204030204" pitchFamily="34" charset="0"/>
                  <a:cs typeface="Calibri" panose="020F0502020204030204" pitchFamily="34" charset="0"/>
                </a:rPr>
                <a:t>Agent-to-agent interaction: Enables direct, iterative collaboration (e.g., critique loops, debate, cooperative problem solving) </a:t>
              </a:r>
            </a:p>
            <a:p>
              <a:pPr>
                <a:spcBef>
                  <a:spcPts val="0"/>
                </a:spcBef>
              </a:pPr>
              <a:r>
                <a:rPr lang="en-US" sz="900" dirty="0">
                  <a:ea typeface="Calibri" panose="020F0502020204030204" pitchFamily="34" charset="0"/>
                  <a:cs typeface="Calibri" panose="020F0502020204030204" pitchFamily="34" charset="0"/>
                </a:rPr>
                <a:t>Agent mesh" Supports dynamic coordination across multiple agents without a single </a:t>
              </a:r>
              <a:br>
                <a:rPr lang="en-US" sz="900" dirty="0">
                  <a:ea typeface="Calibri" panose="020F0502020204030204" pitchFamily="34" charset="0"/>
                  <a:cs typeface="Calibri" panose="020F0502020204030204" pitchFamily="34" charset="0"/>
                </a:rPr>
              </a:br>
              <a:r>
                <a:rPr lang="en-US" sz="900" dirty="0">
                  <a:ea typeface="Calibri" panose="020F0502020204030204" pitchFamily="34" charset="0"/>
                  <a:cs typeface="Calibri" panose="020F0502020204030204" pitchFamily="34" charset="0"/>
                </a:rPr>
                <a:t>controlling workflow </a:t>
              </a:r>
            </a:p>
            <a:p>
              <a:pPr>
                <a:spcBef>
                  <a:spcPts val="0"/>
                </a:spcBef>
              </a:pPr>
              <a:r>
                <a:rPr lang="en-US" sz="900" dirty="0">
                  <a:ea typeface="Calibri" panose="020F0502020204030204" pitchFamily="34" charset="0"/>
                  <a:cs typeface="Calibri" panose="020F0502020204030204" pitchFamily="34" charset="0"/>
                </a:rPr>
                <a:t>Runtime-driven execution: Execution paths are determined dynamically based on agent outputs and evolving state </a:t>
              </a:r>
            </a:p>
            <a:p>
              <a:pPr>
                <a:spcBef>
                  <a:spcPts val="0"/>
                </a:spcBef>
              </a:pPr>
              <a:r>
                <a:rPr lang="en-US" sz="900" dirty="0">
                  <a:ea typeface="Calibri" panose="020F0502020204030204" pitchFamily="34" charset="0"/>
                  <a:cs typeface="Calibri" panose="020F0502020204030204" pitchFamily="34" charset="0"/>
                </a:rPr>
                <a:t>Iterative reasoning: Natively supports refine–critique–converge loops without rigid </a:t>
              </a:r>
              <a:br>
                <a:rPr lang="en-US" sz="900" dirty="0">
                  <a:ea typeface="Calibri" panose="020F0502020204030204" pitchFamily="34" charset="0"/>
                  <a:cs typeface="Calibri" panose="020F0502020204030204" pitchFamily="34" charset="0"/>
                </a:rPr>
              </a:br>
              <a:r>
                <a:rPr lang="en-US" sz="900" dirty="0">
                  <a:ea typeface="Calibri" panose="020F0502020204030204" pitchFamily="34" charset="0"/>
                  <a:cs typeface="Calibri" panose="020F0502020204030204" pitchFamily="34" charset="0"/>
                </a:rPr>
                <a:t>workflow definitions </a:t>
              </a:r>
            </a:p>
            <a:p>
              <a:pPr>
                <a:spcBef>
                  <a:spcPts val="0"/>
                </a:spcBef>
              </a:pPr>
              <a:r>
                <a:rPr lang="en-US" sz="900" dirty="0">
                  <a:ea typeface="Calibri" panose="020F0502020204030204" pitchFamily="34" charset="0"/>
                  <a:cs typeface="Calibri" panose="020F0502020204030204" pitchFamily="34" charset="0"/>
                </a:rPr>
                <a:t>Memory: Provides session-based state and memory patterns to maintain and reuse context across multi-step interactions </a:t>
              </a:r>
            </a:p>
            <a:p>
              <a:pPr>
                <a:spcBef>
                  <a:spcPts val="0"/>
                </a:spcBef>
              </a:pPr>
              <a:r>
                <a:rPr lang="en-US" sz="900" dirty="0">
                  <a:ea typeface="Calibri" panose="020F0502020204030204" pitchFamily="34" charset="0"/>
                  <a:cs typeface="Calibri" panose="020F0502020204030204" pitchFamily="34" charset="0"/>
                </a:rPr>
                <a:t>Workflow complexity: Modular, graph-based orchestration scales naturally as workflows become more dynamic and multi-agent </a:t>
              </a:r>
            </a:p>
            <a:p>
              <a:pPr>
                <a:spcBef>
                  <a:spcPts val="0"/>
                </a:spcBef>
              </a:pPr>
              <a:r>
                <a:rPr lang="en-US" sz="900" dirty="0">
                  <a:ea typeface="Calibri" panose="020F0502020204030204" pitchFamily="34" charset="0"/>
                  <a:cs typeface="Calibri" panose="020F0502020204030204" pitchFamily="34" charset="0"/>
                </a:rPr>
                <a:t>Developer control: Code-first architecture enables fine-grained control over orchestration, routing, and extensibility </a:t>
              </a:r>
            </a:p>
          </p:txBody>
        </p:sp>
        <p:sp>
          <p:nvSpPr>
            <p:cNvPr id="18" name="TextBox 17">
              <a:extLst>
                <a:ext uri="{FF2B5EF4-FFF2-40B4-BE49-F238E27FC236}">
                  <a16:creationId xmlns:a16="http://schemas.microsoft.com/office/drawing/2014/main" id="{F5877D5F-A8DA-5498-85CA-B3EB1ABB2B01}"/>
                </a:ext>
              </a:extLst>
            </p:cNvPr>
            <p:cNvSpPr txBox="1">
              <a:spLocks/>
            </p:cNvSpPr>
            <p:nvPr>
              <p:custDataLst>
                <p:tags r:id="rId12"/>
              </p:custDataLst>
            </p:nvPr>
          </p:nvSpPr>
          <p:spPr>
            <a:xfrm>
              <a:off x="7423150" y="1642397"/>
              <a:ext cx="4214114" cy="90794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pPr>
              <a:r>
                <a:rPr lang="en-US" sz="900" b="1" dirty="0">
                  <a:ea typeface="Calibri" panose="020F0502020204030204" pitchFamily="34" charset="0"/>
                </a:rPr>
                <a:t>Infrastructure: r</a:t>
              </a:r>
              <a:r>
                <a:rPr lang="en-US" sz="900" dirty="0"/>
                <a:t>equires the team to manage hosting, scaling, resiliency, monitoring, and operational concerns</a:t>
              </a:r>
            </a:p>
            <a:p>
              <a:pPr>
                <a:spcBef>
                  <a:spcPts val="0"/>
                </a:spcBef>
              </a:pPr>
              <a:r>
                <a:rPr lang="en-US" sz="900" b="1" dirty="0">
                  <a:ea typeface="Calibri" panose="020F0502020204030204" pitchFamily="34" charset="0"/>
                  <a:cs typeface="Calibri" panose="020F0502020204030204" pitchFamily="34" charset="0"/>
                </a:rPr>
                <a:t>Enterprise integration</a:t>
              </a:r>
              <a:r>
                <a:rPr lang="en-US" sz="900" dirty="0">
                  <a:ea typeface="Calibri" panose="020F0502020204030204" pitchFamily="34" charset="0"/>
                  <a:cs typeface="Calibri" panose="020F0502020204030204" pitchFamily="34" charset="0"/>
                </a:rPr>
                <a:t>: Does not provide a native enterprise connector ecosystem, requiring teams to build and maintain integration layers themselves</a:t>
              </a:r>
            </a:p>
            <a:p>
              <a:pPr>
                <a:spcBef>
                  <a:spcPts val="0"/>
                </a:spcBef>
              </a:pPr>
              <a:r>
                <a:rPr lang="en-US" sz="900" b="1" dirty="0">
                  <a:ea typeface="Calibri" panose="020F0502020204030204" pitchFamily="34" charset="0"/>
                  <a:cs typeface="Calibri" panose="020F0502020204030204" pitchFamily="34" charset="0"/>
                </a:rPr>
                <a:t>Resilience: </a:t>
              </a:r>
              <a:r>
                <a:rPr lang="en-US" sz="900" dirty="0">
                  <a:ea typeface="Calibri" panose="020F0502020204030204" pitchFamily="34" charset="0"/>
                  <a:cs typeface="Calibri" panose="020F0502020204030204" pitchFamily="34" charset="0"/>
                </a:rPr>
                <a:t>Retry and resilience strategies are more code-driven and require additional implementation/configuration compared to Logic Apps’ built-in workflow policies</a:t>
              </a:r>
            </a:p>
          </p:txBody>
        </p:sp>
      </p:grpSp>
      <p:grpSp>
        <p:nvGrpSpPr>
          <p:cNvPr id="41" name="Group 40">
            <a:extLst>
              <a:ext uri="{FF2B5EF4-FFF2-40B4-BE49-F238E27FC236}">
                <a16:creationId xmlns:a16="http://schemas.microsoft.com/office/drawing/2014/main" id="{18A6D500-3068-A579-A957-564830B783A7}"/>
              </a:ext>
            </a:extLst>
          </p:cNvPr>
          <p:cNvGrpSpPr/>
          <p:nvPr/>
        </p:nvGrpSpPr>
        <p:grpSpPr>
          <a:xfrm>
            <a:off x="554736" y="4171866"/>
            <a:ext cx="11082528" cy="2208297"/>
            <a:chOff x="554736" y="3890985"/>
            <a:chExt cx="11082528" cy="2208297"/>
          </a:xfrm>
        </p:grpSpPr>
        <p:sp>
          <p:nvSpPr>
            <p:cNvPr id="10" name="TextBox 9">
              <a:extLst>
                <a:ext uri="{FF2B5EF4-FFF2-40B4-BE49-F238E27FC236}">
                  <a16:creationId xmlns:a16="http://schemas.microsoft.com/office/drawing/2014/main" id="{B9615305-B8CE-881C-3FFE-6F6A37ED6C5C}"/>
                </a:ext>
              </a:extLst>
            </p:cNvPr>
            <p:cNvSpPr txBox="1">
              <a:spLocks/>
            </p:cNvSpPr>
            <p:nvPr>
              <p:custDataLst>
                <p:tags r:id="rId7"/>
              </p:custDataLst>
            </p:nvPr>
          </p:nvSpPr>
          <p:spPr>
            <a:xfrm>
              <a:off x="554736" y="3890985"/>
              <a:ext cx="1153414" cy="938719"/>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dirty="0">
                  <a:cs typeface="Arial"/>
                </a:rPr>
                <a:t>Logic App</a:t>
              </a:r>
            </a:p>
            <a:p>
              <a:r>
                <a:rPr lang="en-US" sz="900" dirty="0">
                  <a:ea typeface="+mn-lt"/>
                  <a:cs typeface="+mn-lt"/>
                </a:rPr>
                <a:t>Orchestrates predefined workflows that reliably execute structured processes and system integrations.</a:t>
              </a:r>
              <a:endParaRPr lang="en-US" sz="900" b="1" dirty="0">
                <a:ea typeface="Calibri"/>
              </a:endParaRPr>
            </a:p>
          </p:txBody>
        </p:sp>
        <p:sp>
          <p:nvSpPr>
            <p:cNvPr id="11" name="TextBox 10">
              <a:extLst>
                <a:ext uri="{FF2B5EF4-FFF2-40B4-BE49-F238E27FC236}">
                  <a16:creationId xmlns:a16="http://schemas.microsoft.com/office/drawing/2014/main" id="{6DE75DFD-4F13-D59F-4E8F-E17571A3C132}"/>
                </a:ext>
              </a:extLst>
            </p:cNvPr>
            <p:cNvSpPr txBox="1">
              <a:spLocks/>
            </p:cNvSpPr>
            <p:nvPr>
              <p:custDataLst>
                <p:tags r:id="rId8"/>
              </p:custDataLst>
            </p:nvPr>
          </p:nvSpPr>
          <p:spPr>
            <a:xfrm>
              <a:off x="1875430" y="3890985"/>
              <a:ext cx="5380440" cy="140038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pPr>
              <a:r>
                <a:rPr lang="en-US" sz="900" b="1" dirty="0">
                  <a:ea typeface="Calibri" panose="020F0502020204030204" pitchFamily="34" charset="0"/>
                </a:rPr>
                <a:t>Developer control: </a:t>
              </a:r>
              <a:r>
                <a:rPr lang="en-US" sz="900" dirty="0">
                  <a:ea typeface="Calibri" panose="020F0502020204030204" pitchFamily="34" charset="0"/>
                  <a:cs typeface="Calibri" panose="020F0502020204030204" pitchFamily="34" charset="0"/>
                </a:rPr>
                <a:t>Low-code visual development accelerates delivery for simple workflows and reduces engineering effort for common automation patterns</a:t>
              </a:r>
            </a:p>
            <a:p>
              <a:pPr>
                <a:spcBef>
                  <a:spcPts val="0"/>
                </a:spcBef>
              </a:pPr>
              <a:r>
                <a:rPr lang="en-US" sz="900" b="1" dirty="0">
                  <a:ea typeface="Calibri" panose="020F0502020204030204" pitchFamily="34" charset="0"/>
                </a:rPr>
                <a:t>Orchestration: </a:t>
              </a:r>
              <a:r>
                <a:rPr lang="en-US" sz="900" dirty="0">
                  <a:ea typeface="Calibri" panose="020F0502020204030204" pitchFamily="34" charset="0"/>
                </a:rPr>
                <a:t>s</a:t>
              </a:r>
              <a:r>
                <a:rPr lang="en-US" sz="900" dirty="0">
                  <a:ea typeface="Calibri" panose="020F0502020204030204" pitchFamily="34" charset="0"/>
                  <a:cs typeface="Calibri" panose="020F0502020204030204" pitchFamily="34" charset="0"/>
                </a:rPr>
                <a:t>trong for deterministic, predefined workflows with clear execution paths</a:t>
              </a:r>
            </a:p>
            <a:p>
              <a:pPr>
                <a:spcBef>
                  <a:spcPts val="0"/>
                </a:spcBef>
              </a:pPr>
              <a:r>
                <a:rPr lang="en-US" sz="900" b="1" dirty="0">
                  <a:ea typeface="Calibri" panose="020F0502020204030204" pitchFamily="34" charset="0"/>
                  <a:cs typeface="Calibri" panose="020F0502020204030204" pitchFamily="34" charset="0"/>
                </a:rPr>
                <a:t>Infrastructure: F</a:t>
              </a:r>
              <a:r>
                <a:rPr lang="en-US" sz="900" dirty="0"/>
                <a:t>ully managed platform with built-in scaling and reliability etc., enabling teams to deploy workflows quickly with minimal infrastructure overhead</a:t>
              </a:r>
            </a:p>
            <a:p>
              <a:pPr>
                <a:spcBef>
                  <a:spcPts val="0"/>
                </a:spcBef>
              </a:pPr>
              <a:r>
                <a:rPr lang="en-US" sz="900" b="1" dirty="0">
                  <a:ea typeface="Calibri" panose="020F0502020204030204" pitchFamily="34" charset="0"/>
                  <a:cs typeface="Calibri" panose="020F0502020204030204" pitchFamily="34" charset="0"/>
                </a:rPr>
                <a:t>Enterprise integration:</a:t>
              </a:r>
              <a:r>
                <a:rPr lang="en-US" sz="900" dirty="0">
                  <a:ea typeface="Calibri" panose="020F0502020204030204" pitchFamily="34" charset="0"/>
                  <a:cs typeface="Calibri" panose="020F0502020204030204" pitchFamily="34" charset="0"/>
                </a:rPr>
                <a:t> Extensive library of prebuilt enterprise connectors enables rapid integration with Microsoft and third-party systems </a:t>
              </a:r>
            </a:p>
            <a:p>
              <a:pPr>
                <a:spcBef>
                  <a:spcPts val="0"/>
                </a:spcBef>
              </a:pPr>
              <a:r>
                <a:rPr lang="en-US" sz="900" b="1" dirty="0">
                  <a:ea typeface="Calibri" panose="020F0502020204030204" pitchFamily="34" charset="0"/>
                  <a:cs typeface="Calibri" panose="020F0502020204030204" pitchFamily="34" charset="0"/>
                </a:rPr>
                <a:t>Resilience: p</a:t>
              </a:r>
              <a:r>
                <a:rPr lang="en-US" sz="900" dirty="0"/>
                <a:t>rovides built-in retry, timeout, and exception-handling policies as native workflow capabilities, simplifying operational resilience</a:t>
              </a:r>
            </a:p>
          </p:txBody>
        </p:sp>
        <p:sp>
          <p:nvSpPr>
            <p:cNvPr id="20" name="TextBox 19">
              <a:extLst>
                <a:ext uri="{FF2B5EF4-FFF2-40B4-BE49-F238E27FC236}">
                  <a16:creationId xmlns:a16="http://schemas.microsoft.com/office/drawing/2014/main" id="{927E65D1-84C2-94EF-23A5-9106DE91EDBB}"/>
                </a:ext>
              </a:extLst>
            </p:cNvPr>
            <p:cNvSpPr txBox="1">
              <a:spLocks/>
            </p:cNvSpPr>
            <p:nvPr>
              <p:custDataLst>
                <p:tags r:id="rId9"/>
              </p:custDataLst>
            </p:nvPr>
          </p:nvSpPr>
          <p:spPr>
            <a:xfrm>
              <a:off x="7423150" y="3890985"/>
              <a:ext cx="4214114" cy="22082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pPr>
              <a:r>
                <a:rPr lang="en-US" sz="900" b="1" dirty="0">
                  <a:ea typeface="Calibri" panose="020F0502020204030204" pitchFamily="34" charset="0"/>
                  <a:cs typeface="Calibri" panose="020F0502020204030204" pitchFamily="34" charset="0"/>
                </a:rPr>
                <a:t>First-class agents:</a:t>
              </a:r>
              <a:r>
                <a:rPr lang="en-US" sz="900" dirty="0">
                  <a:ea typeface="Calibri" panose="020F0502020204030204" pitchFamily="34" charset="0"/>
                  <a:cs typeface="Calibri" panose="020F0502020204030204" pitchFamily="34" charset="0"/>
                </a:rPr>
                <a:t> Agents are treated as isolated LLM or function calls rather than independent, stateful entities </a:t>
              </a:r>
            </a:p>
            <a:p>
              <a:pPr>
                <a:spcBef>
                  <a:spcPts val="0"/>
                </a:spcBef>
              </a:pPr>
              <a:r>
                <a:rPr lang="en-US" sz="900" b="1" dirty="0">
                  <a:ea typeface="Calibri" panose="020F0502020204030204" pitchFamily="34" charset="0"/>
                  <a:cs typeface="Calibri" panose="020F0502020204030204" pitchFamily="34" charset="0"/>
                </a:rPr>
                <a:t>Agent-to-agent interaction:</a:t>
              </a:r>
              <a:r>
                <a:rPr lang="en-US" sz="900" dirty="0">
                  <a:ea typeface="Calibri" panose="020F0502020204030204" pitchFamily="34" charset="0"/>
                  <a:cs typeface="Calibri" panose="020F0502020204030204" pitchFamily="34" charset="0"/>
                </a:rPr>
                <a:t> Interactions are indirect and must be explicitly coordinated through workflow logic </a:t>
              </a:r>
            </a:p>
            <a:p>
              <a:pPr>
                <a:spcBef>
                  <a:spcPts val="0"/>
                </a:spcBef>
              </a:pPr>
              <a:r>
                <a:rPr lang="en-US" sz="900" b="1" dirty="0">
                  <a:ea typeface="Calibri" panose="020F0502020204030204" pitchFamily="34" charset="0"/>
                  <a:cs typeface="Calibri" panose="020F0502020204030204" pitchFamily="34" charset="0"/>
                </a:rPr>
                <a:t>Agent mesh</a:t>
              </a:r>
              <a:r>
                <a:rPr lang="en-US" sz="900" dirty="0">
                  <a:ea typeface="Calibri" panose="020F0502020204030204" pitchFamily="34" charset="0"/>
                  <a:cs typeface="Calibri" panose="020F0502020204030204" pitchFamily="34" charset="0"/>
                </a:rPr>
                <a:t> Relies on a centralized workflow controller, limiting mesh-style coordination </a:t>
              </a:r>
            </a:p>
            <a:p>
              <a:pPr>
                <a:spcBef>
                  <a:spcPts val="0"/>
                </a:spcBef>
              </a:pPr>
              <a:r>
                <a:rPr lang="en-US" sz="900" b="1" dirty="0">
                  <a:ea typeface="Calibri" panose="020F0502020204030204" pitchFamily="34" charset="0"/>
                  <a:cs typeface="Calibri" panose="020F0502020204030204" pitchFamily="34" charset="0"/>
                </a:rPr>
                <a:t>Runtime-driven execution:</a:t>
              </a:r>
              <a:r>
                <a:rPr lang="en-US" sz="900" dirty="0">
                  <a:ea typeface="Calibri" panose="020F0502020204030204" pitchFamily="34" charset="0"/>
                  <a:cs typeface="Calibri" panose="020F0502020204030204" pitchFamily="34" charset="0"/>
                </a:rPr>
                <a:t> Execution paths must be defined upfront, limiting adaptability </a:t>
              </a:r>
            </a:p>
            <a:p>
              <a:pPr>
                <a:spcBef>
                  <a:spcPts val="0"/>
                </a:spcBef>
              </a:pPr>
              <a:r>
                <a:rPr lang="en-US" sz="900" b="1" dirty="0">
                  <a:ea typeface="Calibri" panose="020F0502020204030204" pitchFamily="34" charset="0"/>
                  <a:cs typeface="Calibri" panose="020F0502020204030204" pitchFamily="34" charset="0"/>
                </a:rPr>
                <a:t>Iterative reasoning:</a:t>
              </a:r>
              <a:r>
                <a:rPr lang="en-US" sz="900" dirty="0">
                  <a:ea typeface="Calibri" panose="020F0502020204030204" pitchFamily="34" charset="0"/>
                  <a:cs typeface="Calibri" panose="020F0502020204030204" pitchFamily="34" charset="0"/>
                </a:rPr>
                <a:t> Iteration must be explicitly managed, making convergence workflows harder to implement </a:t>
              </a:r>
            </a:p>
            <a:p>
              <a:pPr>
                <a:spcBef>
                  <a:spcPts val="0"/>
                </a:spcBef>
              </a:pPr>
              <a:r>
                <a:rPr lang="en-US" sz="900" b="1" dirty="0">
                  <a:ea typeface="Calibri" panose="020F0502020204030204" pitchFamily="34" charset="0"/>
                  <a:cs typeface="Calibri" panose="020F0502020204030204" pitchFamily="34" charset="0"/>
                </a:rPr>
                <a:t>Memory:</a:t>
              </a:r>
              <a:r>
                <a:rPr lang="en-US" sz="900" dirty="0">
                  <a:ea typeface="Calibri" panose="020F0502020204030204" pitchFamily="34" charset="0"/>
                  <a:cs typeface="Calibri" panose="020F0502020204030204" pitchFamily="34" charset="0"/>
                </a:rPr>
                <a:t> Shared memory and context coordination must be implemented manually via workflow logic and external storage </a:t>
              </a:r>
            </a:p>
            <a:p>
              <a:pPr>
                <a:spcBef>
                  <a:spcPts val="0"/>
                </a:spcBef>
              </a:pPr>
              <a:r>
                <a:rPr lang="en-US" sz="900" b="1" dirty="0">
                  <a:ea typeface="Calibri" panose="020F0502020204030204" pitchFamily="34" charset="0"/>
                  <a:cs typeface="Calibri" panose="020F0502020204030204" pitchFamily="34" charset="0"/>
                </a:rPr>
                <a:t>Workflow complexity:</a:t>
              </a:r>
              <a:r>
                <a:rPr lang="en-US" sz="900" dirty="0">
                  <a:ea typeface="Calibri" panose="020F0502020204030204" pitchFamily="34" charset="0"/>
                  <a:cs typeface="Calibri" panose="020F0502020204030204" pitchFamily="34" charset="0"/>
                </a:rPr>
                <a:t> Complexity grows rapidly as workflows become more dynamic and multi-agent </a:t>
              </a:r>
            </a:p>
            <a:p>
              <a:pPr>
                <a:spcBef>
                  <a:spcPts val="0"/>
                </a:spcBef>
              </a:pPr>
              <a:r>
                <a:rPr lang="en-US" sz="900" b="1" dirty="0">
                  <a:ea typeface="Calibri" panose="020F0502020204030204" pitchFamily="34" charset="0"/>
                  <a:cs typeface="Calibri" panose="020F0502020204030204" pitchFamily="34" charset="0"/>
                </a:rPr>
                <a:t>Developer control:</a:t>
              </a:r>
              <a:r>
                <a:rPr lang="en-US" sz="900" dirty="0">
                  <a:ea typeface="Calibri" panose="020F0502020204030204" pitchFamily="34" charset="0"/>
                  <a:cs typeface="Calibri" panose="020F0502020204030204" pitchFamily="34" charset="0"/>
                </a:rPr>
                <a:t> Dynamic behavior and custom execution patterns are difficult to </a:t>
              </a:r>
              <a:br>
                <a:rPr lang="en-US" sz="900" dirty="0">
                  <a:ea typeface="Calibri" panose="020F0502020204030204" pitchFamily="34" charset="0"/>
                  <a:cs typeface="Calibri" panose="020F0502020204030204" pitchFamily="34" charset="0"/>
                </a:rPr>
              </a:br>
              <a:r>
                <a:rPr lang="en-US" sz="900" dirty="0">
                  <a:ea typeface="Calibri" panose="020F0502020204030204" pitchFamily="34" charset="0"/>
                  <a:cs typeface="Calibri" panose="020F0502020204030204" pitchFamily="34" charset="0"/>
                </a:rPr>
                <a:t>implement cleanly</a:t>
              </a:r>
            </a:p>
          </p:txBody>
        </p:sp>
      </p:grpSp>
      <p:cxnSp>
        <p:nvCxnSpPr>
          <p:cNvPr id="43" name="Straight Connector 42">
            <a:extLst>
              <a:ext uri="{FF2B5EF4-FFF2-40B4-BE49-F238E27FC236}">
                <a16:creationId xmlns:a16="http://schemas.microsoft.com/office/drawing/2014/main" id="{89382325-EC5F-A7C6-8959-E64C021CDCE9}"/>
              </a:ext>
            </a:extLst>
          </p:cNvPr>
          <p:cNvCxnSpPr>
            <a:cxnSpLocks/>
          </p:cNvCxnSpPr>
          <p:nvPr>
            <p:custDataLst>
              <p:tags r:id="rId6"/>
            </p:custDataLst>
          </p:nvPr>
        </p:nvCxnSpPr>
        <p:spPr>
          <a:xfrm flipV="1">
            <a:off x="554736" y="1604118"/>
            <a:ext cx="11082528" cy="0"/>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365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083F8ABE-B9B0-C430-CFC6-4BD4459981E5}"/>
              </a:ext>
            </a:extLst>
          </p:cNvPr>
          <p:cNvGraphicFramePr>
            <a:graphicFrameLocks/>
          </p:cNvGraphicFramePr>
          <p:nvPr>
            <p:custDataLst>
              <p:tags r:id="rId1"/>
            </p:custDataLst>
            <p:extLst>
              <p:ext uri="{D42A27DB-BD31-4B8C-83A1-F6EECF244321}">
                <p14:modId xmlns:p14="http://schemas.microsoft.com/office/powerpoint/2010/main" val="7596519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6" imgH="486" progId="TCLayout.ActiveDocument.1">
                  <p:embed/>
                </p:oleObj>
              </mc:Choice>
              <mc:Fallback>
                <p:oleObj name="think-cell Slide" r:id="rId10" imgW="486" imgH="486" progId="TCLayout.ActiveDocument.1">
                  <p:embed/>
                  <p:pic>
                    <p:nvPicPr>
                      <p:cNvPr id="19" name="think-cell data - do not delete" hidden="1">
                        <a:extLst>
                          <a:ext uri="{FF2B5EF4-FFF2-40B4-BE49-F238E27FC236}">
                            <a16:creationId xmlns:a16="http://schemas.microsoft.com/office/drawing/2014/main" id="{083F8ABE-B9B0-C430-CFC6-4BD4459981E5}"/>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52576DB7-560A-ED45-4DE3-E5CCFDAEE259}"/>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1DA8E21A-DD14-AE23-54BA-825D700D377F}"/>
              </a:ext>
            </a:extLst>
          </p:cNvPr>
          <p:cNvSpPr>
            <a:spLocks noGrp="1"/>
          </p:cNvSpPr>
          <p:nvPr>
            <p:ph type="title"/>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lstStyle/>
          <a:p>
            <a:r>
              <a:rPr lang="en-GB" dirty="0">
                <a:ea typeface="Calibri"/>
                <a:cs typeface="Calibri"/>
              </a:rPr>
              <a:t>Control pane - observability</a:t>
            </a:r>
            <a:endParaRPr lang="en-GB" dirty="0"/>
          </a:p>
        </p:txBody>
      </p:sp>
      <p:grpSp>
        <p:nvGrpSpPr>
          <p:cNvPr id="40" name="Group 39">
            <a:extLst>
              <a:ext uri="{FF2B5EF4-FFF2-40B4-BE49-F238E27FC236}">
                <a16:creationId xmlns:a16="http://schemas.microsoft.com/office/drawing/2014/main" id="{710319E0-DCD7-36BA-FFAC-4E214CC3007E}"/>
              </a:ext>
            </a:extLst>
          </p:cNvPr>
          <p:cNvGrpSpPr/>
          <p:nvPr/>
        </p:nvGrpSpPr>
        <p:grpSpPr>
          <a:xfrm>
            <a:off x="554736" y="1082234"/>
            <a:ext cx="854964" cy="3016472"/>
            <a:chOff x="554736" y="1082234"/>
            <a:chExt cx="1228818" cy="3016472"/>
          </a:xfrm>
        </p:grpSpPr>
        <p:sp>
          <p:nvSpPr>
            <p:cNvPr id="10" name="TextBox 9">
              <a:extLst>
                <a:ext uri="{FF2B5EF4-FFF2-40B4-BE49-F238E27FC236}">
                  <a16:creationId xmlns:a16="http://schemas.microsoft.com/office/drawing/2014/main" id="{BF6752DB-6516-810E-0D9D-5CE12A5A6E8B}"/>
                </a:ext>
              </a:extLst>
            </p:cNvPr>
            <p:cNvSpPr txBox="1"/>
            <p:nvPr/>
          </p:nvSpPr>
          <p:spPr>
            <a:xfrm>
              <a:off x="554736" y="3606263"/>
              <a:ext cx="1228818" cy="492443"/>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300"/>
                </a:spcAft>
              </a:pPr>
              <a:r>
                <a:rPr lang="en-GB" sz="1600" b="1" dirty="0">
                  <a:ea typeface="Calibri"/>
                  <a:cs typeface="Calibri"/>
                </a:rPr>
                <a:t>Workflow traces</a:t>
              </a:r>
              <a:endParaRPr lang="en-US" b="1" dirty="0"/>
            </a:p>
          </p:txBody>
        </p:sp>
        <p:sp>
          <p:nvSpPr>
            <p:cNvPr id="2" name="TextBox 1">
              <a:extLst>
                <a:ext uri="{FF2B5EF4-FFF2-40B4-BE49-F238E27FC236}">
                  <a16:creationId xmlns:a16="http://schemas.microsoft.com/office/drawing/2014/main" id="{A8388152-DB4A-D3C7-4549-0D2D106DE67B}"/>
                </a:ext>
              </a:extLst>
            </p:cNvPr>
            <p:cNvSpPr txBox="1"/>
            <p:nvPr/>
          </p:nvSpPr>
          <p:spPr>
            <a:xfrm>
              <a:off x="554736" y="1082234"/>
              <a:ext cx="1228818" cy="246221"/>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300"/>
                </a:spcAft>
              </a:pPr>
              <a:r>
                <a:rPr lang="en-GB" sz="1600" b="1" dirty="0">
                  <a:ea typeface="Calibri"/>
                  <a:cs typeface="Calibri"/>
                </a:rPr>
                <a:t>Agent traces</a:t>
              </a:r>
              <a:endParaRPr lang="en-US" b="1" dirty="0"/>
            </a:p>
          </p:txBody>
        </p:sp>
      </p:grpSp>
      <p:grpSp>
        <p:nvGrpSpPr>
          <p:cNvPr id="39" name="Group 38">
            <a:extLst>
              <a:ext uri="{FF2B5EF4-FFF2-40B4-BE49-F238E27FC236}">
                <a16:creationId xmlns:a16="http://schemas.microsoft.com/office/drawing/2014/main" id="{F008381D-D22D-51C3-95B4-B4F1B9B9EEF1}"/>
              </a:ext>
            </a:extLst>
          </p:cNvPr>
          <p:cNvGrpSpPr/>
          <p:nvPr/>
        </p:nvGrpSpPr>
        <p:grpSpPr>
          <a:xfrm>
            <a:off x="1642723" y="1082234"/>
            <a:ext cx="4791365" cy="5367779"/>
            <a:chOff x="1878864" y="1082234"/>
            <a:chExt cx="4791365" cy="5367779"/>
          </a:xfrm>
        </p:grpSpPr>
        <p:pic>
          <p:nvPicPr>
            <p:cNvPr id="14" name="Picture 13" descr="A screenshot of a computer&#10;&#10;AI-generated content may be incorrect.">
              <a:extLst>
                <a:ext uri="{FF2B5EF4-FFF2-40B4-BE49-F238E27FC236}">
                  <a16:creationId xmlns:a16="http://schemas.microsoft.com/office/drawing/2014/main" id="{FAEF2300-D246-8823-7426-745148020A99}"/>
                </a:ext>
              </a:extLst>
            </p:cNvPr>
            <p:cNvPicPr>
              <a:picLocks noChangeAspect="1"/>
            </p:cNvPicPr>
            <p:nvPr/>
          </p:nvPicPr>
          <p:blipFill>
            <a:blip r:embed="rId12"/>
            <a:stretch>
              <a:fillRect/>
            </a:stretch>
          </p:blipFill>
          <p:spPr>
            <a:xfrm>
              <a:off x="1878864" y="3606263"/>
              <a:ext cx="4095288" cy="2843750"/>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37B6BF28-2DD2-9421-58F5-188AD119B714}"/>
                </a:ext>
              </a:extLst>
            </p:cNvPr>
            <p:cNvPicPr>
              <a:picLocks noChangeAspect="1"/>
            </p:cNvPicPr>
            <p:nvPr/>
          </p:nvPicPr>
          <p:blipFill>
            <a:blip r:embed="rId13"/>
            <a:stretch>
              <a:fillRect/>
            </a:stretch>
          </p:blipFill>
          <p:spPr>
            <a:xfrm>
              <a:off x="1878864" y="1082234"/>
              <a:ext cx="4791365" cy="2291394"/>
            </a:xfrm>
            <a:prstGeom prst="rect">
              <a:avLst/>
            </a:prstGeom>
          </p:spPr>
        </p:pic>
      </p:grpSp>
      <p:cxnSp>
        <p:nvCxnSpPr>
          <p:cNvPr id="16" name="Straight Connector 15">
            <a:extLst>
              <a:ext uri="{FF2B5EF4-FFF2-40B4-BE49-F238E27FC236}">
                <a16:creationId xmlns:a16="http://schemas.microsoft.com/office/drawing/2014/main" id="{D7C2B9FC-FBE9-D5D4-92E6-340B1A29623C}"/>
              </a:ext>
            </a:extLst>
          </p:cNvPr>
          <p:cNvCxnSpPr>
            <a:cxnSpLocks/>
          </p:cNvCxnSpPr>
          <p:nvPr>
            <p:custDataLst>
              <p:tags r:id="rId2"/>
            </p:custDataLst>
          </p:nvPr>
        </p:nvCxnSpPr>
        <p:spPr>
          <a:xfrm>
            <a:off x="6667111" y="2214254"/>
            <a:ext cx="497015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68666E4-B163-4000-3BE8-592B15EE09E7}"/>
              </a:ext>
            </a:extLst>
          </p:cNvPr>
          <p:cNvCxnSpPr>
            <a:cxnSpLocks/>
          </p:cNvCxnSpPr>
          <p:nvPr>
            <p:custDataLst>
              <p:tags r:id="rId3"/>
            </p:custDataLst>
          </p:nvPr>
        </p:nvCxnSpPr>
        <p:spPr>
          <a:xfrm flipV="1">
            <a:off x="6667111" y="2974481"/>
            <a:ext cx="497015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0E5C672-D8C8-EBA8-8C9C-AD740E9FB1D3}"/>
              </a:ext>
            </a:extLst>
          </p:cNvPr>
          <p:cNvSpPr txBox="1">
            <a:spLocks/>
          </p:cNvSpPr>
          <p:nvPr>
            <p:custDataLst>
              <p:tags r:id="rId4"/>
            </p:custDataLst>
          </p:nvPr>
        </p:nvSpPr>
        <p:spPr>
          <a:xfrm>
            <a:off x="7932420" y="1958035"/>
            <a:ext cx="3704842"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Details</a:t>
            </a:r>
          </a:p>
        </p:txBody>
      </p:sp>
      <p:sp>
        <p:nvSpPr>
          <p:cNvPr id="7" name="TextBox 6">
            <a:extLst>
              <a:ext uri="{FF2B5EF4-FFF2-40B4-BE49-F238E27FC236}">
                <a16:creationId xmlns:a16="http://schemas.microsoft.com/office/drawing/2014/main" id="{4EDA60CB-0331-F2D7-C646-3153FB3105F6}"/>
              </a:ext>
            </a:extLst>
          </p:cNvPr>
          <p:cNvSpPr txBox="1">
            <a:spLocks/>
          </p:cNvSpPr>
          <p:nvPr>
            <p:custDataLst>
              <p:tags r:id="rId5"/>
            </p:custDataLst>
          </p:nvPr>
        </p:nvSpPr>
        <p:spPr>
          <a:xfrm>
            <a:off x="6667111" y="2272052"/>
            <a:ext cx="1079889" cy="21544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Arial"/>
              </a:rPr>
              <a:t>1. Traces</a:t>
            </a:r>
            <a:endParaRPr lang="en-US" sz="1400" b="1" dirty="0"/>
          </a:p>
        </p:txBody>
      </p:sp>
      <p:sp>
        <p:nvSpPr>
          <p:cNvPr id="22" name="TextBox 21">
            <a:extLst>
              <a:ext uri="{FF2B5EF4-FFF2-40B4-BE49-F238E27FC236}">
                <a16:creationId xmlns:a16="http://schemas.microsoft.com/office/drawing/2014/main" id="{DC3A341A-FD5D-608F-C652-16B00158223F}"/>
              </a:ext>
            </a:extLst>
          </p:cNvPr>
          <p:cNvSpPr txBox="1">
            <a:spLocks/>
          </p:cNvSpPr>
          <p:nvPr/>
        </p:nvSpPr>
        <p:spPr>
          <a:xfrm>
            <a:off x="7932420" y="2272052"/>
            <a:ext cx="3704842"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Application Insights is set up for both agent and workflow traces, including input, output, token sage, </a:t>
            </a:r>
            <a:br>
              <a:rPr lang="en-US" sz="1200" dirty="0"/>
            </a:br>
            <a:r>
              <a:rPr lang="en-US" sz="1200" dirty="0"/>
              <a:t>event run time etc.</a:t>
            </a:r>
          </a:p>
        </p:txBody>
      </p:sp>
      <p:sp>
        <p:nvSpPr>
          <p:cNvPr id="8" name="TextBox 7">
            <a:extLst>
              <a:ext uri="{FF2B5EF4-FFF2-40B4-BE49-F238E27FC236}">
                <a16:creationId xmlns:a16="http://schemas.microsoft.com/office/drawing/2014/main" id="{C3638DA3-3C58-BD03-BC2E-520341BCCEC3}"/>
              </a:ext>
            </a:extLst>
          </p:cNvPr>
          <p:cNvSpPr txBox="1">
            <a:spLocks/>
          </p:cNvSpPr>
          <p:nvPr>
            <p:custDataLst>
              <p:tags r:id="rId6"/>
            </p:custDataLst>
          </p:nvPr>
        </p:nvSpPr>
        <p:spPr>
          <a:xfrm>
            <a:off x="6667111" y="3122912"/>
            <a:ext cx="1079889" cy="430887"/>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cs typeface="Arial"/>
              </a:rPr>
              <a:t>2. Live dashboard</a:t>
            </a:r>
            <a:endParaRPr lang="en-US" sz="1400" b="1" dirty="0"/>
          </a:p>
        </p:txBody>
      </p:sp>
      <p:sp>
        <p:nvSpPr>
          <p:cNvPr id="24" name="TextBox 23">
            <a:extLst>
              <a:ext uri="{FF2B5EF4-FFF2-40B4-BE49-F238E27FC236}">
                <a16:creationId xmlns:a16="http://schemas.microsoft.com/office/drawing/2014/main" id="{F5FDBEB6-926F-7061-1944-31CDE875E379}"/>
              </a:ext>
            </a:extLst>
          </p:cNvPr>
          <p:cNvSpPr txBox="1">
            <a:spLocks/>
          </p:cNvSpPr>
          <p:nvPr/>
        </p:nvSpPr>
        <p:spPr>
          <a:xfrm>
            <a:off x="7932420" y="3122912"/>
            <a:ext cx="3704842" cy="136960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ea typeface="Calibri" panose="020F0502020204030204" pitchFamily="34" charset="0"/>
              </a:rPr>
              <a:t>Application Insights will be used to provide live dashboards across all agents, enabling visibility into error rates (by tool or model), number of runs, and token consumption (input/output) by model.</a:t>
            </a:r>
          </a:p>
          <a:p>
            <a:r>
              <a:rPr lang="en-US" sz="1200" dirty="0">
                <a:ea typeface="Calibri" panose="020F0502020204030204" pitchFamily="34" charset="0"/>
                <a:cs typeface="Calibri" panose="020F0502020204030204" pitchFamily="34" charset="0"/>
              </a:rPr>
              <a:t>Foundry will be leveraged to deliver agent-level monitoring, including live dashboards on estimated cost, token usage, error rates, and run volumes.</a:t>
            </a:r>
          </a:p>
        </p:txBody>
      </p:sp>
      <p:sp>
        <p:nvSpPr>
          <p:cNvPr id="5" name="TextBox 9">
            <a:extLst>
              <a:ext uri="{FF2B5EF4-FFF2-40B4-BE49-F238E27FC236}">
                <a16:creationId xmlns:a16="http://schemas.microsoft.com/office/drawing/2014/main" id="{CAA52A2B-8FC6-85CA-A2F8-99A3F912FCDD}"/>
              </a:ext>
            </a:extLst>
          </p:cNvPr>
          <p:cNvSpPr txBox="1">
            <a:spLocks/>
          </p:cNvSpPr>
          <p:nvPr/>
        </p:nvSpPr>
        <p:spPr>
          <a:xfrm>
            <a:off x="6667111" y="4789380"/>
            <a:ext cx="1079889" cy="430887"/>
          </a:xfrm>
          <a:prstGeom prst="rect">
            <a:avLst/>
          </a:prstGeom>
        </p:spPr>
        <p:txBody>
          <a:bodyPr vert="horz" wrap="square" lIns="0" tIns="0" rIns="0" bIns="0" rtlCol="0" anchor="t">
            <a:no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182880" lvl="1"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2pPr>
            <a:lvl3pPr marL="365760" lvl="2"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3pPr>
            <a:lvl4pPr marL="548640" lvl="3"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4pPr>
            <a:lvl5pPr marL="731520" lvl="4" indent="-182880" algn="l" defTabSz="914400" rtl="0" eaLnBrk="1" latinLnBrk="0" hangingPunct="1">
              <a:lnSpc>
                <a:spcPct val="100000"/>
              </a:lnSpc>
              <a:spcBef>
                <a:spcPts val="0"/>
              </a:spcBef>
              <a:spcAft>
                <a:spcPts val="300"/>
              </a:spcAft>
              <a:buClrTx/>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400" b="1" dirty="0">
                <a:cs typeface="Arial"/>
              </a:rPr>
              <a:t>3. Agent evaluation</a:t>
            </a:r>
          </a:p>
        </p:txBody>
      </p:sp>
      <p:sp>
        <p:nvSpPr>
          <p:cNvPr id="26" name="TextBox 25">
            <a:extLst>
              <a:ext uri="{FF2B5EF4-FFF2-40B4-BE49-F238E27FC236}">
                <a16:creationId xmlns:a16="http://schemas.microsoft.com/office/drawing/2014/main" id="{7138E787-6DB6-FC8E-94E6-3E106F4596BD}"/>
              </a:ext>
            </a:extLst>
          </p:cNvPr>
          <p:cNvSpPr txBox="1">
            <a:spLocks/>
          </p:cNvSpPr>
          <p:nvPr/>
        </p:nvSpPr>
        <p:spPr>
          <a:xfrm>
            <a:off x="7932420" y="4789380"/>
            <a:ext cx="3704842" cy="100027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Offline: save source of truth in blob storage and register in Foundry. Use evaluate() function supported by foundry to spin up custom evaluator for each agent</a:t>
            </a:r>
          </a:p>
          <a:p>
            <a:r>
              <a:rPr lang="en-US" sz="1200" dirty="0"/>
              <a:t>Online: Foundry supports built-in evaluators on relevance, coherence, grounding etc.</a:t>
            </a:r>
          </a:p>
        </p:txBody>
      </p:sp>
      <p:cxnSp>
        <p:nvCxnSpPr>
          <p:cNvPr id="35" name="Straight Connector 34">
            <a:extLst>
              <a:ext uri="{FF2B5EF4-FFF2-40B4-BE49-F238E27FC236}">
                <a16:creationId xmlns:a16="http://schemas.microsoft.com/office/drawing/2014/main" id="{62BC8321-845D-4419-28CD-737A03ECF467}"/>
              </a:ext>
            </a:extLst>
          </p:cNvPr>
          <p:cNvCxnSpPr>
            <a:cxnSpLocks/>
          </p:cNvCxnSpPr>
          <p:nvPr>
            <p:custDataLst>
              <p:tags r:id="rId7"/>
            </p:custDataLst>
          </p:nvPr>
        </p:nvCxnSpPr>
        <p:spPr>
          <a:xfrm flipV="1">
            <a:off x="6667111" y="4640949"/>
            <a:ext cx="497015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18BD569-29F2-4EA8-7A35-E1ADEA8601A0}"/>
              </a:ext>
            </a:extLst>
          </p:cNvPr>
          <p:cNvSpPr txBox="1">
            <a:spLocks/>
          </p:cNvSpPr>
          <p:nvPr>
            <p:custDataLst>
              <p:tags r:id="rId8"/>
            </p:custDataLst>
          </p:nvPr>
        </p:nvSpPr>
        <p:spPr>
          <a:xfrm>
            <a:off x="6667110" y="1742592"/>
            <a:ext cx="1079889" cy="430887"/>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Core component</a:t>
            </a:r>
          </a:p>
        </p:txBody>
      </p:sp>
    </p:spTree>
    <p:extLst>
      <p:ext uri="{BB962C8B-B14F-4D97-AF65-F5344CB8AC3E}">
        <p14:creationId xmlns:p14="http://schemas.microsoft.com/office/powerpoint/2010/main" val="1442178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915DC315-412E-0B66-94CD-A6D8402195DA}"/>
              </a:ext>
            </a:extLst>
          </p:cNvPr>
          <p:cNvGraphicFramePr>
            <a:graphicFrameLocks/>
          </p:cNvGraphicFramePr>
          <p:nvPr>
            <p:custDataLst>
              <p:tags r:id="rId1"/>
            </p:custDataLst>
            <p:extLst>
              <p:ext uri="{D42A27DB-BD31-4B8C-83A1-F6EECF244321}">
                <p14:modId xmlns:p14="http://schemas.microsoft.com/office/powerpoint/2010/main" val="3395093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486" imgH="486" progId="TCLayout.ActiveDocument.1">
                  <p:embed/>
                </p:oleObj>
              </mc:Choice>
              <mc:Fallback>
                <p:oleObj name="think-cell Slide" r:id="rId28" imgW="486" imgH="486" progId="TCLayout.ActiveDocument.1">
                  <p:embed/>
                  <p:pic>
                    <p:nvPicPr>
                      <p:cNvPr id="41" name="think-cell data - do not delete" hidden="1">
                        <a:extLst>
                          <a:ext uri="{FF2B5EF4-FFF2-40B4-BE49-F238E27FC236}">
                            <a16:creationId xmlns:a16="http://schemas.microsoft.com/office/drawing/2014/main" id="{915DC315-412E-0B66-94CD-A6D8402195DA}"/>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Subtitle 1">
            <a:extLst>
              <a:ext uri="{FF2B5EF4-FFF2-40B4-BE49-F238E27FC236}">
                <a16:creationId xmlns:a16="http://schemas.microsoft.com/office/drawing/2014/main" id="{18DADD4C-1C30-3A11-EF48-EA8D1EDC2CB1}"/>
              </a:ext>
            </a:extLst>
          </p:cNvPr>
          <p:cNvSpPr>
            <a:spLocks noGrp="1"/>
          </p:cNvSpPr>
          <p:nvPr>
            <p:ph type="subTitle" idx="1"/>
          </p:nvPr>
        </p:nvSpPr>
        <p:spPr>
          <a:xfrm>
            <a:off x="554736" y="1018871"/>
            <a:ext cx="11082528" cy="246221"/>
          </a:xfrm>
        </p:spPr>
        <p:txBody>
          <a:bodyPr/>
          <a:lstStyle/>
          <a:p>
            <a:endParaRPr lang="en-GB" dirty="0"/>
          </a:p>
        </p:txBody>
      </p:sp>
      <p:sp>
        <p:nvSpPr>
          <p:cNvPr id="3" name="Text Placeholder 2">
            <a:extLst>
              <a:ext uri="{FF2B5EF4-FFF2-40B4-BE49-F238E27FC236}">
                <a16:creationId xmlns:a16="http://schemas.microsoft.com/office/drawing/2014/main" id="{627120D8-90A5-5289-9315-635576646E83}"/>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A5715FC4-44AE-FA0D-23C1-A4E64403C152}"/>
              </a:ext>
            </a:extLst>
          </p:cNvPr>
          <p:cNvSpPr>
            <a:spLocks noGrp="1"/>
          </p:cNvSpPr>
          <p:nvPr>
            <p:ph type="title"/>
          </p:nvPr>
        </p:nvSpPr>
        <p:spPr>
          <a:xfrm>
            <a:off x="554736" y="553362"/>
            <a:ext cx="11082528" cy="384721"/>
          </a:xfrm>
        </p:spPr>
        <p:txBody>
          <a:bodyPr vert="horz"/>
          <a:lstStyle/>
          <a:p>
            <a:r>
              <a:rPr lang="en-GB">
                <a:ea typeface="Calibri"/>
                <a:cs typeface="Calibri"/>
              </a:rPr>
              <a:t>System integration</a:t>
            </a:r>
            <a:endParaRPr lang="en-GB"/>
          </a:p>
        </p:txBody>
      </p:sp>
      <p:cxnSp>
        <p:nvCxnSpPr>
          <p:cNvPr id="20" name="Straight Connector 19">
            <a:extLst>
              <a:ext uri="{FF2B5EF4-FFF2-40B4-BE49-F238E27FC236}">
                <a16:creationId xmlns:a16="http://schemas.microsoft.com/office/drawing/2014/main" id="{F608BEB0-4514-FB4D-A5C6-A865DA38CD10}"/>
              </a:ext>
            </a:extLst>
          </p:cNvPr>
          <p:cNvCxnSpPr>
            <a:cxnSpLocks/>
          </p:cNvCxnSpPr>
          <p:nvPr>
            <p:custDataLst>
              <p:tags r:id="rId2"/>
            </p:custDataLst>
          </p:nvPr>
        </p:nvCxnSpPr>
        <p:spPr>
          <a:xfrm>
            <a:off x="6667110" y="3038091"/>
            <a:ext cx="497015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0CD293D-BF52-2FBF-6B9F-D8774742A8D6}"/>
              </a:ext>
            </a:extLst>
          </p:cNvPr>
          <p:cNvCxnSpPr>
            <a:cxnSpLocks/>
          </p:cNvCxnSpPr>
          <p:nvPr>
            <p:custDataLst>
              <p:tags r:id="rId3"/>
            </p:custDataLst>
          </p:nvPr>
        </p:nvCxnSpPr>
        <p:spPr>
          <a:xfrm>
            <a:off x="6667110" y="4108504"/>
            <a:ext cx="497015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2D14B70-6C4D-E020-F2CE-A67DB27BEBBC}"/>
              </a:ext>
            </a:extLst>
          </p:cNvPr>
          <p:cNvCxnSpPr>
            <a:cxnSpLocks/>
          </p:cNvCxnSpPr>
          <p:nvPr>
            <p:custDataLst>
              <p:tags r:id="rId4"/>
            </p:custDataLst>
          </p:nvPr>
        </p:nvCxnSpPr>
        <p:spPr>
          <a:xfrm>
            <a:off x="6667110" y="5086584"/>
            <a:ext cx="497015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BEA88B2-46D8-60D3-372B-62A8C9FEBA1A}"/>
              </a:ext>
            </a:extLst>
          </p:cNvPr>
          <p:cNvCxnSpPr>
            <a:cxnSpLocks/>
          </p:cNvCxnSpPr>
          <p:nvPr>
            <p:custDataLst>
              <p:tags r:id="rId5"/>
            </p:custDataLst>
          </p:nvPr>
        </p:nvCxnSpPr>
        <p:spPr>
          <a:xfrm>
            <a:off x="6667111" y="2214254"/>
            <a:ext cx="497015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FF64307D-1924-8544-B337-AA444606F1C4}"/>
              </a:ext>
            </a:extLst>
          </p:cNvPr>
          <p:cNvGrpSpPr/>
          <p:nvPr/>
        </p:nvGrpSpPr>
        <p:grpSpPr>
          <a:xfrm>
            <a:off x="6667111" y="2272052"/>
            <a:ext cx="4970152" cy="553998"/>
            <a:chOff x="6667110" y="2373980"/>
            <a:chExt cx="4970152" cy="553998"/>
          </a:xfrm>
        </p:grpSpPr>
        <p:sp>
          <p:nvSpPr>
            <p:cNvPr id="10" name="TextBox 9">
              <a:extLst>
                <a:ext uri="{FF2B5EF4-FFF2-40B4-BE49-F238E27FC236}">
                  <a16:creationId xmlns:a16="http://schemas.microsoft.com/office/drawing/2014/main" id="{E6E4E090-1046-7605-ABD0-E70C56128C71}"/>
                </a:ext>
              </a:extLst>
            </p:cNvPr>
            <p:cNvSpPr txBox="1">
              <a:spLocks/>
            </p:cNvSpPr>
            <p:nvPr>
              <p:custDataLst>
                <p:tags r:id="rId25"/>
              </p:custDataLst>
            </p:nvPr>
          </p:nvSpPr>
          <p:spPr>
            <a:xfrm>
              <a:off x="6667110" y="2373980"/>
              <a:ext cx="10798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1. Ingestion Layer</a:t>
              </a:r>
            </a:p>
          </p:txBody>
        </p:sp>
        <p:sp>
          <p:nvSpPr>
            <p:cNvPr id="15" name="TextBox 14">
              <a:extLst>
                <a:ext uri="{FF2B5EF4-FFF2-40B4-BE49-F238E27FC236}">
                  <a16:creationId xmlns:a16="http://schemas.microsoft.com/office/drawing/2014/main" id="{0A7DA6DE-B636-7A7F-35C4-0325F53E7B2A}"/>
                </a:ext>
              </a:extLst>
            </p:cNvPr>
            <p:cNvSpPr txBox="1">
              <a:spLocks/>
            </p:cNvSpPr>
            <p:nvPr>
              <p:custDataLst>
                <p:tags r:id="rId26"/>
              </p:custDataLst>
            </p:nvPr>
          </p:nvSpPr>
          <p:spPr>
            <a:xfrm>
              <a:off x="7932420" y="2373980"/>
              <a:ext cx="3704842" cy="553998"/>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Handles incoming requests from external sources (e.g., email, apps) via APIs. Validates inputs and routes them into the orchestration flow.</a:t>
              </a:r>
            </a:p>
          </p:txBody>
        </p:sp>
      </p:grpSp>
      <p:grpSp>
        <p:nvGrpSpPr>
          <p:cNvPr id="37" name="Group 36">
            <a:extLst>
              <a:ext uri="{FF2B5EF4-FFF2-40B4-BE49-F238E27FC236}">
                <a16:creationId xmlns:a16="http://schemas.microsoft.com/office/drawing/2014/main" id="{D7CA8566-A2C8-84A1-967A-8C291525C294}"/>
              </a:ext>
            </a:extLst>
          </p:cNvPr>
          <p:cNvGrpSpPr/>
          <p:nvPr/>
        </p:nvGrpSpPr>
        <p:grpSpPr>
          <a:xfrm>
            <a:off x="6667110" y="3250132"/>
            <a:ext cx="4970152" cy="646331"/>
            <a:chOff x="6667110" y="3348862"/>
            <a:chExt cx="4970152" cy="646331"/>
          </a:xfrm>
        </p:grpSpPr>
        <p:sp>
          <p:nvSpPr>
            <p:cNvPr id="11" name="TextBox 10">
              <a:extLst>
                <a:ext uri="{FF2B5EF4-FFF2-40B4-BE49-F238E27FC236}">
                  <a16:creationId xmlns:a16="http://schemas.microsoft.com/office/drawing/2014/main" id="{33690BF6-96F2-6067-5C36-1C6A0062DA23}"/>
                </a:ext>
              </a:extLst>
            </p:cNvPr>
            <p:cNvSpPr txBox="1">
              <a:spLocks/>
            </p:cNvSpPr>
            <p:nvPr>
              <p:custDataLst>
                <p:tags r:id="rId23"/>
              </p:custDataLst>
            </p:nvPr>
          </p:nvSpPr>
          <p:spPr>
            <a:xfrm>
              <a:off x="6667110" y="3348862"/>
              <a:ext cx="1079889"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2. Orchestration Layer</a:t>
              </a:r>
            </a:p>
          </p:txBody>
        </p:sp>
        <p:sp>
          <p:nvSpPr>
            <p:cNvPr id="16" name="TextBox 15">
              <a:extLst>
                <a:ext uri="{FF2B5EF4-FFF2-40B4-BE49-F238E27FC236}">
                  <a16:creationId xmlns:a16="http://schemas.microsoft.com/office/drawing/2014/main" id="{145FAF31-0134-8E52-D9C9-8EDCE302D22C}"/>
                </a:ext>
              </a:extLst>
            </p:cNvPr>
            <p:cNvSpPr txBox="1">
              <a:spLocks/>
            </p:cNvSpPr>
            <p:nvPr>
              <p:custDataLst>
                <p:tags r:id="rId24"/>
              </p:custDataLst>
            </p:nvPr>
          </p:nvSpPr>
          <p:spPr>
            <a:xfrm>
              <a:off x="7932420" y="3348862"/>
              <a:ext cx="3704842" cy="553998"/>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Coordinates the end-to-end workflow using the agent framework. Manages state, handles pauses (e.g., human-in-the-loop), and controls execution logic</a:t>
              </a:r>
              <a:endParaRPr lang="en-US" sz="1200">
                <a:latin typeface="Gill Sans MT" panose="020B0502020104020203" pitchFamily="34" charset="77"/>
              </a:endParaRPr>
            </a:p>
          </p:txBody>
        </p:sp>
      </p:grpSp>
      <p:grpSp>
        <p:nvGrpSpPr>
          <p:cNvPr id="38" name="Group 37">
            <a:extLst>
              <a:ext uri="{FF2B5EF4-FFF2-40B4-BE49-F238E27FC236}">
                <a16:creationId xmlns:a16="http://schemas.microsoft.com/office/drawing/2014/main" id="{A0554A58-E932-F992-269D-6A2F6387CB10}"/>
              </a:ext>
            </a:extLst>
          </p:cNvPr>
          <p:cNvGrpSpPr/>
          <p:nvPr/>
        </p:nvGrpSpPr>
        <p:grpSpPr>
          <a:xfrm>
            <a:off x="6667110" y="4320545"/>
            <a:ext cx="4970152" cy="553998"/>
            <a:chOff x="6667110" y="4323744"/>
            <a:chExt cx="4970152" cy="553998"/>
          </a:xfrm>
        </p:grpSpPr>
        <p:sp>
          <p:nvSpPr>
            <p:cNvPr id="12" name="TextBox 11">
              <a:extLst>
                <a:ext uri="{FF2B5EF4-FFF2-40B4-BE49-F238E27FC236}">
                  <a16:creationId xmlns:a16="http://schemas.microsoft.com/office/drawing/2014/main" id="{CF443610-77D8-5EB3-4BBE-A56ED11D8849}"/>
                </a:ext>
              </a:extLst>
            </p:cNvPr>
            <p:cNvSpPr txBox="1">
              <a:spLocks/>
            </p:cNvSpPr>
            <p:nvPr>
              <p:custDataLst>
                <p:tags r:id="rId21"/>
              </p:custDataLst>
            </p:nvPr>
          </p:nvSpPr>
          <p:spPr>
            <a:xfrm>
              <a:off x="6667110" y="4323744"/>
              <a:ext cx="10798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3. Agent &amp; Tools Layer</a:t>
              </a:r>
            </a:p>
          </p:txBody>
        </p:sp>
        <p:sp>
          <p:nvSpPr>
            <p:cNvPr id="17" name="TextBox 16">
              <a:extLst>
                <a:ext uri="{FF2B5EF4-FFF2-40B4-BE49-F238E27FC236}">
                  <a16:creationId xmlns:a16="http://schemas.microsoft.com/office/drawing/2014/main" id="{6B12DE0D-0921-A092-F7C7-F9603FEC9EBC}"/>
                </a:ext>
              </a:extLst>
            </p:cNvPr>
            <p:cNvSpPr txBox="1">
              <a:spLocks/>
            </p:cNvSpPr>
            <p:nvPr>
              <p:custDataLst>
                <p:tags r:id="rId22"/>
              </p:custDataLst>
            </p:nvPr>
          </p:nvSpPr>
          <p:spPr>
            <a:xfrm>
              <a:off x="7932420" y="4323744"/>
              <a:ext cx="3704842" cy="553998"/>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Agents execute tasks and interact with registered tools via MCP servers. Enables modular, reusable capabilities and dynamic tool calling</a:t>
              </a:r>
              <a:endParaRPr lang="en-US" sz="1200">
                <a:latin typeface="Gill Sans MT" panose="020B0502020104020203" pitchFamily="34" charset="77"/>
              </a:endParaRPr>
            </a:p>
          </p:txBody>
        </p:sp>
      </p:grpSp>
      <p:grpSp>
        <p:nvGrpSpPr>
          <p:cNvPr id="39" name="Group 38">
            <a:extLst>
              <a:ext uri="{FF2B5EF4-FFF2-40B4-BE49-F238E27FC236}">
                <a16:creationId xmlns:a16="http://schemas.microsoft.com/office/drawing/2014/main" id="{519FEAB7-7DC0-19F5-8503-A884FE746DFD}"/>
              </a:ext>
            </a:extLst>
          </p:cNvPr>
          <p:cNvGrpSpPr/>
          <p:nvPr/>
        </p:nvGrpSpPr>
        <p:grpSpPr>
          <a:xfrm>
            <a:off x="6667110" y="5298627"/>
            <a:ext cx="4970152" cy="646331"/>
            <a:chOff x="6667110" y="5298627"/>
            <a:chExt cx="4970152" cy="646331"/>
          </a:xfrm>
        </p:grpSpPr>
        <p:sp>
          <p:nvSpPr>
            <p:cNvPr id="13" name="TextBox 12">
              <a:extLst>
                <a:ext uri="{FF2B5EF4-FFF2-40B4-BE49-F238E27FC236}">
                  <a16:creationId xmlns:a16="http://schemas.microsoft.com/office/drawing/2014/main" id="{3A0FBCCE-E872-1BB4-E50F-43B9C9C4E92F}"/>
                </a:ext>
              </a:extLst>
            </p:cNvPr>
            <p:cNvSpPr txBox="1">
              <a:spLocks/>
            </p:cNvSpPr>
            <p:nvPr>
              <p:custDataLst>
                <p:tags r:id="rId19"/>
              </p:custDataLst>
            </p:nvPr>
          </p:nvSpPr>
          <p:spPr>
            <a:xfrm>
              <a:off x="6667110" y="5298627"/>
              <a:ext cx="1079889"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4. Persistence &amp; State Management</a:t>
              </a:r>
            </a:p>
          </p:txBody>
        </p:sp>
        <p:sp>
          <p:nvSpPr>
            <p:cNvPr id="18" name="TextBox 17">
              <a:extLst>
                <a:ext uri="{FF2B5EF4-FFF2-40B4-BE49-F238E27FC236}">
                  <a16:creationId xmlns:a16="http://schemas.microsoft.com/office/drawing/2014/main" id="{F9EBDCF5-EA28-FA3B-25E0-F5B8D5535D3E}"/>
                </a:ext>
              </a:extLst>
            </p:cNvPr>
            <p:cNvSpPr txBox="1">
              <a:spLocks/>
            </p:cNvSpPr>
            <p:nvPr>
              <p:custDataLst>
                <p:tags r:id="rId20"/>
              </p:custDataLst>
            </p:nvPr>
          </p:nvSpPr>
          <p:spPr>
            <a:xfrm>
              <a:off x="7932420" y="5298627"/>
              <a:ext cx="3704842" cy="553998"/>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Stores workflow state, job status, and results in the database. Ensures reliability, traceability, and resumability of long-running processes</a:t>
              </a:r>
              <a:endParaRPr lang="en-US" sz="1200" dirty="0">
                <a:latin typeface="Gill Sans MT" panose="020B0502020104020203" pitchFamily="34" charset="77"/>
              </a:endParaRPr>
            </a:p>
          </p:txBody>
        </p:sp>
      </p:grpSp>
      <p:sp>
        <p:nvSpPr>
          <p:cNvPr id="33" name="TextBox 32">
            <a:extLst>
              <a:ext uri="{FF2B5EF4-FFF2-40B4-BE49-F238E27FC236}">
                <a16:creationId xmlns:a16="http://schemas.microsoft.com/office/drawing/2014/main" id="{DA2BD75E-7C98-3208-C27B-7A46ECD067AD}"/>
              </a:ext>
            </a:extLst>
          </p:cNvPr>
          <p:cNvSpPr txBox="1">
            <a:spLocks/>
          </p:cNvSpPr>
          <p:nvPr>
            <p:custDataLst>
              <p:tags r:id="rId6"/>
            </p:custDataLst>
          </p:nvPr>
        </p:nvSpPr>
        <p:spPr>
          <a:xfrm>
            <a:off x="6667110" y="1742592"/>
            <a:ext cx="1079889" cy="43088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Core component</a:t>
            </a:r>
          </a:p>
        </p:txBody>
      </p:sp>
      <p:sp>
        <p:nvSpPr>
          <p:cNvPr id="34" name="TextBox 33">
            <a:extLst>
              <a:ext uri="{FF2B5EF4-FFF2-40B4-BE49-F238E27FC236}">
                <a16:creationId xmlns:a16="http://schemas.microsoft.com/office/drawing/2014/main" id="{542771E4-480F-23F6-F69E-A9CB9D0DAF79}"/>
              </a:ext>
            </a:extLst>
          </p:cNvPr>
          <p:cNvSpPr txBox="1">
            <a:spLocks/>
          </p:cNvSpPr>
          <p:nvPr>
            <p:custDataLst>
              <p:tags r:id="rId7"/>
            </p:custDataLst>
          </p:nvPr>
        </p:nvSpPr>
        <p:spPr>
          <a:xfrm>
            <a:off x="7932420" y="1958035"/>
            <a:ext cx="3704842" cy="215444"/>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Details</a:t>
            </a:r>
          </a:p>
        </p:txBody>
      </p:sp>
      <p:sp>
        <p:nvSpPr>
          <p:cNvPr id="79" name="Rectangle 78">
            <a:extLst>
              <a:ext uri="{FF2B5EF4-FFF2-40B4-BE49-F238E27FC236}">
                <a16:creationId xmlns:a16="http://schemas.microsoft.com/office/drawing/2014/main" id="{D1B2AA62-8520-FA56-76C4-DB054304EE02}"/>
              </a:ext>
            </a:extLst>
          </p:cNvPr>
          <p:cNvSpPr/>
          <p:nvPr/>
        </p:nvSpPr>
        <p:spPr>
          <a:xfrm>
            <a:off x="5284959" y="5098556"/>
            <a:ext cx="1134156" cy="910367"/>
          </a:xfrm>
          <a:prstGeom prst="rect">
            <a:avLst/>
          </a:prstGeom>
          <a:solidFill>
            <a:schemeClr val="accent5">
              <a:lumMod val="20000"/>
              <a:lumOff val="80000"/>
              <a:alpha val="30000"/>
            </a:schemeClr>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600" b="1" dirty="0">
              <a:solidFill>
                <a:schemeClr val="tx1">
                  <a:lumMod val="50000"/>
                </a:schemeClr>
              </a:solidFill>
            </a:endParaRPr>
          </a:p>
        </p:txBody>
      </p:sp>
      <p:pic>
        <p:nvPicPr>
          <p:cNvPr id="90" name="Picture 89">
            <a:extLst>
              <a:ext uri="{FF2B5EF4-FFF2-40B4-BE49-F238E27FC236}">
                <a16:creationId xmlns:a16="http://schemas.microsoft.com/office/drawing/2014/main" id="{EB9E0FA5-4179-E55E-913D-577052D69E99}"/>
              </a:ext>
            </a:extLst>
          </p:cNvPr>
          <p:cNvPicPr>
            <a:picLocks noChangeAspect="1"/>
          </p:cNvPicPr>
          <p:nvPr/>
        </p:nvPicPr>
        <p:blipFill>
          <a:blip r:embed="rId30">
            <a:clrChange>
              <a:clrFrom>
                <a:srgbClr val="ECFFEE"/>
              </a:clrFrom>
              <a:clrTo>
                <a:srgbClr val="ECFFEE">
                  <a:alpha val="0"/>
                </a:srgbClr>
              </a:clrTo>
            </a:clrChange>
          </a:blip>
          <a:srcRect l="30063" t="21802" r="67673" b="73940"/>
          <a:stretch>
            <a:fillRect/>
          </a:stretch>
        </p:blipFill>
        <p:spPr>
          <a:xfrm>
            <a:off x="5390818" y="5570791"/>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91" name="Picture 90">
            <a:extLst>
              <a:ext uri="{FF2B5EF4-FFF2-40B4-BE49-F238E27FC236}">
                <a16:creationId xmlns:a16="http://schemas.microsoft.com/office/drawing/2014/main" id="{1A5F2B08-05EA-94B5-5832-06A32180223D}"/>
              </a:ext>
            </a:extLst>
          </p:cNvPr>
          <p:cNvPicPr>
            <a:picLocks noChangeAspect="1"/>
          </p:cNvPicPr>
          <p:nvPr/>
        </p:nvPicPr>
        <p:blipFill>
          <a:blip r:embed="rId30">
            <a:clrChange>
              <a:clrFrom>
                <a:srgbClr val="ECFFEE"/>
              </a:clrFrom>
              <a:clrTo>
                <a:srgbClr val="ECFFEE">
                  <a:alpha val="0"/>
                </a:srgbClr>
              </a:clrTo>
            </a:clrChange>
          </a:blip>
          <a:srcRect l="30063" t="21802" r="67673" b="73940"/>
          <a:stretch>
            <a:fillRect/>
          </a:stretch>
        </p:blipFill>
        <p:spPr>
          <a:xfrm>
            <a:off x="6044561" y="5570791"/>
            <a:ext cx="240506" cy="250925"/>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92" name="Picture 91">
            <a:extLst>
              <a:ext uri="{FF2B5EF4-FFF2-40B4-BE49-F238E27FC236}">
                <a16:creationId xmlns:a16="http://schemas.microsoft.com/office/drawing/2014/main" id="{68382493-57B3-509D-84C7-FD23BB2DAD9F}"/>
              </a:ext>
            </a:extLst>
          </p:cNvPr>
          <p:cNvPicPr>
            <a:picLocks noChangeAspect="1"/>
          </p:cNvPicPr>
          <p:nvPr/>
        </p:nvPicPr>
        <p:blipFill>
          <a:blip r:embed="rId30">
            <a:clrChange>
              <a:clrFrom>
                <a:srgbClr val="ECFFEE"/>
              </a:clrFrom>
              <a:clrTo>
                <a:srgbClr val="ECFFEE">
                  <a:alpha val="0"/>
                </a:srgbClr>
              </a:clrTo>
            </a:clrChange>
          </a:blip>
          <a:srcRect l="32317" t="13508" r="65680" b="82853"/>
          <a:stretch>
            <a:fillRect/>
          </a:stretch>
        </p:blipFill>
        <p:spPr>
          <a:xfrm>
            <a:off x="5745670" y="5010144"/>
            <a:ext cx="212735" cy="214394"/>
          </a:xfrm>
          <a:custGeom>
            <a:avLst/>
            <a:gdLst>
              <a:gd name="csX0" fmla="*/ 0 w 212735"/>
              <a:gd name="csY0" fmla="*/ 0 h 214394"/>
              <a:gd name="csX1" fmla="*/ 212735 w 212735"/>
              <a:gd name="csY1" fmla="*/ 0 h 214394"/>
              <a:gd name="csX2" fmla="*/ 212735 w 212735"/>
              <a:gd name="csY2" fmla="*/ 214394 h 214394"/>
              <a:gd name="csX3" fmla="*/ 0 w 212735"/>
              <a:gd name="csY3" fmla="*/ 214394 h 214394"/>
            </a:gdLst>
            <a:ahLst/>
            <a:cxnLst>
              <a:cxn ang="0">
                <a:pos x="csX0" y="csY0"/>
              </a:cxn>
              <a:cxn ang="0">
                <a:pos x="csX1" y="csY1"/>
              </a:cxn>
              <a:cxn ang="0">
                <a:pos x="csX2" y="csY2"/>
              </a:cxn>
              <a:cxn ang="0">
                <a:pos x="csX3" y="csY3"/>
              </a:cxn>
            </a:cxnLst>
            <a:rect l="l" t="t" r="r" b="b"/>
            <a:pathLst>
              <a:path w="212735" h="214394">
                <a:moveTo>
                  <a:pt x="0" y="0"/>
                </a:moveTo>
                <a:lnTo>
                  <a:pt x="212735" y="0"/>
                </a:lnTo>
                <a:lnTo>
                  <a:pt x="212735" y="214394"/>
                </a:lnTo>
                <a:lnTo>
                  <a:pt x="0" y="214394"/>
                </a:lnTo>
                <a:close/>
              </a:path>
            </a:pathLst>
          </a:custGeom>
        </p:spPr>
      </p:pic>
      <p:sp>
        <p:nvSpPr>
          <p:cNvPr id="116" name="TextBox 115">
            <a:extLst>
              <a:ext uri="{FF2B5EF4-FFF2-40B4-BE49-F238E27FC236}">
                <a16:creationId xmlns:a16="http://schemas.microsoft.com/office/drawing/2014/main" id="{F44A8E21-C7DE-6F24-0C17-4B059942E6BD}"/>
              </a:ext>
            </a:extLst>
          </p:cNvPr>
          <p:cNvSpPr txBox="1">
            <a:spLocks/>
          </p:cNvSpPr>
          <p:nvPr>
            <p:custDataLst>
              <p:tags r:id="rId8"/>
            </p:custDataLst>
          </p:nvPr>
        </p:nvSpPr>
        <p:spPr>
          <a:xfrm>
            <a:off x="5525372" y="5247399"/>
            <a:ext cx="626744" cy="184666"/>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600" dirty="0"/>
              <a:t>MCP Server (</a:t>
            </a:r>
            <a:r>
              <a:rPr lang="en-US" sz="600" dirty="0" err="1"/>
              <a:t>FastMCP</a:t>
            </a:r>
            <a:r>
              <a:rPr lang="en-US" sz="600" dirty="0"/>
              <a:t>)</a:t>
            </a:r>
          </a:p>
        </p:txBody>
      </p:sp>
      <p:sp>
        <p:nvSpPr>
          <p:cNvPr id="117" name="TextBox 116">
            <a:extLst>
              <a:ext uri="{FF2B5EF4-FFF2-40B4-BE49-F238E27FC236}">
                <a16:creationId xmlns:a16="http://schemas.microsoft.com/office/drawing/2014/main" id="{0A1D8D65-1BC7-2A26-9FC4-0F8B55D68C99}"/>
              </a:ext>
            </a:extLst>
          </p:cNvPr>
          <p:cNvSpPr txBox="1">
            <a:spLocks/>
          </p:cNvSpPr>
          <p:nvPr>
            <p:custDataLst>
              <p:tags r:id="rId9"/>
            </p:custDataLst>
          </p:nvPr>
        </p:nvSpPr>
        <p:spPr>
          <a:xfrm>
            <a:off x="5412486" y="5829869"/>
            <a:ext cx="197169" cy="92333"/>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600" dirty="0"/>
              <a:t>Tool A</a:t>
            </a:r>
          </a:p>
        </p:txBody>
      </p:sp>
      <p:sp>
        <p:nvSpPr>
          <p:cNvPr id="118" name="TextBox 117">
            <a:extLst>
              <a:ext uri="{FF2B5EF4-FFF2-40B4-BE49-F238E27FC236}">
                <a16:creationId xmlns:a16="http://schemas.microsoft.com/office/drawing/2014/main" id="{87A55719-853D-E60C-7316-AC3EC245288A}"/>
              </a:ext>
            </a:extLst>
          </p:cNvPr>
          <p:cNvSpPr txBox="1">
            <a:spLocks/>
          </p:cNvSpPr>
          <p:nvPr>
            <p:custDataLst>
              <p:tags r:id="rId10"/>
            </p:custDataLst>
          </p:nvPr>
        </p:nvSpPr>
        <p:spPr>
          <a:xfrm>
            <a:off x="6067832" y="5829869"/>
            <a:ext cx="193963" cy="92333"/>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600" dirty="0"/>
              <a:t>Tool B</a:t>
            </a:r>
          </a:p>
        </p:txBody>
      </p:sp>
      <p:cxnSp>
        <p:nvCxnSpPr>
          <p:cNvPr id="125" name="Straight Connector 142">
            <a:extLst>
              <a:ext uri="{FF2B5EF4-FFF2-40B4-BE49-F238E27FC236}">
                <a16:creationId xmlns:a16="http://schemas.microsoft.com/office/drawing/2014/main" id="{2B0C3E8D-E70E-4308-9BF7-AAC427D691B5}"/>
              </a:ext>
            </a:extLst>
          </p:cNvPr>
          <p:cNvCxnSpPr>
            <a:cxnSpLocks/>
            <a:stCxn id="88" idx="2"/>
            <a:endCxn id="79" idx="1"/>
          </p:cNvCxnSpPr>
          <p:nvPr/>
        </p:nvCxnSpPr>
        <p:spPr>
          <a:xfrm rot="16200000" flipH="1">
            <a:off x="3837788" y="4106569"/>
            <a:ext cx="486928" cy="2407413"/>
          </a:xfrm>
          <a:prstGeom prst="bentConnector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Connector 142">
            <a:extLst>
              <a:ext uri="{FF2B5EF4-FFF2-40B4-BE49-F238E27FC236}">
                <a16:creationId xmlns:a16="http://schemas.microsoft.com/office/drawing/2014/main" id="{B439B48E-E9A1-5DBB-5CFB-EE1C45FA42CC}"/>
              </a:ext>
            </a:extLst>
          </p:cNvPr>
          <p:cNvCxnSpPr>
            <a:cxnSpLocks/>
            <a:stCxn id="79" idx="1"/>
            <a:endCxn id="95" idx="2"/>
          </p:cNvCxnSpPr>
          <p:nvPr/>
        </p:nvCxnSpPr>
        <p:spPr>
          <a:xfrm rot="10800000">
            <a:off x="4384513" y="5066812"/>
            <a:ext cx="900447" cy="486928"/>
          </a:xfrm>
          <a:prstGeom prst="bentConnector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6B5C833-30A3-E1D2-0E32-ED9CE9E01772}"/>
              </a:ext>
            </a:extLst>
          </p:cNvPr>
          <p:cNvSpPr>
            <a:spLocks/>
          </p:cNvSpPr>
          <p:nvPr/>
        </p:nvSpPr>
        <p:spPr>
          <a:xfrm>
            <a:off x="2171598" y="1971281"/>
            <a:ext cx="2974720" cy="1352277"/>
          </a:xfrm>
          <a:prstGeom prst="rect">
            <a:avLst/>
          </a:prstGeom>
          <a:solidFill>
            <a:schemeClr val="accent3">
              <a:lumMod val="10000"/>
              <a:lumOff val="90000"/>
              <a:alpha val="3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b="1" dirty="0">
              <a:solidFill>
                <a:schemeClr val="tx1">
                  <a:lumMod val="50000"/>
                </a:schemeClr>
              </a:solidFill>
            </a:endParaRPr>
          </a:p>
        </p:txBody>
      </p:sp>
      <p:sp>
        <p:nvSpPr>
          <p:cNvPr id="44" name="TextBox 43">
            <a:extLst>
              <a:ext uri="{FF2B5EF4-FFF2-40B4-BE49-F238E27FC236}">
                <a16:creationId xmlns:a16="http://schemas.microsoft.com/office/drawing/2014/main" id="{42698F86-6178-A5B0-1B6F-6A0C98542940}"/>
              </a:ext>
            </a:extLst>
          </p:cNvPr>
          <p:cNvSpPr txBox="1"/>
          <p:nvPr/>
        </p:nvSpPr>
        <p:spPr>
          <a:xfrm>
            <a:off x="2228234" y="2026102"/>
            <a:ext cx="2883694" cy="83342"/>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b="1" dirty="0">
                <a:cs typeface="+mn-cs"/>
              </a:rPr>
              <a:t>Agent Orchestration Layer</a:t>
            </a:r>
          </a:p>
        </p:txBody>
      </p:sp>
      <p:pic>
        <p:nvPicPr>
          <p:cNvPr id="45" name="Picture 44">
            <a:extLst>
              <a:ext uri="{FF2B5EF4-FFF2-40B4-BE49-F238E27FC236}">
                <a16:creationId xmlns:a16="http://schemas.microsoft.com/office/drawing/2014/main" id="{EEAE327A-9145-EE40-8394-ECC871B2A0FA}"/>
              </a:ext>
            </a:extLst>
          </p:cNvPr>
          <p:cNvPicPr>
            <a:picLocks noChangeAspect="1"/>
          </p:cNvPicPr>
          <p:nvPr/>
        </p:nvPicPr>
        <p:blipFill>
          <a:blip r:embed="rId30">
            <a:clrChange>
              <a:clrFrom>
                <a:srgbClr val="E3E8FB"/>
              </a:clrFrom>
              <a:clrTo>
                <a:srgbClr val="E3E8FB">
                  <a:alpha val="0"/>
                </a:srgbClr>
              </a:clrTo>
            </a:clrChange>
          </a:blip>
          <a:srcRect l="61809" t="45416" r="36061" b="50618"/>
          <a:stretch>
            <a:fillRect/>
          </a:stretch>
        </p:blipFill>
        <p:spPr>
          <a:xfrm>
            <a:off x="2383418" y="2423107"/>
            <a:ext cx="153142" cy="158246"/>
          </a:xfrm>
          <a:prstGeom prst="rect">
            <a:avLst/>
          </a:prstGeom>
        </p:spPr>
      </p:pic>
      <p:pic>
        <p:nvPicPr>
          <p:cNvPr id="74" name="Picture 73">
            <a:extLst>
              <a:ext uri="{FF2B5EF4-FFF2-40B4-BE49-F238E27FC236}">
                <a16:creationId xmlns:a16="http://schemas.microsoft.com/office/drawing/2014/main" id="{EA72E5E6-C6C3-653D-E827-D690678A50FD}"/>
              </a:ext>
            </a:extLst>
          </p:cNvPr>
          <p:cNvPicPr>
            <a:picLocks noChangeAspect="1"/>
          </p:cNvPicPr>
          <p:nvPr/>
        </p:nvPicPr>
        <p:blipFill>
          <a:blip r:embed="rId31">
            <a:clrChange>
              <a:clrFrom>
                <a:srgbClr val="FFFFFF"/>
              </a:clrFrom>
              <a:clrTo>
                <a:srgbClr val="FFFFFF">
                  <a:alpha val="0"/>
                </a:srgbClr>
              </a:clrTo>
            </a:clrChange>
          </a:blip>
          <a:stretch>
            <a:fillRect/>
          </a:stretch>
        </p:blipFill>
        <p:spPr>
          <a:xfrm>
            <a:off x="3421829" y="2818484"/>
            <a:ext cx="248252" cy="248252"/>
          </a:xfrm>
          <a:prstGeom prst="rect">
            <a:avLst/>
          </a:prstGeom>
        </p:spPr>
      </p:pic>
      <p:pic>
        <p:nvPicPr>
          <p:cNvPr id="48" name="Picture 47">
            <a:extLst>
              <a:ext uri="{FF2B5EF4-FFF2-40B4-BE49-F238E27FC236}">
                <a16:creationId xmlns:a16="http://schemas.microsoft.com/office/drawing/2014/main" id="{E9D916B4-C519-B013-D553-A128FBB52BE1}"/>
              </a:ext>
            </a:extLst>
          </p:cNvPr>
          <p:cNvPicPr>
            <a:picLocks noChangeAspect="1"/>
          </p:cNvPicPr>
          <p:nvPr/>
        </p:nvPicPr>
        <p:blipFill>
          <a:blip r:embed="rId30">
            <a:clrChange>
              <a:clrFrom>
                <a:srgbClr val="E5ECFF"/>
              </a:clrFrom>
              <a:clrTo>
                <a:srgbClr val="E5ECFF">
                  <a:alpha val="0"/>
                </a:srgbClr>
              </a:clrTo>
            </a:clrChange>
          </a:blip>
          <a:srcRect l="68856" t="45549" r="29077" b="50751"/>
          <a:stretch>
            <a:fillRect/>
          </a:stretch>
        </p:blipFill>
        <p:spPr>
          <a:xfrm>
            <a:off x="4449284" y="2523094"/>
            <a:ext cx="148638" cy="147599"/>
          </a:xfrm>
          <a:prstGeom prst="rect">
            <a:avLst/>
          </a:prstGeom>
        </p:spPr>
      </p:pic>
      <p:sp>
        <p:nvSpPr>
          <p:cNvPr id="49" name="TextBox 48">
            <a:extLst>
              <a:ext uri="{FF2B5EF4-FFF2-40B4-BE49-F238E27FC236}">
                <a16:creationId xmlns:a16="http://schemas.microsoft.com/office/drawing/2014/main" id="{E3075466-4E12-A08B-0893-4F1DA8678C91}"/>
              </a:ext>
            </a:extLst>
          </p:cNvPr>
          <p:cNvSpPr txBox="1"/>
          <p:nvPr/>
        </p:nvSpPr>
        <p:spPr>
          <a:xfrm>
            <a:off x="4356550" y="2781683"/>
            <a:ext cx="334104" cy="52088"/>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HITL Request</a:t>
            </a:r>
          </a:p>
        </p:txBody>
      </p:sp>
      <p:cxnSp>
        <p:nvCxnSpPr>
          <p:cNvPr id="50" name="Straight Connector 78">
            <a:extLst>
              <a:ext uri="{FF2B5EF4-FFF2-40B4-BE49-F238E27FC236}">
                <a16:creationId xmlns:a16="http://schemas.microsoft.com/office/drawing/2014/main" id="{D73363C3-C654-AE4A-792C-3411B3082932}"/>
              </a:ext>
            </a:extLst>
          </p:cNvPr>
          <p:cNvCxnSpPr>
            <a:cxnSpLocks/>
            <a:stCxn id="171" idx="3"/>
            <a:endCxn id="45" idx="1"/>
          </p:cNvCxnSpPr>
          <p:nvPr/>
        </p:nvCxnSpPr>
        <p:spPr>
          <a:xfrm flipV="1">
            <a:off x="1608307" y="2502230"/>
            <a:ext cx="775111" cy="0"/>
          </a:xfrm>
          <a:prstGeom prst="straightConnector1">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82BC662-2DEA-881E-20D0-F5EE1C095CD4}"/>
              </a:ext>
            </a:extLst>
          </p:cNvPr>
          <p:cNvSpPr txBox="1"/>
          <p:nvPr/>
        </p:nvSpPr>
        <p:spPr>
          <a:xfrm>
            <a:off x="2751353" y="2267830"/>
            <a:ext cx="1311686" cy="52088"/>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User action trigger workflow resume</a:t>
            </a:r>
          </a:p>
        </p:txBody>
      </p:sp>
      <p:cxnSp>
        <p:nvCxnSpPr>
          <p:cNvPr id="52" name="Straight Connector 78">
            <a:extLst>
              <a:ext uri="{FF2B5EF4-FFF2-40B4-BE49-F238E27FC236}">
                <a16:creationId xmlns:a16="http://schemas.microsoft.com/office/drawing/2014/main" id="{D8EDF79E-9978-1591-4F65-54F4BDC6B38E}"/>
              </a:ext>
            </a:extLst>
          </p:cNvPr>
          <p:cNvCxnSpPr>
            <a:cxnSpLocks/>
            <a:stCxn id="51" idx="1"/>
            <a:endCxn id="45" idx="0"/>
          </p:cNvCxnSpPr>
          <p:nvPr/>
        </p:nvCxnSpPr>
        <p:spPr>
          <a:xfrm rot="10800000" flipV="1">
            <a:off x="2459989" y="2293874"/>
            <a:ext cx="291363" cy="129232"/>
          </a:xfrm>
          <a:prstGeom prst="bentConnector2">
            <a:avLst/>
          </a:prstGeom>
          <a:ln w="6350" cap="flat">
            <a:solidFill>
              <a:srgbClr val="92D05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78">
            <a:extLst>
              <a:ext uri="{FF2B5EF4-FFF2-40B4-BE49-F238E27FC236}">
                <a16:creationId xmlns:a16="http://schemas.microsoft.com/office/drawing/2014/main" id="{4BB03C3F-CE09-B213-83F1-567E9614C749}"/>
              </a:ext>
            </a:extLst>
          </p:cNvPr>
          <p:cNvCxnSpPr>
            <a:cxnSpLocks/>
          </p:cNvCxnSpPr>
          <p:nvPr/>
        </p:nvCxnSpPr>
        <p:spPr>
          <a:xfrm>
            <a:off x="3572461" y="2345964"/>
            <a:ext cx="0" cy="472520"/>
          </a:xfrm>
          <a:prstGeom prst="straightConnector1">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78">
            <a:extLst>
              <a:ext uri="{FF2B5EF4-FFF2-40B4-BE49-F238E27FC236}">
                <a16:creationId xmlns:a16="http://schemas.microsoft.com/office/drawing/2014/main" id="{22327060-17F7-8471-4441-0986528AC7FB}"/>
              </a:ext>
            </a:extLst>
          </p:cNvPr>
          <p:cNvCxnSpPr>
            <a:cxnSpLocks/>
            <a:endCxn id="74" idx="0"/>
          </p:cNvCxnSpPr>
          <p:nvPr/>
        </p:nvCxnSpPr>
        <p:spPr>
          <a:xfrm>
            <a:off x="2549467" y="2502230"/>
            <a:ext cx="960821" cy="316254"/>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78">
            <a:extLst>
              <a:ext uri="{FF2B5EF4-FFF2-40B4-BE49-F238E27FC236}">
                <a16:creationId xmlns:a16="http://schemas.microsoft.com/office/drawing/2014/main" id="{2437D9D0-ECF0-31A1-3091-4AECAC19922F}"/>
              </a:ext>
            </a:extLst>
          </p:cNvPr>
          <p:cNvCxnSpPr>
            <a:cxnSpLocks/>
            <a:stCxn id="160" idx="1"/>
            <a:endCxn id="48" idx="0"/>
          </p:cNvCxnSpPr>
          <p:nvPr/>
        </p:nvCxnSpPr>
        <p:spPr>
          <a:xfrm rot="10800000" flipV="1">
            <a:off x="4523603" y="2426644"/>
            <a:ext cx="1377068" cy="96449"/>
          </a:xfrm>
          <a:prstGeom prst="bentConnector2">
            <a:avLst/>
          </a:prstGeom>
          <a:ln w="6350" cap="flat">
            <a:solidFill>
              <a:schemeClr val="accent2"/>
            </a:solidFill>
            <a:miter lim="8000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78">
            <a:extLst>
              <a:ext uri="{FF2B5EF4-FFF2-40B4-BE49-F238E27FC236}">
                <a16:creationId xmlns:a16="http://schemas.microsoft.com/office/drawing/2014/main" id="{B4DB3C3C-8E7D-6FC0-C141-C4F2AE64DADA}"/>
              </a:ext>
            </a:extLst>
          </p:cNvPr>
          <p:cNvCxnSpPr>
            <a:cxnSpLocks/>
            <a:stCxn id="95" idx="3"/>
            <a:endCxn id="48" idx="3"/>
          </p:cNvCxnSpPr>
          <p:nvPr/>
        </p:nvCxnSpPr>
        <p:spPr>
          <a:xfrm flipV="1">
            <a:off x="4485194" y="2596894"/>
            <a:ext cx="112728" cy="2365880"/>
          </a:xfrm>
          <a:prstGeom prst="bentConnector3">
            <a:avLst>
              <a:gd name="adj1" fmla="val 302789"/>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7" name="Straight Connector 78">
            <a:extLst>
              <a:ext uri="{FF2B5EF4-FFF2-40B4-BE49-F238E27FC236}">
                <a16:creationId xmlns:a16="http://schemas.microsoft.com/office/drawing/2014/main" id="{553231AC-69E1-E0E8-2694-FAC7B9E628E4}"/>
              </a:ext>
            </a:extLst>
          </p:cNvPr>
          <p:cNvCxnSpPr>
            <a:cxnSpLocks/>
            <a:stCxn id="48" idx="1"/>
            <a:endCxn id="74" idx="3"/>
          </p:cNvCxnSpPr>
          <p:nvPr/>
        </p:nvCxnSpPr>
        <p:spPr>
          <a:xfrm rot="10800000" flipV="1">
            <a:off x="3670082" y="2596895"/>
            <a:ext cx="779202" cy="281389"/>
          </a:xfrm>
          <a:prstGeom prst="bentConnector3">
            <a:avLst>
              <a:gd name="adj1" fmla="val 50000"/>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8">
            <a:extLst>
              <a:ext uri="{FF2B5EF4-FFF2-40B4-BE49-F238E27FC236}">
                <a16:creationId xmlns:a16="http://schemas.microsoft.com/office/drawing/2014/main" id="{964EC186-11DE-F0CF-8ADC-F8376F7095CC}"/>
              </a:ext>
            </a:extLst>
          </p:cNvPr>
          <p:cNvCxnSpPr>
            <a:cxnSpLocks/>
            <a:stCxn id="95" idx="0"/>
            <a:endCxn id="74" idx="3"/>
          </p:cNvCxnSpPr>
          <p:nvPr/>
        </p:nvCxnSpPr>
        <p:spPr>
          <a:xfrm rot="16200000" flipV="1">
            <a:off x="3069234" y="3543457"/>
            <a:ext cx="1916126" cy="714431"/>
          </a:xfrm>
          <a:prstGeom prst="bentConnector2">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78">
            <a:extLst>
              <a:ext uri="{FF2B5EF4-FFF2-40B4-BE49-F238E27FC236}">
                <a16:creationId xmlns:a16="http://schemas.microsoft.com/office/drawing/2014/main" id="{FC54C3A2-6B99-AC84-4076-3D06567D94DD}"/>
              </a:ext>
            </a:extLst>
          </p:cNvPr>
          <p:cNvCxnSpPr>
            <a:cxnSpLocks/>
            <a:stCxn id="88" idx="3"/>
            <a:endCxn id="74" idx="1"/>
          </p:cNvCxnSpPr>
          <p:nvPr/>
        </p:nvCxnSpPr>
        <p:spPr>
          <a:xfrm flipV="1">
            <a:off x="2978228" y="2942610"/>
            <a:ext cx="443601" cy="2020164"/>
          </a:xfrm>
          <a:prstGeom prst="bentConnector3">
            <a:avLst>
              <a:gd name="adj1" fmla="val 50000"/>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78">
            <a:extLst>
              <a:ext uri="{FF2B5EF4-FFF2-40B4-BE49-F238E27FC236}">
                <a16:creationId xmlns:a16="http://schemas.microsoft.com/office/drawing/2014/main" id="{B954A47D-AD3B-5F6F-D1D0-2ACF32DB3203}"/>
              </a:ext>
            </a:extLst>
          </p:cNvPr>
          <p:cNvCxnSpPr>
            <a:cxnSpLocks/>
            <a:stCxn id="74" idx="1"/>
            <a:endCxn id="88" idx="1"/>
          </p:cNvCxnSpPr>
          <p:nvPr/>
        </p:nvCxnSpPr>
        <p:spPr>
          <a:xfrm rot="10800000" flipV="1">
            <a:off x="2776865" y="2942610"/>
            <a:ext cx="644965" cy="2020164"/>
          </a:xfrm>
          <a:prstGeom prst="bentConnector3">
            <a:avLst>
              <a:gd name="adj1" fmla="val 117722"/>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2A7D7EC4-51AC-D8EA-616E-B557A5B4E7B4}"/>
              </a:ext>
            </a:extLst>
          </p:cNvPr>
          <p:cNvSpPr txBox="1"/>
          <p:nvPr/>
        </p:nvSpPr>
        <p:spPr>
          <a:xfrm>
            <a:off x="2230555" y="2703551"/>
            <a:ext cx="458868" cy="104177"/>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Microsoft  Agentic Framework</a:t>
            </a:r>
          </a:p>
        </p:txBody>
      </p:sp>
      <p:sp>
        <p:nvSpPr>
          <p:cNvPr id="62" name="TextBox 61">
            <a:extLst>
              <a:ext uri="{FF2B5EF4-FFF2-40B4-BE49-F238E27FC236}">
                <a16:creationId xmlns:a16="http://schemas.microsoft.com/office/drawing/2014/main" id="{092FB55B-4851-F1F0-9314-16DEEF1EC4BB}"/>
              </a:ext>
            </a:extLst>
          </p:cNvPr>
          <p:cNvSpPr txBox="1"/>
          <p:nvPr/>
        </p:nvSpPr>
        <p:spPr>
          <a:xfrm>
            <a:off x="4853876" y="2342989"/>
            <a:ext cx="258052" cy="104177"/>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500" dirty="0">
                <a:cs typeface="+mn-cs"/>
              </a:rPr>
              <a:t>Update the job status</a:t>
            </a:r>
          </a:p>
        </p:txBody>
      </p:sp>
      <p:sp>
        <p:nvSpPr>
          <p:cNvPr id="77" name="Rectangle 76">
            <a:extLst>
              <a:ext uri="{FF2B5EF4-FFF2-40B4-BE49-F238E27FC236}">
                <a16:creationId xmlns:a16="http://schemas.microsoft.com/office/drawing/2014/main" id="{FE18EF88-1695-5C66-47C1-A27FC79AD5A2}"/>
              </a:ext>
            </a:extLst>
          </p:cNvPr>
          <p:cNvSpPr>
            <a:spLocks/>
          </p:cNvSpPr>
          <p:nvPr/>
        </p:nvSpPr>
        <p:spPr>
          <a:xfrm>
            <a:off x="2171598" y="4011368"/>
            <a:ext cx="2974720" cy="2054152"/>
          </a:xfrm>
          <a:prstGeom prst="rect">
            <a:avLst/>
          </a:prstGeom>
          <a:solidFill>
            <a:schemeClr val="accent3">
              <a:lumMod val="10000"/>
              <a:lumOff val="90000"/>
              <a:alpha val="3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b="1" dirty="0">
              <a:solidFill>
                <a:schemeClr val="tx1">
                  <a:lumMod val="50000"/>
                </a:schemeClr>
              </a:solidFill>
            </a:endParaRPr>
          </a:p>
        </p:txBody>
      </p:sp>
      <p:pic>
        <p:nvPicPr>
          <p:cNvPr id="87" name="Picture 86">
            <a:extLst>
              <a:ext uri="{FF2B5EF4-FFF2-40B4-BE49-F238E27FC236}">
                <a16:creationId xmlns:a16="http://schemas.microsoft.com/office/drawing/2014/main" id="{17804A27-9C25-F097-375F-EB01E89CF0B8}"/>
              </a:ext>
            </a:extLst>
          </p:cNvPr>
          <p:cNvPicPr>
            <a:picLocks noChangeAspect="1"/>
          </p:cNvPicPr>
          <p:nvPr/>
        </p:nvPicPr>
        <p:blipFill>
          <a:blip r:embed="rId32">
            <a:clrChange>
              <a:clrFrom>
                <a:srgbClr val="FFFFFF"/>
              </a:clrFrom>
              <a:clrTo>
                <a:srgbClr val="FFFFFF">
                  <a:alpha val="0"/>
                </a:srgbClr>
              </a:clrTo>
            </a:clrChange>
          </a:blip>
          <a:srcRect l="33528" t="19087" r="34626" b="19403"/>
          <a:stretch>
            <a:fillRect/>
          </a:stretch>
        </p:blipFill>
        <p:spPr>
          <a:xfrm>
            <a:off x="2238873" y="4076133"/>
            <a:ext cx="240660" cy="244409"/>
          </a:xfrm>
          <a:prstGeom prst="rect">
            <a:avLst/>
          </a:prstGeom>
        </p:spPr>
      </p:pic>
      <p:sp>
        <p:nvSpPr>
          <p:cNvPr id="78" name="Rectangle 77">
            <a:extLst>
              <a:ext uri="{FF2B5EF4-FFF2-40B4-BE49-F238E27FC236}">
                <a16:creationId xmlns:a16="http://schemas.microsoft.com/office/drawing/2014/main" id="{5F7E884F-54E9-9EF0-89AD-1E3A6C9E07FC}"/>
              </a:ext>
            </a:extLst>
          </p:cNvPr>
          <p:cNvSpPr/>
          <p:nvPr/>
        </p:nvSpPr>
        <p:spPr>
          <a:xfrm>
            <a:off x="2316938" y="4645489"/>
            <a:ext cx="2704639" cy="593507"/>
          </a:xfrm>
          <a:prstGeom prst="rect">
            <a:avLst/>
          </a:prstGeom>
          <a:solidFill>
            <a:schemeClr val="accent3">
              <a:alpha val="30000"/>
            </a:schemeClr>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500" b="1" dirty="0">
              <a:solidFill>
                <a:schemeClr val="tx1">
                  <a:lumMod val="50000"/>
                </a:schemeClr>
              </a:solidFill>
            </a:endParaRPr>
          </a:p>
        </p:txBody>
      </p:sp>
      <p:pic>
        <p:nvPicPr>
          <p:cNvPr id="88" name="Picture 87">
            <a:extLst>
              <a:ext uri="{FF2B5EF4-FFF2-40B4-BE49-F238E27FC236}">
                <a16:creationId xmlns:a16="http://schemas.microsoft.com/office/drawing/2014/main" id="{F75395A6-4305-F03D-9875-54DC5E0C640C}"/>
              </a:ext>
            </a:extLst>
          </p:cNvPr>
          <p:cNvPicPr>
            <a:picLocks noChangeAspect="1"/>
          </p:cNvPicPr>
          <p:nvPr/>
        </p:nvPicPr>
        <p:blipFill>
          <a:blip r:embed="rId30">
            <a:clrChange>
              <a:clrFrom>
                <a:srgbClr val="E0ECFD"/>
              </a:clrFrom>
              <a:clrTo>
                <a:srgbClr val="E0ECFD">
                  <a:alpha val="0"/>
                </a:srgbClr>
              </a:clrTo>
            </a:clrChange>
          </a:blip>
          <a:srcRect l="59499" t="67272" r="38372" b="28762"/>
          <a:stretch>
            <a:fillRect/>
          </a:stretch>
        </p:blipFill>
        <p:spPr>
          <a:xfrm>
            <a:off x="2776864" y="4858736"/>
            <a:ext cx="201364" cy="208076"/>
          </a:xfrm>
          <a:prstGeom prst="rect">
            <a:avLst/>
          </a:prstGeom>
        </p:spPr>
      </p:pic>
      <p:pic>
        <p:nvPicPr>
          <p:cNvPr id="89" name="Picture 88">
            <a:extLst>
              <a:ext uri="{FF2B5EF4-FFF2-40B4-BE49-F238E27FC236}">
                <a16:creationId xmlns:a16="http://schemas.microsoft.com/office/drawing/2014/main" id="{84B2BA81-C3E4-BA03-4D5C-F9890B8EE4FB}"/>
              </a:ext>
            </a:extLst>
          </p:cNvPr>
          <p:cNvPicPr>
            <a:picLocks noChangeAspect="1"/>
          </p:cNvPicPr>
          <p:nvPr/>
        </p:nvPicPr>
        <p:blipFill>
          <a:blip r:embed="rId30">
            <a:clrChange>
              <a:clrFrom>
                <a:srgbClr val="E0ECFD"/>
              </a:clrFrom>
              <a:clrTo>
                <a:srgbClr val="E0ECFD">
                  <a:alpha val="0"/>
                </a:srgbClr>
              </a:clrTo>
            </a:clrChange>
          </a:blip>
          <a:srcRect l="68679" t="77040" r="29192" b="18993"/>
          <a:stretch>
            <a:fillRect/>
          </a:stretch>
        </p:blipFill>
        <p:spPr>
          <a:xfrm>
            <a:off x="3359369" y="5598961"/>
            <a:ext cx="201365" cy="208076"/>
          </a:xfrm>
          <a:prstGeom prst="rect">
            <a:avLst/>
          </a:prstGeom>
          <a:noFill/>
        </p:spPr>
      </p:pic>
      <p:pic>
        <p:nvPicPr>
          <p:cNvPr id="95" name="Picture 94">
            <a:extLst>
              <a:ext uri="{FF2B5EF4-FFF2-40B4-BE49-F238E27FC236}">
                <a16:creationId xmlns:a16="http://schemas.microsoft.com/office/drawing/2014/main" id="{FDF00B50-7365-A2D8-B14C-418831E61E38}"/>
              </a:ext>
            </a:extLst>
          </p:cNvPr>
          <p:cNvPicPr>
            <a:picLocks noChangeAspect="1"/>
          </p:cNvPicPr>
          <p:nvPr/>
        </p:nvPicPr>
        <p:blipFill>
          <a:blip r:embed="rId30">
            <a:clrChange>
              <a:clrFrom>
                <a:srgbClr val="E0ECFD"/>
              </a:clrFrom>
              <a:clrTo>
                <a:srgbClr val="E0ECFD">
                  <a:alpha val="0"/>
                </a:srgbClr>
              </a:clrTo>
            </a:clrChange>
          </a:blip>
          <a:srcRect l="59499" t="67272" r="38372" b="28762"/>
          <a:stretch>
            <a:fillRect/>
          </a:stretch>
        </p:blipFill>
        <p:spPr>
          <a:xfrm>
            <a:off x="4283830" y="4858736"/>
            <a:ext cx="201364" cy="208076"/>
          </a:xfrm>
          <a:prstGeom prst="rect">
            <a:avLst/>
          </a:prstGeom>
        </p:spPr>
      </p:pic>
      <p:sp>
        <p:nvSpPr>
          <p:cNvPr id="100" name="TextBox 99">
            <a:extLst>
              <a:ext uri="{FF2B5EF4-FFF2-40B4-BE49-F238E27FC236}">
                <a16:creationId xmlns:a16="http://schemas.microsoft.com/office/drawing/2014/main" id="{007946A0-5365-2183-2574-2B4BBB547CE4}"/>
              </a:ext>
            </a:extLst>
          </p:cNvPr>
          <p:cNvSpPr txBox="1">
            <a:spLocks/>
          </p:cNvSpPr>
          <p:nvPr>
            <p:custDataLst>
              <p:tags r:id="rId11"/>
            </p:custDataLst>
          </p:nvPr>
        </p:nvSpPr>
        <p:spPr>
          <a:xfrm>
            <a:off x="2598604" y="5066812"/>
            <a:ext cx="557885" cy="87372"/>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b="1" dirty="0"/>
              <a:t>Agent A</a:t>
            </a:r>
          </a:p>
        </p:txBody>
      </p:sp>
      <p:sp>
        <p:nvSpPr>
          <p:cNvPr id="103" name="TextBox 102">
            <a:extLst>
              <a:ext uri="{FF2B5EF4-FFF2-40B4-BE49-F238E27FC236}">
                <a16:creationId xmlns:a16="http://schemas.microsoft.com/office/drawing/2014/main" id="{D58F35EA-4AD7-4F8B-249E-C16CFC8A5A1C}"/>
              </a:ext>
            </a:extLst>
          </p:cNvPr>
          <p:cNvSpPr txBox="1">
            <a:spLocks/>
          </p:cNvSpPr>
          <p:nvPr>
            <p:custDataLst>
              <p:tags r:id="rId12"/>
            </p:custDataLst>
          </p:nvPr>
        </p:nvSpPr>
        <p:spPr>
          <a:xfrm>
            <a:off x="2573333" y="5360528"/>
            <a:ext cx="557885" cy="153888"/>
          </a:xfrm>
          <a:prstGeom prst="rect">
            <a:avLst/>
          </a:prstGeom>
          <a:solidFill>
            <a:srgbClr val="F2F8FF"/>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dirty="0"/>
              <a:t>Provides centralized view of tools</a:t>
            </a:r>
          </a:p>
        </p:txBody>
      </p:sp>
      <p:sp>
        <p:nvSpPr>
          <p:cNvPr id="119" name="TextBox 118">
            <a:extLst>
              <a:ext uri="{FF2B5EF4-FFF2-40B4-BE49-F238E27FC236}">
                <a16:creationId xmlns:a16="http://schemas.microsoft.com/office/drawing/2014/main" id="{6E82CA65-7F6C-C3C1-638E-3B3CB727A0FA}"/>
              </a:ext>
            </a:extLst>
          </p:cNvPr>
          <p:cNvSpPr txBox="1">
            <a:spLocks/>
          </p:cNvSpPr>
          <p:nvPr>
            <p:custDataLst>
              <p:tags r:id="rId13"/>
            </p:custDataLst>
          </p:nvPr>
        </p:nvSpPr>
        <p:spPr>
          <a:xfrm>
            <a:off x="2343557" y="4673304"/>
            <a:ext cx="207508" cy="87372"/>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b="1" dirty="0"/>
              <a:t>Agents</a:t>
            </a:r>
          </a:p>
        </p:txBody>
      </p:sp>
      <p:cxnSp>
        <p:nvCxnSpPr>
          <p:cNvPr id="123" name="Straight Connector 140">
            <a:extLst>
              <a:ext uri="{FF2B5EF4-FFF2-40B4-BE49-F238E27FC236}">
                <a16:creationId xmlns:a16="http://schemas.microsoft.com/office/drawing/2014/main" id="{48A5987A-CE2A-9FEE-3BCF-913D58ED089B}"/>
              </a:ext>
            </a:extLst>
          </p:cNvPr>
          <p:cNvCxnSpPr>
            <a:cxnSpLocks/>
          </p:cNvCxnSpPr>
          <p:nvPr/>
        </p:nvCxnSpPr>
        <p:spPr>
          <a:xfrm>
            <a:off x="2964458" y="4962774"/>
            <a:ext cx="481825" cy="636187"/>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4" name="Straight Connector 142">
            <a:extLst>
              <a:ext uri="{FF2B5EF4-FFF2-40B4-BE49-F238E27FC236}">
                <a16:creationId xmlns:a16="http://schemas.microsoft.com/office/drawing/2014/main" id="{CBEAADEF-2DC4-F372-D6EB-BFC8EA7B986E}"/>
              </a:ext>
            </a:extLst>
          </p:cNvPr>
          <p:cNvCxnSpPr>
            <a:cxnSpLocks/>
          </p:cNvCxnSpPr>
          <p:nvPr/>
        </p:nvCxnSpPr>
        <p:spPr>
          <a:xfrm rot="10800000" flipV="1">
            <a:off x="3446285" y="4962773"/>
            <a:ext cx="823777" cy="636187"/>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854C38A4-8CC9-5677-F6FD-395E44FB4D96}"/>
              </a:ext>
            </a:extLst>
          </p:cNvPr>
          <p:cNvSpPr txBox="1">
            <a:spLocks/>
          </p:cNvSpPr>
          <p:nvPr>
            <p:custDataLst>
              <p:tags r:id="rId14"/>
            </p:custDataLst>
          </p:nvPr>
        </p:nvSpPr>
        <p:spPr>
          <a:xfrm>
            <a:off x="4122443" y="5066812"/>
            <a:ext cx="557885" cy="87372"/>
          </a:xfrm>
          <a:prstGeom prst="rect">
            <a:avLst/>
          </a:prstGeom>
          <a:solidFill>
            <a:srgbClr val="A9B9CC"/>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b="1" dirty="0"/>
              <a:t>Agent B</a:t>
            </a:r>
          </a:p>
        </p:txBody>
      </p:sp>
      <p:sp>
        <p:nvSpPr>
          <p:cNvPr id="128" name="TextBox 127">
            <a:extLst>
              <a:ext uri="{FF2B5EF4-FFF2-40B4-BE49-F238E27FC236}">
                <a16:creationId xmlns:a16="http://schemas.microsoft.com/office/drawing/2014/main" id="{83CC8C0E-C68C-BA3B-218C-64ED1F06559A}"/>
              </a:ext>
            </a:extLst>
          </p:cNvPr>
          <p:cNvSpPr txBox="1">
            <a:spLocks/>
          </p:cNvSpPr>
          <p:nvPr>
            <p:custDataLst>
              <p:tags r:id="rId15"/>
            </p:custDataLst>
          </p:nvPr>
        </p:nvSpPr>
        <p:spPr>
          <a:xfrm>
            <a:off x="4409093" y="5343371"/>
            <a:ext cx="656046" cy="153888"/>
          </a:xfrm>
          <a:prstGeom prst="rect">
            <a:avLst/>
          </a:prstGeom>
          <a:solidFill>
            <a:srgbClr val="F2F8FF"/>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dirty="0"/>
              <a:t>Calls and receives the result</a:t>
            </a:r>
          </a:p>
        </p:txBody>
      </p:sp>
      <p:cxnSp>
        <p:nvCxnSpPr>
          <p:cNvPr id="73" name="Straight Connector 78">
            <a:extLst>
              <a:ext uri="{FF2B5EF4-FFF2-40B4-BE49-F238E27FC236}">
                <a16:creationId xmlns:a16="http://schemas.microsoft.com/office/drawing/2014/main" id="{AB862EEA-93B9-F6BF-B815-251DB4E10661}"/>
              </a:ext>
            </a:extLst>
          </p:cNvPr>
          <p:cNvCxnSpPr>
            <a:cxnSpLocks/>
            <a:stCxn id="74" idx="3"/>
            <a:endCxn id="95" idx="1"/>
          </p:cNvCxnSpPr>
          <p:nvPr/>
        </p:nvCxnSpPr>
        <p:spPr>
          <a:xfrm>
            <a:off x="3670081" y="3007728"/>
            <a:ext cx="613749" cy="1957538"/>
          </a:xfrm>
          <a:prstGeom prst="bentConnector3">
            <a:avLst>
              <a:gd name="adj1" fmla="val 34481"/>
            </a:avLst>
          </a:prstGeom>
          <a:ln w="6350" cap="flat">
            <a:solidFill>
              <a:srgbClr val="92D05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8">
            <a:extLst>
              <a:ext uri="{FF2B5EF4-FFF2-40B4-BE49-F238E27FC236}">
                <a16:creationId xmlns:a16="http://schemas.microsoft.com/office/drawing/2014/main" id="{236E3E3B-60D6-E5B3-A5B8-31C7C0A81125}"/>
              </a:ext>
            </a:extLst>
          </p:cNvPr>
          <p:cNvCxnSpPr>
            <a:cxnSpLocks/>
            <a:endCxn id="95" idx="1"/>
          </p:cNvCxnSpPr>
          <p:nvPr/>
        </p:nvCxnSpPr>
        <p:spPr>
          <a:xfrm rot="16200000" flipH="1">
            <a:off x="3005502" y="3684446"/>
            <a:ext cx="1924206" cy="632450"/>
          </a:xfrm>
          <a:prstGeom prst="bentConnector2">
            <a:avLst/>
          </a:prstGeom>
          <a:ln w="6350" cap="flat">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3ADFB026-6BF6-150B-4880-DEDE2802ED44}"/>
              </a:ext>
            </a:extLst>
          </p:cNvPr>
          <p:cNvSpPr txBox="1">
            <a:spLocks/>
          </p:cNvSpPr>
          <p:nvPr>
            <p:custDataLst>
              <p:tags r:id="rId16"/>
            </p:custDataLst>
          </p:nvPr>
        </p:nvSpPr>
        <p:spPr>
          <a:xfrm>
            <a:off x="3181108" y="5829869"/>
            <a:ext cx="557885" cy="76944"/>
          </a:xfrm>
          <a:prstGeom prst="rect">
            <a:avLst/>
          </a:prstGeom>
          <a:solidFill>
            <a:srgbClr val="F2F8FF"/>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dirty="0"/>
              <a:t>Tools Registry</a:t>
            </a:r>
          </a:p>
        </p:txBody>
      </p:sp>
      <p:sp>
        <p:nvSpPr>
          <p:cNvPr id="64" name="TextBox 63">
            <a:extLst>
              <a:ext uri="{FF2B5EF4-FFF2-40B4-BE49-F238E27FC236}">
                <a16:creationId xmlns:a16="http://schemas.microsoft.com/office/drawing/2014/main" id="{E6B06A3A-3C8C-1B21-F2F3-1D8E26E38D0A}"/>
              </a:ext>
            </a:extLst>
          </p:cNvPr>
          <p:cNvSpPr txBox="1"/>
          <p:nvPr/>
        </p:nvSpPr>
        <p:spPr>
          <a:xfrm>
            <a:off x="4655473" y="3528039"/>
            <a:ext cx="344001" cy="153888"/>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Agent request HLTL</a:t>
            </a:r>
          </a:p>
        </p:txBody>
      </p:sp>
      <p:sp>
        <p:nvSpPr>
          <p:cNvPr id="65" name="TextBox 64">
            <a:extLst>
              <a:ext uri="{FF2B5EF4-FFF2-40B4-BE49-F238E27FC236}">
                <a16:creationId xmlns:a16="http://schemas.microsoft.com/office/drawing/2014/main" id="{19E75DE3-AF26-A74A-1D4F-7961DF55CC43}"/>
              </a:ext>
            </a:extLst>
          </p:cNvPr>
          <p:cNvSpPr txBox="1"/>
          <p:nvPr/>
        </p:nvSpPr>
        <p:spPr>
          <a:xfrm>
            <a:off x="4263157" y="3363223"/>
            <a:ext cx="217520" cy="230832"/>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Final agent result</a:t>
            </a:r>
          </a:p>
        </p:txBody>
      </p:sp>
      <p:sp>
        <p:nvSpPr>
          <p:cNvPr id="66" name="TextBox 65">
            <a:extLst>
              <a:ext uri="{FF2B5EF4-FFF2-40B4-BE49-F238E27FC236}">
                <a16:creationId xmlns:a16="http://schemas.microsoft.com/office/drawing/2014/main" id="{B10ECFBD-B7A6-56DE-5600-2A6C8647FA53}"/>
              </a:ext>
            </a:extLst>
          </p:cNvPr>
          <p:cNvSpPr txBox="1"/>
          <p:nvPr/>
        </p:nvSpPr>
        <p:spPr>
          <a:xfrm>
            <a:off x="3734221" y="3701701"/>
            <a:ext cx="301226" cy="156265"/>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Sends the new payload to the agent</a:t>
            </a:r>
          </a:p>
        </p:txBody>
      </p:sp>
      <p:sp>
        <p:nvSpPr>
          <p:cNvPr id="67" name="TextBox 66">
            <a:extLst>
              <a:ext uri="{FF2B5EF4-FFF2-40B4-BE49-F238E27FC236}">
                <a16:creationId xmlns:a16="http://schemas.microsoft.com/office/drawing/2014/main" id="{CE2E543F-D159-8C87-1F04-344AA9BB8AD4}"/>
              </a:ext>
            </a:extLst>
          </p:cNvPr>
          <p:cNvSpPr txBox="1"/>
          <p:nvPr/>
        </p:nvSpPr>
        <p:spPr>
          <a:xfrm>
            <a:off x="3510288" y="3426549"/>
            <a:ext cx="251730" cy="104177"/>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r>
              <a:rPr lang="en-US" sz="500" dirty="0">
                <a:cs typeface="+mn-cs"/>
              </a:rPr>
              <a:t>Agent B receives </a:t>
            </a:r>
          </a:p>
        </p:txBody>
      </p:sp>
      <p:sp>
        <p:nvSpPr>
          <p:cNvPr id="68" name="TextBox 67">
            <a:extLst>
              <a:ext uri="{FF2B5EF4-FFF2-40B4-BE49-F238E27FC236}">
                <a16:creationId xmlns:a16="http://schemas.microsoft.com/office/drawing/2014/main" id="{9F3FA09A-6CAA-2382-4AD4-9D8958835ECD}"/>
              </a:ext>
            </a:extLst>
          </p:cNvPr>
          <p:cNvSpPr txBox="1"/>
          <p:nvPr/>
        </p:nvSpPr>
        <p:spPr>
          <a:xfrm>
            <a:off x="3057697" y="3667638"/>
            <a:ext cx="284662" cy="104177"/>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Agent return the result</a:t>
            </a:r>
          </a:p>
        </p:txBody>
      </p:sp>
      <p:sp>
        <p:nvSpPr>
          <p:cNvPr id="69" name="TextBox 68">
            <a:extLst>
              <a:ext uri="{FF2B5EF4-FFF2-40B4-BE49-F238E27FC236}">
                <a16:creationId xmlns:a16="http://schemas.microsoft.com/office/drawing/2014/main" id="{49D0484F-D835-A753-D818-2FF548B0B66B}"/>
              </a:ext>
            </a:extLst>
          </p:cNvPr>
          <p:cNvSpPr txBox="1"/>
          <p:nvPr/>
        </p:nvSpPr>
        <p:spPr>
          <a:xfrm>
            <a:off x="2464473" y="3436666"/>
            <a:ext cx="368168" cy="104177"/>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Sends payload to agent A</a:t>
            </a:r>
          </a:p>
        </p:txBody>
      </p:sp>
      <p:sp>
        <p:nvSpPr>
          <p:cNvPr id="75" name="TextBox 74">
            <a:extLst>
              <a:ext uri="{FF2B5EF4-FFF2-40B4-BE49-F238E27FC236}">
                <a16:creationId xmlns:a16="http://schemas.microsoft.com/office/drawing/2014/main" id="{29C72D55-43CC-42AE-21C2-699E38F450B3}"/>
              </a:ext>
            </a:extLst>
          </p:cNvPr>
          <p:cNvSpPr txBox="1"/>
          <p:nvPr/>
        </p:nvSpPr>
        <p:spPr>
          <a:xfrm>
            <a:off x="3316521" y="3088058"/>
            <a:ext cx="458868" cy="76944"/>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Workflow</a:t>
            </a:r>
          </a:p>
        </p:txBody>
      </p:sp>
      <p:sp>
        <p:nvSpPr>
          <p:cNvPr id="63" name="TextBox 62">
            <a:extLst>
              <a:ext uri="{FF2B5EF4-FFF2-40B4-BE49-F238E27FC236}">
                <a16:creationId xmlns:a16="http://schemas.microsoft.com/office/drawing/2014/main" id="{69C09D93-D955-CD5E-1124-5BF7752575C2}"/>
              </a:ext>
            </a:extLst>
          </p:cNvPr>
          <p:cNvSpPr txBox="1"/>
          <p:nvPr/>
        </p:nvSpPr>
        <p:spPr>
          <a:xfrm>
            <a:off x="3646766" y="2577722"/>
            <a:ext cx="746803" cy="153888"/>
          </a:xfrm>
          <a:prstGeom prst="rect">
            <a:avLst/>
          </a:prstGeom>
          <a:solidFill>
            <a:srgbClr val="F2F8FF"/>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Pauses the workflow until user provides feedback</a:t>
            </a:r>
          </a:p>
        </p:txBody>
      </p:sp>
      <p:sp>
        <p:nvSpPr>
          <p:cNvPr id="157" name="TextBox 156">
            <a:extLst>
              <a:ext uri="{FF2B5EF4-FFF2-40B4-BE49-F238E27FC236}">
                <a16:creationId xmlns:a16="http://schemas.microsoft.com/office/drawing/2014/main" id="{EA143C86-C77D-7ECD-F8B9-360C0F43C93A}"/>
              </a:ext>
            </a:extLst>
          </p:cNvPr>
          <p:cNvSpPr txBox="1">
            <a:spLocks/>
          </p:cNvSpPr>
          <p:nvPr>
            <p:custDataLst>
              <p:tags r:id="rId17"/>
            </p:custDataLst>
          </p:nvPr>
        </p:nvSpPr>
        <p:spPr>
          <a:xfrm>
            <a:off x="2242986" y="4329043"/>
            <a:ext cx="232435" cy="76944"/>
          </a:xfrm>
          <a:prstGeom prst="rect">
            <a:avLst/>
          </a:prstGeom>
          <a:noFill/>
        </p:spPr>
        <p:txBody>
          <a:bodyPr vert="horz" wrap="non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500" b="1" dirty="0"/>
              <a:t>Foundry </a:t>
            </a:r>
          </a:p>
        </p:txBody>
      </p:sp>
      <p:pic>
        <p:nvPicPr>
          <p:cNvPr id="160" name="Picture 159">
            <a:extLst>
              <a:ext uri="{FF2B5EF4-FFF2-40B4-BE49-F238E27FC236}">
                <a16:creationId xmlns:a16="http://schemas.microsoft.com/office/drawing/2014/main" id="{DDA09D08-42E3-3085-3642-D03D9B273AD6}"/>
              </a:ext>
            </a:extLst>
          </p:cNvPr>
          <p:cNvPicPr>
            <a:picLocks noChangeAspect="1"/>
          </p:cNvPicPr>
          <p:nvPr/>
        </p:nvPicPr>
        <p:blipFill>
          <a:blip r:embed="rId30">
            <a:clrChange>
              <a:clrFrom>
                <a:srgbClr val="F3F1FF"/>
              </a:clrFrom>
              <a:clrTo>
                <a:srgbClr val="F3F1FF">
                  <a:alpha val="0"/>
                </a:srgbClr>
              </a:clrTo>
            </a:clrChange>
          </a:blip>
          <a:srcRect l="89341" t="20429" r="8738" b="75797"/>
          <a:stretch>
            <a:fillRect/>
          </a:stretch>
        </p:blipFill>
        <p:spPr>
          <a:xfrm>
            <a:off x="5900671" y="2315438"/>
            <a:ext cx="204106" cy="222413"/>
          </a:xfrm>
          <a:prstGeom prst="rect">
            <a:avLst/>
          </a:prstGeom>
        </p:spPr>
      </p:pic>
      <p:sp>
        <p:nvSpPr>
          <p:cNvPr id="161" name="TextBox 160">
            <a:extLst>
              <a:ext uri="{FF2B5EF4-FFF2-40B4-BE49-F238E27FC236}">
                <a16:creationId xmlns:a16="http://schemas.microsoft.com/office/drawing/2014/main" id="{2C99955E-4F14-A865-ED78-A2D1EDE6027B}"/>
              </a:ext>
            </a:extLst>
          </p:cNvPr>
          <p:cNvSpPr txBox="1">
            <a:spLocks/>
          </p:cNvSpPr>
          <p:nvPr>
            <p:custDataLst>
              <p:tags r:id="rId18"/>
            </p:custDataLst>
          </p:nvPr>
        </p:nvSpPr>
        <p:spPr>
          <a:xfrm>
            <a:off x="5830601" y="2556818"/>
            <a:ext cx="344247" cy="184666"/>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600" dirty="0"/>
              <a:t>SQL Database</a:t>
            </a:r>
          </a:p>
        </p:txBody>
      </p:sp>
      <p:pic>
        <p:nvPicPr>
          <p:cNvPr id="165" name="Picture 164">
            <a:extLst>
              <a:ext uri="{FF2B5EF4-FFF2-40B4-BE49-F238E27FC236}">
                <a16:creationId xmlns:a16="http://schemas.microsoft.com/office/drawing/2014/main" id="{9BA7F969-0925-C8DB-2CB6-CEB30A699A93}"/>
              </a:ext>
            </a:extLst>
          </p:cNvPr>
          <p:cNvPicPr>
            <a:picLocks noChangeAspect="1"/>
          </p:cNvPicPr>
          <p:nvPr/>
        </p:nvPicPr>
        <p:blipFill>
          <a:blip r:embed="rId30"/>
          <a:srcRect l="41580" t="4066" r="56401" b="92020"/>
          <a:stretch>
            <a:fillRect/>
          </a:stretch>
        </p:blipFill>
        <p:spPr>
          <a:xfrm>
            <a:off x="644667" y="2065583"/>
            <a:ext cx="214542" cy="230619"/>
          </a:xfrm>
          <a:prstGeom prst="rect">
            <a:avLst/>
          </a:prstGeom>
        </p:spPr>
      </p:pic>
      <p:pic>
        <p:nvPicPr>
          <p:cNvPr id="168" name="Picture 167">
            <a:extLst>
              <a:ext uri="{FF2B5EF4-FFF2-40B4-BE49-F238E27FC236}">
                <a16:creationId xmlns:a16="http://schemas.microsoft.com/office/drawing/2014/main" id="{9ABC22C6-7A7B-0F8E-A452-9BAAF368B3D4}"/>
              </a:ext>
            </a:extLst>
          </p:cNvPr>
          <p:cNvPicPr>
            <a:picLocks noChangeAspect="1"/>
          </p:cNvPicPr>
          <p:nvPr/>
        </p:nvPicPr>
        <p:blipFill>
          <a:blip r:embed="rId30"/>
          <a:srcRect l="90623" t="84475" r="7248" b="11558"/>
          <a:stretch>
            <a:fillRect/>
          </a:stretch>
        </p:blipFill>
        <p:spPr>
          <a:xfrm>
            <a:off x="638829" y="2990299"/>
            <a:ext cx="226219" cy="233759"/>
          </a:xfrm>
          <a:prstGeom prst="rect">
            <a:avLst/>
          </a:prstGeom>
        </p:spPr>
      </p:pic>
      <p:pic>
        <p:nvPicPr>
          <p:cNvPr id="171" name="Picture 170">
            <a:extLst>
              <a:ext uri="{FF2B5EF4-FFF2-40B4-BE49-F238E27FC236}">
                <a16:creationId xmlns:a16="http://schemas.microsoft.com/office/drawing/2014/main" id="{2A4F59A6-8CD3-1115-B42E-D7C040DCD6C1}"/>
              </a:ext>
            </a:extLst>
          </p:cNvPr>
          <p:cNvPicPr>
            <a:picLocks/>
          </p:cNvPicPr>
          <p:nvPr/>
        </p:nvPicPr>
        <p:blipFill>
          <a:blip r:embed="rId30">
            <a:clrChange>
              <a:clrFrom>
                <a:srgbClr val="FFF6C7"/>
              </a:clrFrom>
              <a:clrTo>
                <a:srgbClr val="FFF6C7">
                  <a:alpha val="0"/>
                </a:srgbClr>
              </a:clrTo>
            </a:clrChange>
          </a:blip>
          <a:srcRect l="65350" t="35904" r="32982" b="61259"/>
          <a:stretch>
            <a:fillRect/>
          </a:stretch>
        </p:blipFill>
        <p:spPr>
          <a:xfrm>
            <a:off x="1431125" y="2439505"/>
            <a:ext cx="177182" cy="167177"/>
          </a:xfrm>
          <a:prstGeom prst="rect">
            <a:avLst/>
          </a:prstGeom>
        </p:spPr>
      </p:pic>
      <p:sp>
        <p:nvSpPr>
          <p:cNvPr id="172" name="TextBox 171">
            <a:extLst>
              <a:ext uri="{FF2B5EF4-FFF2-40B4-BE49-F238E27FC236}">
                <a16:creationId xmlns:a16="http://schemas.microsoft.com/office/drawing/2014/main" id="{FDB7AEAD-8654-E0BB-F9F9-34A48BC009D5}"/>
              </a:ext>
            </a:extLst>
          </p:cNvPr>
          <p:cNvSpPr txBox="1"/>
          <p:nvPr/>
        </p:nvSpPr>
        <p:spPr>
          <a:xfrm>
            <a:off x="554736" y="2302846"/>
            <a:ext cx="447266" cy="153888"/>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External Sources (Email)</a:t>
            </a:r>
          </a:p>
        </p:txBody>
      </p:sp>
      <p:sp>
        <p:nvSpPr>
          <p:cNvPr id="173" name="TextBox 172">
            <a:extLst>
              <a:ext uri="{FF2B5EF4-FFF2-40B4-BE49-F238E27FC236}">
                <a16:creationId xmlns:a16="http://schemas.microsoft.com/office/drawing/2014/main" id="{79E60A90-D58B-B53A-2466-C98C38E8E222}"/>
              </a:ext>
            </a:extLst>
          </p:cNvPr>
          <p:cNvSpPr txBox="1"/>
          <p:nvPr/>
        </p:nvSpPr>
        <p:spPr>
          <a:xfrm>
            <a:off x="554736" y="3273460"/>
            <a:ext cx="394405" cy="76944"/>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App</a:t>
            </a:r>
          </a:p>
        </p:txBody>
      </p:sp>
      <p:sp>
        <p:nvSpPr>
          <p:cNvPr id="174" name="TextBox 173">
            <a:extLst>
              <a:ext uri="{FF2B5EF4-FFF2-40B4-BE49-F238E27FC236}">
                <a16:creationId xmlns:a16="http://schemas.microsoft.com/office/drawing/2014/main" id="{F3C2CA14-B9CD-52A2-7535-1B59417D59D7}"/>
              </a:ext>
            </a:extLst>
          </p:cNvPr>
          <p:cNvSpPr txBox="1"/>
          <p:nvPr/>
        </p:nvSpPr>
        <p:spPr>
          <a:xfrm>
            <a:off x="1423536" y="2623800"/>
            <a:ext cx="192360" cy="76944"/>
          </a:xfrm>
          <a:prstGeom prst="rect">
            <a:avLst/>
          </a:prstGeom>
          <a:noFill/>
        </p:spPr>
        <p:txBody>
          <a:bodyPr vert="horz" wrap="non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err="1">
                <a:cs typeface="+mn-cs"/>
              </a:rPr>
              <a:t>FastAPI</a:t>
            </a:r>
            <a:endParaRPr lang="en-US" sz="500" dirty="0">
              <a:cs typeface="+mn-cs"/>
            </a:endParaRPr>
          </a:p>
        </p:txBody>
      </p:sp>
      <p:sp>
        <p:nvSpPr>
          <p:cNvPr id="178" name="TextBox 177">
            <a:extLst>
              <a:ext uri="{FF2B5EF4-FFF2-40B4-BE49-F238E27FC236}">
                <a16:creationId xmlns:a16="http://schemas.microsoft.com/office/drawing/2014/main" id="{FEB6FE5A-8E13-DCEC-57BE-B62DF4399FBB}"/>
              </a:ext>
            </a:extLst>
          </p:cNvPr>
          <p:cNvSpPr txBox="1"/>
          <p:nvPr/>
        </p:nvSpPr>
        <p:spPr>
          <a:xfrm>
            <a:off x="1686285" y="2364458"/>
            <a:ext cx="411009" cy="307777"/>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Calls Orchestration through function</a:t>
            </a:r>
          </a:p>
        </p:txBody>
      </p:sp>
      <p:cxnSp>
        <p:nvCxnSpPr>
          <p:cNvPr id="179" name="Straight Connector 78">
            <a:extLst>
              <a:ext uri="{FF2B5EF4-FFF2-40B4-BE49-F238E27FC236}">
                <a16:creationId xmlns:a16="http://schemas.microsoft.com/office/drawing/2014/main" id="{5A721A83-CF3C-6E03-2ED5-A0888705877C}"/>
              </a:ext>
            </a:extLst>
          </p:cNvPr>
          <p:cNvCxnSpPr>
            <a:cxnSpLocks/>
            <a:stCxn id="171" idx="3"/>
            <a:endCxn id="160" idx="0"/>
          </p:cNvCxnSpPr>
          <p:nvPr/>
        </p:nvCxnSpPr>
        <p:spPr>
          <a:xfrm flipV="1">
            <a:off x="1608307" y="2315438"/>
            <a:ext cx="4394417" cy="207656"/>
          </a:xfrm>
          <a:prstGeom prst="bentConnector4">
            <a:avLst>
              <a:gd name="adj1" fmla="val 52"/>
              <a:gd name="adj2" fmla="val 396620"/>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848DEB35-33E1-7E86-3A84-2DED856F5DAE}"/>
              </a:ext>
            </a:extLst>
          </p:cNvPr>
          <p:cNvSpPr txBox="1"/>
          <p:nvPr/>
        </p:nvSpPr>
        <p:spPr>
          <a:xfrm>
            <a:off x="2751353" y="1662283"/>
            <a:ext cx="1311686" cy="92333"/>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600" dirty="0">
                <a:cs typeface="+mn-cs"/>
              </a:rPr>
              <a:t>Updates the job workflow state</a:t>
            </a:r>
          </a:p>
        </p:txBody>
      </p:sp>
      <p:cxnSp>
        <p:nvCxnSpPr>
          <p:cNvPr id="186" name="Straight Connector 78">
            <a:extLst>
              <a:ext uri="{FF2B5EF4-FFF2-40B4-BE49-F238E27FC236}">
                <a16:creationId xmlns:a16="http://schemas.microsoft.com/office/drawing/2014/main" id="{64B8814B-232F-99A5-93F4-7BDBFF0C865D}"/>
              </a:ext>
            </a:extLst>
          </p:cNvPr>
          <p:cNvCxnSpPr>
            <a:cxnSpLocks/>
            <a:stCxn id="165" idx="3"/>
            <a:endCxn id="171" idx="0"/>
          </p:cNvCxnSpPr>
          <p:nvPr/>
        </p:nvCxnSpPr>
        <p:spPr>
          <a:xfrm>
            <a:off x="859209" y="2180893"/>
            <a:ext cx="660507" cy="258612"/>
          </a:xfrm>
          <a:prstGeom prst="bentConnector2">
            <a:avLst/>
          </a:prstGeom>
          <a:ln w="6350" cap="flat">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0" name="Straight Connector 78">
            <a:extLst>
              <a:ext uri="{FF2B5EF4-FFF2-40B4-BE49-F238E27FC236}">
                <a16:creationId xmlns:a16="http://schemas.microsoft.com/office/drawing/2014/main" id="{88666404-5720-B935-534B-1F576CEA485B}"/>
              </a:ext>
            </a:extLst>
          </p:cNvPr>
          <p:cNvCxnSpPr>
            <a:cxnSpLocks/>
            <a:stCxn id="168" idx="0"/>
            <a:endCxn id="171" idx="1"/>
          </p:cNvCxnSpPr>
          <p:nvPr/>
        </p:nvCxnSpPr>
        <p:spPr>
          <a:xfrm rot="5400000" flipH="1" flipV="1">
            <a:off x="857930" y="2417104"/>
            <a:ext cx="467205" cy="679186"/>
          </a:xfrm>
          <a:prstGeom prst="bentConnector2">
            <a:avLst/>
          </a:prstGeom>
          <a:ln w="6350" cap="flat">
            <a:solidFill>
              <a:srgbClr val="C0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97" name="Straight Connector 78">
            <a:extLst>
              <a:ext uri="{FF2B5EF4-FFF2-40B4-BE49-F238E27FC236}">
                <a16:creationId xmlns:a16="http://schemas.microsoft.com/office/drawing/2014/main" id="{6F267FDE-2BD6-638E-CBE7-98234220587B}"/>
              </a:ext>
            </a:extLst>
          </p:cNvPr>
          <p:cNvCxnSpPr>
            <a:cxnSpLocks/>
            <a:stCxn id="168" idx="3"/>
            <a:endCxn id="171" idx="1"/>
          </p:cNvCxnSpPr>
          <p:nvPr/>
        </p:nvCxnSpPr>
        <p:spPr>
          <a:xfrm flipV="1">
            <a:off x="865048" y="2523094"/>
            <a:ext cx="566077" cy="584085"/>
          </a:xfrm>
          <a:prstGeom prst="bentConnector3">
            <a:avLst>
              <a:gd name="adj1" fmla="val 50000"/>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00" name="TextBox 199">
            <a:extLst>
              <a:ext uri="{FF2B5EF4-FFF2-40B4-BE49-F238E27FC236}">
                <a16:creationId xmlns:a16="http://schemas.microsoft.com/office/drawing/2014/main" id="{8FBF04A8-D47E-B05A-ECCB-2B929752945C}"/>
              </a:ext>
            </a:extLst>
          </p:cNvPr>
          <p:cNvSpPr txBox="1"/>
          <p:nvPr/>
        </p:nvSpPr>
        <p:spPr>
          <a:xfrm>
            <a:off x="1003091" y="2038849"/>
            <a:ext cx="411009" cy="230832"/>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Every new email is sent to the server</a:t>
            </a:r>
          </a:p>
        </p:txBody>
      </p:sp>
      <p:sp>
        <p:nvSpPr>
          <p:cNvPr id="201" name="TextBox 200">
            <a:extLst>
              <a:ext uri="{FF2B5EF4-FFF2-40B4-BE49-F238E27FC236}">
                <a16:creationId xmlns:a16="http://schemas.microsoft.com/office/drawing/2014/main" id="{0E3A3AA7-B347-C030-AC8C-57F0BA1E7768}"/>
              </a:ext>
            </a:extLst>
          </p:cNvPr>
          <p:cNvSpPr txBox="1"/>
          <p:nvPr/>
        </p:nvSpPr>
        <p:spPr>
          <a:xfrm>
            <a:off x="1015605" y="2755370"/>
            <a:ext cx="264962" cy="230832"/>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Reply to HITL requests</a:t>
            </a:r>
          </a:p>
        </p:txBody>
      </p:sp>
      <p:sp>
        <p:nvSpPr>
          <p:cNvPr id="202" name="TextBox 201">
            <a:extLst>
              <a:ext uri="{FF2B5EF4-FFF2-40B4-BE49-F238E27FC236}">
                <a16:creationId xmlns:a16="http://schemas.microsoft.com/office/drawing/2014/main" id="{C87A8285-E406-586B-6376-FF9A98FABF08}"/>
              </a:ext>
            </a:extLst>
          </p:cNvPr>
          <p:cNvSpPr txBox="1"/>
          <p:nvPr/>
        </p:nvSpPr>
        <p:spPr>
          <a:xfrm>
            <a:off x="594962" y="2596893"/>
            <a:ext cx="321326" cy="307777"/>
          </a:xfrm>
          <a:prstGeom prst="rect">
            <a:avLst/>
          </a:prstGeom>
          <a:solidFill>
            <a:schemeClr val="bg1"/>
          </a:solid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500" dirty="0">
                <a:cs typeface="+mn-cs"/>
              </a:rPr>
              <a:t>Checks for pending HITL request</a:t>
            </a:r>
          </a:p>
        </p:txBody>
      </p:sp>
      <p:sp>
        <p:nvSpPr>
          <p:cNvPr id="209" name="Arc 208">
            <a:extLst>
              <a:ext uri="{FF2B5EF4-FFF2-40B4-BE49-F238E27FC236}">
                <a16:creationId xmlns:a16="http://schemas.microsoft.com/office/drawing/2014/main" id="{8541590C-36AD-E666-3F05-AE98956EF3F2}"/>
              </a:ext>
            </a:extLst>
          </p:cNvPr>
          <p:cNvSpPr/>
          <p:nvPr/>
        </p:nvSpPr>
        <p:spPr>
          <a:xfrm>
            <a:off x="3396866" y="5513843"/>
            <a:ext cx="99823" cy="92576"/>
          </a:xfrm>
          <a:prstGeom prst="arc">
            <a:avLst>
              <a:gd name="adj1" fmla="val 11149880"/>
              <a:gd name="adj2" fmla="val 21341557"/>
            </a:avLst>
          </a:prstGeom>
          <a:solidFill>
            <a:srgbClr val="F2F8FF"/>
          </a:solidFill>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649828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B04A2835-CDF1-BF25-4BB7-8E2F64C9D87E}"/>
              </a:ext>
            </a:extLst>
          </p:cNvPr>
          <p:cNvGraphicFramePr>
            <a:graphicFrameLocks/>
          </p:cNvGraphicFramePr>
          <p:nvPr>
            <p:custDataLst>
              <p:tags r:id="rId1"/>
            </p:custDataLst>
            <p:extLst>
              <p:ext uri="{D42A27DB-BD31-4B8C-83A1-F6EECF244321}">
                <p14:modId xmlns:p14="http://schemas.microsoft.com/office/powerpoint/2010/main" val="28397952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5" imgW="7772400" imgH="10058400" progId="TCLayout.ActiveDocument.1">
                  <p:embed/>
                </p:oleObj>
              </mc:Choice>
              <mc:Fallback>
                <p:oleObj name="think-cell Slide" r:id="rId15" imgW="7772400" imgH="10058400" progId="TCLayout.ActiveDocument.1">
                  <p:embed/>
                  <p:pic>
                    <p:nvPicPr>
                      <p:cNvPr id="23" name="think-cell data - do not delete" hidden="1">
                        <a:extLst>
                          <a:ext uri="{FF2B5EF4-FFF2-40B4-BE49-F238E27FC236}">
                            <a16:creationId xmlns:a16="http://schemas.microsoft.com/office/drawing/2014/main" id="{B04A2835-CDF1-BF25-4BB7-8E2F64C9D87E}"/>
                          </a:ext>
                        </a:extLst>
                      </p:cNvPr>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8BDB541A-3094-CD73-031B-47F40712DFF5}"/>
              </a:ext>
            </a:extLst>
          </p:cNvPr>
          <p:cNvSpPr>
            <a:spLocks noGrp="1"/>
          </p:cNvSpPr>
          <p:nvPr>
            <p:ph type="body" sz="quarter" idx="10"/>
          </p:nvPr>
        </p:nvSpPr>
        <p:spPr/>
        <p:txBody>
          <a:bodyPr/>
          <a:lstStyle/>
          <a:p>
            <a:endParaRPr lang="en-US"/>
          </a:p>
        </p:txBody>
      </p:sp>
      <p:sp>
        <p:nvSpPr>
          <p:cNvPr id="4" name="Title 3">
            <a:extLst>
              <a:ext uri="{FF2B5EF4-FFF2-40B4-BE49-F238E27FC236}">
                <a16:creationId xmlns:a16="http://schemas.microsoft.com/office/drawing/2014/main" id="{34559A74-5E81-7EC9-D57E-9AF70C44922C}"/>
              </a:ext>
            </a:extLst>
          </p:cNvPr>
          <p:cNvSpPr>
            <a:spLocks noGrp="1"/>
          </p:cNvSpPr>
          <p:nvPr>
            <p:ph type="title"/>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lstStyle/>
          <a:p>
            <a:r>
              <a:rPr lang="en-US" dirty="0"/>
              <a:t>Data</a:t>
            </a:r>
          </a:p>
        </p:txBody>
      </p:sp>
      <p:cxnSp>
        <p:nvCxnSpPr>
          <p:cNvPr id="19" name="Straight Connector 18">
            <a:extLst>
              <a:ext uri="{FF2B5EF4-FFF2-40B4-BE49-F238E27FC236}">
                <a16:creationId xmlns:a16="http://schemas.microsoft.com/office/drawing/2014/main" id="{1F949A9E-F5EA-08B4-44DC-384294F60536}"/>
              </a:ext>
            </a:extLst>
          </p:cNvPr>
          <p:cNvCxnSpPr>
            <a:cxnSpLocks/>
          </p:cNvCxnSpPr>
          <p:nvPr>
            <p:custDataLst>
              <p:tags r:id="rId2"/>
            </p:custDataLst>
          </p:nvPr>
        </p:nvCxnSpPr>
        <p:spPr>
          <a:xfrm>
            <a:off x="4930140" y="2610816"/>
            <a:ext cx="670712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ED4E175-BFB0-41F2-CE0D-E345CB68849A}"/>
              </a:ext>
            </a:extLst>
          </p:cNvPr>
          <p:cNvCxnSpPr>
            <a:cxnSpLocks/>
          </p:cNvCxnSpPr>
          <p:nvPr>
            <p:custDataLst>
              <p:tags r:id="rId3"/>
            </p:custDataLst>
          </p:nvPr>
        </p:nvCxnSpPr>
        <p:spPr>
          <a:xfrm>
            <a:off x="4930140" y="4546830"/>
            <a:ext cx="670712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41D3639-02CC-7D39-35B3-5085F27EA94E}"/>
              </a:ext>
            </a:extLst>
          </p:cNvPr>
          <p:cNvCxnSpPr>
            <a:cxnSpLocks/>
          </p:cNvCxnSpPr>
          <p:nvPr>
            <p:custDataLst>
              <p:tags r:id="rId4"/>
            </p:custDataLst>
          </p:nvPr>
        </p:nvCxnSpPr>
        <p:spPr>
          <a:xfrm>
            <a:off x="4930140" y="5590292"/>
            <a:ext cx="6707122"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5B1FD7FF-509A-FC26-9047-666774148CDA}"/>
              </a:ext>
            </a:extLst>
          </p:cNvPr>
          <p:cNvCxnSpPr>
            <a:cxnSpLocks/>
          </p:cNvCxnSpPr>
          <p:nvPr>
            <p:custDataLst>
              <p:tags r:id="rId5"/>
            </p:custDataLst>
          </p:nvPr>
        </p:nvCxnSpPr>
        <p:spPr>
          <a:xfrm>
            <a:off x="4930141" y="2069759"/>
            <a:ext cx="670712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EB2FE8-E94C-E917-1E6F-B57630BFEF9A}"/>
              </a:ext>
            </a:extLst>
          </p:cNvPr>
          <p:cNvSpPr txBox="1">
            <a:spLocks/>
          </p:cNvSpPr>
          <p:nvPr>
            <p:custDataLst>
              <p:tags r:id="rId6"/>
            </p:custDataLst>
          </p:nvPr>
        </p:nvSpPr>
        <p:spPr>
          <a:xfrm>
            <a:off x="4930140" y="1813540"/>
            <a:ext cx="1457289"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Core component</a:t>
            </a:r>
          </a:p>
        </p:txBody>
      </p:sp>
      <p:sp>
        <p:nvSpPr>
          <p:cNvPr id="26" name="TextBox 25">
            <a:extLst>
              <a:ext uri="{FF2B5EF4-FFF2-40B4-BE49-F238E27FC236}">
                <a16:creationId xmlns:a16="http://schemas.microsoft.com/office/drawing/2014/main" id="{A1860862-1B49-28E0-8857-40921FAEE91F}"/>
              </a:ext>
            </a:extLst>
          </p:cNvPr>
          <p:cNvSpPr txBox="1">
            <a:spLocks/>
          </p:cNvSpPr>
          <p:nvPr>
            <p:custDataLst>
              <p:tags r:id="rId7"/>
            </p:custDataLst>
          </p:nvPr>
        </p:nvSpPr>
        <p:spPr>
          <a:xfrm>
            <a:off x="6637651" y="1813540"/>
            <a:ext cx="4999611"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Details</a:t>
            </a:r>
          </a:p>
        </p:txBody>
      </p:sp>
      <p:sp>
        <p:nvSpPr>
          <p:cNvPr id="9" name="TextBox 8">
            <a:extLst>
              <a:ext uri="{FF2B5EF4-FFF2-40B4-BE49-F238E27FC236}">
                <a16:creationId xmlns:a16="http://schemas.microsoft.com/office/drawing/2014/main" id="{AE0E382F-6F0E-7117-87CF-3F74C4AB358B}"/>
              </a:ext>
            </a:extLst>
          </p:cNvPr>
          <p:cNvSpPr txBox="1">
            <a:spLocks/>
          </p:cNvSpPr>
          <p:nvPr>
            <p:custDataLst>
              <p:tags r:id="rId8"/>
            </p:custDataLst>
          </p:nvPr>
        </p:nvSpPr>
        <p:spPr>
          <a:xfrm>
            <a:off x="4930140" y="2127557"/>
            <a:ext cx="1457289"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1. Operational data</a:t>
            </a:r>
          </a:p>
        </p:txBody>
      </p:sp>
      <p:sp>
        <p:nvSpPr>
          <p:cNvPr id="28" name="TextBox 27">
            <a:extLst>
              <a:ext uri="{FF2B5EF4-FFF2-40B4-BE49-F238E27FC236}">
                <a16:creationId xmlns:a16="http://schemas.microsoft.com/office/drawing/2014/main" id="{DE50BA1A-E492-DB87-BFE3-81A592675535}"/>
              </a:ext>
            </a:extLst>
          </p:cNvPr>
          <p:cNvSpPr txBox="1"/>
          <p:nvPr/>
        </p:nvSpPr>
        <p:spPr>
          <a:xfrm>
            <a:off x="6637651" y="2127557"/>
            <a:ext cx="4999611"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Operational business data is stored and managed in SQL Server as the </a:t>
            </a:r>
            <a:br>
              <a:rPr lang="en-US" sz="1200" dirty="0"/>
            </a:br>
            <a:r>
              <a:rPr lang="en-US" sz="1200" dirty="0"/>
              <a:t>system of record.</a:t>
            </a:r>
          </a:p>
        </p:txBody>
      </p:sp>
      <p:sp>
        <p:nvSpPr>
          <p:cNvPr id="10" name="TextBox 9">
            <a:extLst>
              <a:ext uri="{FF2B5EF4-FFF2-40B4-BE49-F238E27FC236}">
                <a16:creationId xmlns:a16="http://schemas.microsoft.com/office/drawing/2014/main" id="{275826F6-6FC3-4B4A-30E2-83862EA2FE34}"/>
              </a:ext>
            </a:extLst>
          </p:cNvPr>
          <p:cNvSpPr txBox="1">
            <a:spLocks/>
          </p:cNvSpPr>
          <p:nvPr>
            <p:custDataLst>
              <p:tags r:id="rId9"/>
            </p:custDataLst>
          </p:nvPr>
        </p:nvSpPr>
        <p:spPr>
          <a:xfrm>
            <a:off x="4930140" y="2724743"/>
            <a:ext cx="1457289"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2. Knowledge base</a:t>
            </a:r>
          </a:p>
        </p:txBody>
      </p:sp>
      <p:sp>
        <p:nvSpPr>
          <p:cNvPr id="30" name="TextBox 29">
            <a:extLst>
              <a:ext uri="{FF2B5EF4-FFF2-40B4-BE49-F238E27FC236}">
                <a16:creationId xmlns:a16="http://schemas.microsoft.com/office/drawing/2014/main" id="{C66A4B16-229D-1B2D-661E-B40B830A0AA9}"/>
              </a:ext>
            </a:extLst>
          </p:cNvPr>
          <p:cNvSpPr txBox="1"/>
          <p:nvPr/>
        </p:nvSpPr>
        <p:spPr>
          <a:xfrm>
            <a:off x="6637651" y="2724743"/>
            <a:ext cx="4999611" cy="170816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Create an AI Search index (define fields, vector algorithm, query-time vectorizer and semantic ranker)</a:t>
            </a:r>
          </a:p>
          <a:p>
            <a:r>
              <a:rPr lang="en-US" sz="1200" dirty="0"/>
              <a:t>Create an indexer with a skillset (connect blob/SharePoint as data source, chunk and embed documents on a schedule) </a:t>
            </a:r>
          </a:p>
          <a:p>
            <a:r>
              <a:rPr lang="en-US" sz="1200" dirty="0"/>
              <a:t>Create a Knowledge Base object that wraps the index as a named knowledge source with endpoint exposed</a:t>
            </a:r>
          </a:p>
          <a:p>
            <a:r>
              <a:rPr lang="en-US" sz="1200" dirty="0"/>
              <a:t>Add the KB's MCP URL to the agent's tools, and the agent autonomously calls </a:t>
            </a:r>
            <a:r>
              <a:rPr lang="en-US" sz="1200" dirty="0" err="1"/>
              <a:t>knowledge_base_retrieve</a:t>
            </a:r>
            <a:r>
              <a:rPr lang="en-US" sz="1200" dirty="0"/>
              <a:t> when it needs to look something up.</a:t>
            </a:r>
          </a:p>
        </p:txBody>
      </p:sp>
      <p:sp>
        <p:nvSpPr>
          <p:cNvPr id="11" name="TextBox 10">
            <a:extLst>
              <a:ext uri="{FF2B5EF4-FFF2-40B4-BE49-F238E27FC236}">
                <a16:creationId xmlns:a16="http://schemas.microsoft.com/office/drawing/2014/main" id="{C23D06A3-C031-16D6-E04E-488C64CAC364}"/>
              </a:ext>
            </a:extLst>
          </p:cNvPr>
          <p:cNvSpPr txBox="1">
            <a:spLocks/>
          </p:cNvSpPr>
          <p:nvPr>
            <p:custDataLst>
              <p:tags r:id="rId10"/>
            </p:custDataLst>
          </p:nvPr>
        </p:nvSpPr>
        <p:spPr>
          <a:xfrm>
            <a:off x="4930140" y="4660757"/>
            <a:ext cx="14572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3. Agent/workflow context</a:t>
            </a:r>
          </a:p>
        </p:txBody>
      </p:sp>
      <p:sp>
        <p:nvSpPr>
          <p:cNvPr id="32" name="TextBox 31">
            <a:extLst>
              <a:ext uri="{FF2B5EF4-FFF2-40B4-BE49-F238E27FC236}">
                <a16:creationId xmlns:a16="http://schemas.microsoft.com/office/drawing/2014/main" id="{D2EA829F-4F89-6ACA-0A40-09BFED0A114B}"/>
              </a:ext>
            </a:extLst>
          </p:cNvPr>
          <p:cNvSpPr txBox="1"/>
          <p:nvPr/>
        </p:nvSpPr>
        <p:spPr>
          <a:xfrm>
            <a:off x="6637651" y="4660757"/>
            <a:ext cx="4999611" cy="81560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Individual agent: agent within workflow automatically has memory. Standalone agent’s short-term memory is managed by agent session.</a:t>
            </a:r>
          </a:p>
          <a:p>
            <a:r>
              <a:rPr lang="en-US" sz="1200" dirty="0"/>
              <a:t>Workflow shared state: </a:t>
            </a:r>
            <a:r>
              <a:rPr lang="en-US" sz="1200" dirty="0" err="1"/>
              <a:t>ctx.set_state</a:t>
            </a:r>
            <a:r>
              <a:rPr lang="en-US" sz="1200" dirty="0"/>
              <a:t>(key, value) / </a:t>
            </a:r>
            <a:r>
              <a:rPr lang="en-US" sz="1200" dirty="0" err="1"/>
              <a:t>ctx.get_state</a:t>
            </a:r>
            <a:r>
              <a:rPr lang="en-US" sz="1200" dirty="0"/>
              <a:t>(key) inside any executor gives all nodes in the graph access to common data within a single run</a:t>
            </a:r>
          </a:p>
        </p:txBody>
      </p:sp>
      <p:sp>
        <p:nvSpPr>
          <p:cNvPr id="12" name="TextBox 11">
            <a:extLst>
              <a:ext uri="{FF2B5EF4-FFF2-40B4-BE49-F238E27FC236}">
                <a16:creationId xmlns:a16="http://schemas.microsoft.com/office/drawing/2014/main" id="{8140B4B9-B0FC-AF1A-F9E9-BE2B706953AD}"/>
              </a:ext>
            </a:extLst>
          </p:cNvPr>
          <p:cNvSpPr txBox="1">
            <a:spLocks/>
          </p:cNvSpPr>
          <p:nvPr>
            <p:custDataLst>
              <p:tags r:id="rId11"/>
            </p:custDataLst>
          </p:nvPr>
        </p:nvSpPr>
        <p:spPr>
          <a:xfrm>
            <a:off x="4930140" y="5704218"/>
            <a:ext cx="14572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4. Fabric data connection</a:t>
            </a:r>
          </a:p>
        </p:txBody>
      </p:sp>
      <p:sp>
        <p:nvSpPr>
          <p:cNvPr id="34" name="TextBox 33">
            <a:extLst>
              <a:ext uri="{FF2B5EF4-FFF2-40B4-BE49-F238E27FC236}">
                <a16:creationId xmlns:a16="http://schemas.microsoft.com/office/drawing/2014/main" id="{C38D3FF9-0495-993D-68FD-4533F5886988}"/>
              </a:ext>
            </a:extLst>
          </p:cNvPr>
          <p:cNvSpPr txBox="1"/>
          <p:nvPr/>
        </p:nvSpPr>
        <p:spPr>
          <a:xfrm>
            <a:off x="6637651" y="5704218"/>
            <a:ext cx="4999611"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TBD</a:t>
            </a:r>
          </a:p>
        </p:txBody>
      </p:sp>
      <p:sp>
        <p:nvSpPr>
          <p:cNvPr id="44" name="Rectangle 43">
            <a:extLst>
              <a:ext uri="{FF2B5EF4-FFF2-40B4-BE49-F238E27FC236}">
                <a16:creationId xmlns:a16="http://schemas.microsoft.com/office/drawing/2014/main" id="{133CE01C-5DAA-73E5-9ECA-153C608FE36A}"/>
              </a:ext>
            </a:extLst>
          </p:cNvPr>
          <p:cNvSpPr/>
          <p:nvPr/>
        </p:nvSpPr>
        <p:spPr>
          <a:xfrm>
            <a:off x="547688" y="2069759"/>
            <a:ext cx="3954462" cy="1194130"/>
          </a:xfrm>
          <a:prstGeom prst="rect">
            <a:avLst/>
          </a:prstGeom>
          <a:solidFill>
            <a:srgbClr val="F6EBF9"/>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rgbClr val="FFFFFF"/>
              </a:solidFill>
              <a:latin typeface="Calibri" panose="020F0502020204030204"/>
            </a:endParaRPr>
          </a:p>
        </p:txBody>
      </p:sp>
      <p:sp>
        <p:nvSpPr>
          <p:cNvPr id="43" name="TextBox 42">
            <a:extLst>
              <a:ext uri="{FF2B5EF4-FFF2-40B4-BE49-F238E27FC236}">
                <a16:creationId xmlns:a16="http://schemas.microsoft.com/office/drawing/2014/main" id="{CBA51130-7CA4-88F4-D34B-FDA6D9A05028}"/>
              </a:ext>
            </a:extLst>
          </p:cNvPr>
          <p:cNvSpPr txBox="1">
            <a:spLocks/>
          </p:cNvSpPr>
          <p:nvPr>
            <p:custDataLst>
              <p:tags r:id="rId12"/>
            </p:custDataLst>
          </p:nvPr>
        </p:nvSpPr>
        <p:spPr>
          <a:xfrm>
            <a:off x="652860" y="2164322"/>
            <a:ext cx="3744119" cy="21544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Persistent Storage</a:t>
            </a:r>
          </a:p>
        </p:txBody>
      </p:sp>
      <p:pic>
        <p:nvPicPr>
          <p:cNvPr id="45" name="Picture 44">
            <a:extLst>
              <a:ext uri="{FF2B5EF4-FFF2-40B4-BE49-F238E27FC236}">
                <a16:creationId xmlns:a16="http://schemas.microsoft.com/office/drawing/2014/main" id="{598788C0-CD71-982C-6804-00ABCBAF878C}"/>
              </a:ext>
            </a:extLst>
          </p:cNvPr>
          <p:cNvPicPr>
            <a:picLocks noChangeAspect="1"/>
          </p:cNvPicPr>
          <p:nvPr/>
        </p:nvPicPr>
        <p:blipFill>
          <a:blip r:embed="rId17">
            <a:clrChange>
              <a:clrFrom>
                <a:srgbClr val="F3F1FF"/>
              </a:clrFrom>
              <a:clrTo>
                <a:srgbClr val="F3F1FF">
                  <a:alpha val="0"/>
                </a:srgbClr>
              </a:clrTo>
            </a:clrChange>
          </a:blip>
          <a:srcRect l="78514" t="20705" r="19131" b="75668"/>
          <a:stretch>
            <a:fillRect/>
          </a:stretch>
        </p:blipFill>
        <p:spPr>
          <a:xfrm>
            <a:off x="965184" y="2597557"/>
            <a:ext cx="456803" cy="390159"/>
          </a:xfrm>
          <a:custGeom>
            <a:avLst/>
            <a:gdLst>
              <a:gd name="csX0" fmla="*/ 0 w 250243"/>
              <a:gd name="csY0" fmla="*/ 0 h 213735"/>
              <a:gd name="csX1" fmla="*/ 250243 w 250243"/>
              <a:gd name="csY1" fmla="*/ 0 h 213735"/>
              <a:gd name="csX2" fmla="*/ 250243 w 250243"/>
              <a:gd name="csY2" fmla="*/ 213735 h 213735"/>
              <a:gd name="csX3" fmla="*/ 0 w 250243"/>
              <a:gd name="csY3" fmla="*/ 213735 h 213735"/>
            </a:gdLst>
            <a:ahLst/>
            <a:cxnLst>
              <a:cxn ang="0">
                <a:pos x="csX0" y="csY0"/>
              </a:cxn>
              <a:cxn ang="0">
                <a:pos x="csX1" y="csY1"/>
              </a:cxn>
              <a:cxn ang="0">
                <a:pos x="csX2" y="csY2"/>
              </a:cxn>
              <a:cxn ang="0">
                <a:pos x="csX3" y="csY3"/>
              </a:cxn>
            </a:cxnLst>
            <a:rect l="l" t="t" r="r" b="b"/>
            <a:pathLst>
              <a:path w="250243" h="213735">
                <a:moveTo>
                  <a:pt x="0" y="0"/>
                </a:moveTo>
                <a:lnTo>
                  <a:pt x="250243" y="0"/>
                </a:lnTo>
                <a:lnTo>
                  <a:pt x="250243" y="213735"/>
                </a:lnTo>
                <a:lnTo>
                  <a:pt x="0" y="213735"/>
                </a:lnTo>
                <a:close/>
              </a:path>
            </a:pathLst>
          </a:custGeom>
        </p:spPr>
      </p:pic>
      <p:pic>
        <p:nvPicPr>
          <p:cNvPr id="46" name="Picture 45">
            <a:extLst>
              <a:ext uri="{FF2B5EF4-FFF2-40B4-BE49-F238E27FC236}">
                <a16:creationId xmlns:a16="http://schemas.microsoft.com/office/drawing/2014/main" id="{1DC7711E-050D-6F2A-5A9D-FAEDC68B743D}"/>
              </a:ext>
            </a:extLst>
          </p:cNvPr>
          <p:cNvPicPr>
            <a:picLocks noChangeAspect="1"/>
          </p:cNvPicPr>
          <p:nvPr/>
        </p:nvPicPr>
        <p:blipFill>
          <a:blip r:embed="rId17">
            <a:clrChange>
              <a:clrFrom>
                <a:srgbClr val="F3F1FF"/>
              </a:clrFrom>
              <a:clrTo>
                <a:srgbClr val="F3F1FF">
                  <a:alpha val="0"/>
                </a:srgbClr>
              </a:clrTo>
            </a:clrChange>
          </a:blip>
          <a:srcRect l="89341" t="20429" r="8738" b="75797"/>
          <a:stretch>
            <a:fillRect/>
          </a:stretch>
        </p:blipFill>
        <p:spPr>
          <a:xfrm>
            <a:off x="3732353" y="2605458"/>
            <a:ext cx="343543" cy="374357"/>
          </a:xfrm>
          <a:prstGeom prst="rect">
            <a:avLst/>
          </a:prstGeom>
        </p:spPr>
      </p:pic>
      <p:pic>
        <p:nvPicPr>
          <p:cNvPr id="47" name="Picture 46">
            <a:extLst>
              <a:ext uri="{FF2B5EF4-FFF2-40B4-BE49-F238E27FC236}">
                <a16:creationId xmlns:a16="http://schemas.microsoft.com/office/drawing/2014/main" id="{D2443B67-BD41-4B4B-AE4B-1397AF6A1A6D}"/>
              </a:ext>
            </a:extLst>
          </p:cNvPr>
          <p:cNvPicPr>
            <a:picLocks noChangeAspect="1"/>
          </p:cNvPicPr>
          <p:nvPr/>
        </p:nvPicPr>
        <p:blipFill>
          <a:blip r:embed="rId17">
            <a:clrChange>
              <a:clrFrom>
                <a:srgbClr val="F3F1FF"/>
              </a:clrFrom>
              <a:clrTo>
                <a:srgbClr val="F3F1FF">
                  <a:alpha val="0"/>
                </a:srgbClr>
              </a:clrTo>
            </a:clrChange>
          </a:blip>
          <a:srcRect l="83796" t="20429" r="13848" b="75797"/>
          <a:stretch>
            <a:fillRect/>
          </a:stretch>
        </p:blipFill>
        <p:spPr>
          <a:xfrm>
            <a:off x="2362191" y="2605458"/>
            <a:ext cx="421199" cy="374357"/>
          </a:xfrm>
          <a:custGeom>
            <a:avLst/>
            <a:gdLst>
              <a:gd name="csX0" fmla="*/ 0 w 250243"/>
              <a:gd name="csY0" fmla="*/ 0 h 222413"/>
              <a:gd name="csX1" fmla="*/ 250243 w 250243"/>
              <a:gd name="csY1" fmla="*/ 0 h 222413"/>
              <a:gd name="csX2" fmla="*/ 250243 w 250243"/>
              <a:gd name="csY2" fmla="*/ 222413 h 222413"/>
              <a:gd name="csX3" fmla="*/ 0 w 250243"/>
              <a:gd name="csY3" fmla="*/ 222413 h 222413"/>
            </a:gdLst>
            <a:ahLst/>
            <a:cxnLst>
              <a:cxn ang="0">
                <a:pos x="csX0" y="csY0"/>
              </a:cxn>
              <a:cxn ang="0">
                <a:pos x="csX1" y="csY1"/>
              </a:cxn>
              <a:cxn ang="0">
                <a:pos x="csX2" y="csY2"/>
              </a:cxn>
              <a:cxn ang="0">
                <a:pos x="csX3" y="csY3"/>
              </a:cxn>
            </a:cxnLst>
            <a:rect l="l" t="t" r="r" b="b"/>
            <a:pathLst>
              <a:path w="250243" h="222413">
                <a:moveTo>
                  <a:pt x="0" y="0"/>
                </a:moveTo>
                <a:lnTo>
                  <a:pt x="250243" y="0"/>
                </a:lnTo>
                <a:lnTo>
                  <a:pt x="250243" y="222413"/>
                </a:lnTo>
                <a:lnTo>
                  <a:pt x="0" y="222413"/>
                </a:lnTo>
                <a:close/>
              </a:path>
            </a:pathLst>
          </a:custGeom>
        </p:spPr>
      </p:pic>
      <p:sp>
        <p:nvSpPr>
          <p:cNvPr id="48" name="TextBox 47">
            <a:extLst>
              <a:ext uri="{FF2B5EF4-FFF2-40B4-BE49-F238E27FC236}">
                <a16:creationId xmlns:a16="http://schemas.microsoft.com/office/drawing/2014/main" id="{B3B928EF-95AE-6699-851D-D9E6036971CD}"/>
              </a:ext>
            </a:extLst>
          </p:cNvPr>
          <p:cNvSpPr txBox="1"/>
          <p:nvPr/>
        </p:nvSpPr>
        <p:spPr>
          <a:xfrm>
            <a:off x="652860" y="3033068"/>
            <a:ext cx="1081451" cy="18466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12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Storage Accounts</a:t>
            </a:r>
          </a:p>
        </p:txBody>
      </p:sp>
      <p:sp>
        <p:nvSpPr>
          <p:cNvPr id="49" name="TextBox 48">
            <a:extLst>
              <a:ext uri="{FF2B5EF4-FFF2-40B4-BE49-F238E27FC236}">
                <a16:creationId xmlns:a16="http://schemas.microsoft.com/office/drawing/2014/main" id="{05DE98BA-3EBE-2E0B-5CA0-43437DE96AD1}"/>
              </a:ext>
            </a:extLst>
          </p:cNvPr>
          <p:cNvSpPr txBox="1"/>
          <p:nvPr/>
        </p:nvSpPr>
        <p:spPr>
          <a:xfrm>
            <a:off x="1908249" y="3033068"/>
            <a:ext cx="1329082" cy="184666"/>
          </a:xfrm>
          <a:prstGeom prst="rect">
            <a:avLst/>
          </a:prstGeom>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US" sz="12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Mitie Azure </a:t>
            </a:r>
            <a:r>
              <a:rPr kumimoji="0" lang="en-US" sz="1200" b="0" i="0" u="none" strike="noStrike" kern="1200" cap="none" spc="0" normalizeH="0" baseline="0" noProof="0" dirty="0" err="1">
                <a:ln>
                  <a:noFill/>
                </a:ln>
                <a:solidFill>
                  <a:srgbClr val="565A5C"/>
                </a:solidFill>
                <a:effectLst/>
                <a:uLnTx/>
                <a:uFillTx/>
                <a:latin typeface="Calibri" panose="020F0502020204030204"/>
                <a:ea typeface="+mn-ea"/>
                <a:cs typeface="Arial" panose="020B0604020202020204" pitchFamily="34" charset="0"/>
              </a:rPr>
              <a:t>DataLake</a:t>
            </a:r>
            <a:endParaRPr kumimoji="0" lang="en-US" sz="12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endParaRPr>
          </a:p>
        </p:txBody>
      </p:sp>
      <p:sp>
        <p:nvSpPr>
          <p:cNvPr id="50" name="TextBox 49">
            <a:extLst>
              <a:ext uri="{FF2B5EF4-FFF2-40B4-BE49-F238E27FC236}">
                <a16:creationId xmlns:a16="http://schemas.microsoft.com/office/drawing/2014/main" id="{72CE0A4E-8450-5354-BE60-842539073EA9}"/>
              </a:ext>
            </a:extLst>
          </p:cNvPr>
          <p:cNvSpPr txBox="1"/>
          <p:nvPr/>
        </p:nvSpPr>
        <p:spPr>
          <a:xfrm>
            <a:off x="3411269" y="3033068"/>
            <a:ext cx="985710" cy="184666"/>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565A5C"/>
              </a:buClr>
              <a:buSzPct val="100000"/>
              <a:buFont typeface="Segoe UI" panose="020B0502040204020203" pitchFamily="34" charset="0"/>
              <a:buChar char="​"/>
              <a:tabLst/>
              <a:defRPr/>
            </a:pPr>
            <a:r>
              <a:rPr kumimoji="0" lang="en-IN" sz="12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S</a:t>
            </a:r>
            <a:r>
              <a:rPr kumimoji="0" lang="en-US" sz="1200" b="0" i="0" u="none" strike="noStrike" kern="1200" cap="none" spc="0" normalizeH="0" baseline="0" noProof="0" dirty="0">
                <a:ln>
                  <a:noFill/>
                </a:ln>
                <a:solidFill>
                  <a:srgbClr val="565A5C"/>
                </a:solidFill>
                <a:effectLst/>
                <a:uLnTx/>
                <a:uFillTx/>
                <a:latin typeface="Calibri" panose="020F0502020204030204"/>
                <a:ea typeface="+mn-ea"/>
                <a:cs typeface="Arial" panose="020B0604020202020204" pitchFamily="34" charset="0"/>
              </a:rPr>
              <a:t>QL Database</a:t>
            </a:r>
          </a:p>
        </p:txBody>
      </p:sp>
      <p:cxnSp>
        <p:nvCxnSpPr>
          <p:cNvPr id="52" name="LineSpecialityArrow 52">
            <a:extLst>
              <a:ext uri="{FF2B5EF4-FFF2-40B4-BE49-F238E27FC236}">
                <a16:creationId xmlns:a16="http://schemas.microsoft.com/office/drawing/2014/main" id="{69521BB3-AA8D-2E0D-E5BD-8E6D42771FF3}"/>
              </a:ext>
            </a:extLst>
          </p:cNvPr>
          <p:cNvCxnSpPr>
            <a:cxnSpLocks/>
            <a:endCxn id="46" idx="1"/>
          </p:cNvCxnSpPr>
          <p:nvPr>
            <p:custDataLst>
              <p:tags r:id="rId13"/>
            </p:custDataLst>
          </p:nvPr>
        </p:nvCxnSpPr>
        <p:spPr>
          <a:xfrm rot="5400000" flipH="1" flipV="1">
            <a:off x="3300600" y="2832137"/>
            <a:ext cx="471252" cy="392253"/>
          </a:xfrm>
          <a:prstGeom prst="bentConnector2">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150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E4059331-E505-078E-D7C7-3BEB870D4D38}"/>
              </a:ext>
            </a:extLst>
          </p:cNvPr>
          <p:cNvGraphicFramePr>
            <a:graphicFrameLocks noChangeAspect="1"/>
          </p:cNvGraphicFramePr>
          <p:nvPr>
            <p:custDataLst>
              <p:tags r:id="rId1"/>
            </p:custDataLst>
            <p:extLst>
              <p:ext uri="{D42A27DB-BD31-4B8C-83A1-F6EECF244321}">
                <p14:modId xmlns:p14="http://schemas.microsoft.com/office/powerpoint/2010/main" val="3452787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86" imgH="486" progId="TCLayout.ActiveDocument.1">
                  <p:embed/>
                </p:oleObj>
              </mc:Choice>
              <mc:Fallback>
                <p:oleObj name="think-cell Slide" r:id="rId31" imgW="486" imgH="486" progId="TCLayout.ActiveDocument.1">
                  <p:embed/>
                  <p:pic>
                    <p:nvPicPr>
                      <p:cNvPr id="36" name="think-cell data - do not delete" hidden="1">
                        <a:extLst>
                          <a:ext uri="{FF2B5EF4-FFF2-40B4-BE49-F238E27FC236}">
                            <a16:creationId xmlns:a16="http://schemas.microsoft.com/office/drawing/2014/main" id="{E4059331-E505-078E-D7C7-3BEB870D4D38}"/>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9116A934-462D-9FC1-1F7D-9577B6BF0AF0}"/>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8803459A-91EB-6D39-9855-6C1E25455823}"/>
              </a:ext>
            </a:extLst>
          </p:cNvPr>
          <p:cNvSpPr>
            <a:spLocks noGrp="1"/>
          </p:cNvSpPr>
          <p:nvPr>
            <p:ph type="title"/>
          </p:nvPr>
        </p:nvSpPr>
        <p:spPr>
          <a:xfrm>
            <a:off x="554736" y="553362"/>
            <a:ext cx="11082528" cy="384721"/>
          </a:xfrm>
        </p:spPr>
        <p:txBody>
          <a:bodyPr vert="horz"/>
          <a:lstStyle/>
          <a:p>
            <a:r>
              <a:rPr lang="en-GB">
                <a:ea typeface="Calibri"/>
                <a:cs typeface="Calibri"/>
              </a:rPr>
              <a:t>Security</a:t>
            </a:r>
            <a:endParaRPr lang="en-GB"/>
          </a:p>
        </p:txBody>
      </p:sp>
      <p:cxnSp>
        <p:nvCxnSpPr>
          <p:cNvPr id="19" name="Straight Connector 18">
            <a:extLst>
              <a:ext uri="{FF2B5EF4-FFF2-40B4-BE49-F238E27FC236}">
                <a16:creationId xmlns:a16="http://schemas.microsoft.com/office/drawing/2014/main" id="{6702AB30-FBFD-282B-884F-30B9B92AAF6E}"/>
              </a:ext>
            </a:extLst>
          </p:cNvPr>
          <p:cNvCxnSpPr>
            <a:cxnSpLocks/>
          </p:cNvCxnSpPr>
          <p:nvPr>
            <p:custDataLst>
              <p:tags r:id="rId2"/>
            </p:custDataLst>
          </p:nvPr>
        </p:nvCxnSpPr>
        <p:spPr>
          <a:xfrm>
            <a:off x="4930140" y="2936959"/>
            <a:ext cx="670712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F79DDBD-D916-EFEB-B974-63ACC596ADDE}"/>
              </a:ext>
            </a:extLst>
          </p:cNvPr>
          <p:cNvCxnSpPr>
            <a:cxnSpLocks/>
          </p:cNvCxnSpPr>
          <p:nvPr>
            <p:custDataLst>
              <p:tags r:id="rId3"/>
            </p:custDataLst>
          </p:nvPr>
        </p:nvCxnSpPr>
        <p:spPr>
          <a:xfrm>
            <a:off x="4930140" y="3817099"/>
            <a:ext cx="670712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25DEEC4-1832-AC72-28D5-7C0ECE2EE4AD}"/>
              </a:ext>
            </a:extLst>
          </p:cNvPr>
          <p:cNvCxnSpPr>
            <a:cxnSpLocks/>
          </p:cNvCxnSpPr>
          <p:nvPr>
            <p:custDataLst>
              <p:tags r:id="rId4"/>
            </p:custDataLst>
          </p:nvPr>
        </p:nvCxnSpPr>
        <p:spPr>
          <a:xfrm>
            <a:off x="4930140" y="4512573"/>
            <a:ext cx="670712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CE38253-533E-5F60-040F-2E54BEF68BBF}"/>
              </a:ext>
            </a:extLst>
          </p:cNvPr>
          <p:cNvCxnSpPr>
            <a:cxnSpLocks/>
          </p:cNvCxnSpPr>
          <p:nvPr>
            <p:custDataLst>
              <p:tags r:id="rId5"/>
            </p:custDataLst>
          </p:nvPr>
        </p:nvCxnSpPr>
        <p:spPr>
          <a:xfrm>
            <a:off x="4930140" y="5392713"/>
            <a:ext cx="670712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ECCAEA67-E9BC-7A7D-8764-AAF9E86BE52B}"/>
              </a:ext>
            </a:extLst>
          </p:cNvPr>
          <p:cNvGrpSpPr/>
          <p:nvPr/>
        </p:nvGrpSpPr>
        <p:grpSpPr>
          <a:xfrm>
            <a:off x="4930140" y="2127557"/>
            <a:ext cx="6707122" cy="738664"/>
            <a:chOff x="4930140" y="2537254"/>
            <a:chExt cx="6707122" cy="738664"/>
          </a:xfrm>
        </p:grpSpPr>
        <p:sp>
          <p:nvSpPr>
            <p:cNvPr id="9" name="TextBox 8">
              <a:extLst>
                <a:ext uri="{FF2B5EF4-FFF2-40B4-BE49-F238E27FC236}">
                  <a16:creationId xmlns:a16="http://schemas.microsoft.com/office/drawing/2014/main" id="{A1612DCE-C49E-2174-A0CF-1497853DF66A}"/>
                </a:ext>
              </a:extLst>
            </p:cNvPr>
            <p:cNvSpPr txBox="1">
              <a:spLocks/>
            </p:cNvSpPr>
            <p:nvPr>
              <p:custDataLst>
                <p:tags r:id="rId28"/>
              </p:custDataLst>
            </p:nvPr>
          </p:nvSpPr>
          <p:spPr>
            <a:xfrm>
              <a:off x="4930140" y="2537254"/>
              <a:ext cx="1457289"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1. Agent Identity</a:t>
              </a:r>
            </a:p>
          </p:txBody>
        </p:sp>
        <p:sp>
          <p:nvSpPr>
            <p:cNvPr id="14" name="TextBox 13">
              <a:extLst>
                <a:ext uri="{FF2B5EF4-FFF2-40B4-BE49-F238E27FC236}">
                  <a16:creationId xmlns:a16="http://schemas.microsoft.com/office/drawing/2014/main" id="{0DD23C4F-0F14-86B9-1EC5-4B298287896F}"/>
                </a:ext>
              </a:extLst>
            </p:cNvPr>
            <p:cNvSpPr txBox="1">
              <a:spLocks/>
            </p:cNvSpPr>
            <p:nvPr>
              <p:custDataLst>
                <p:tags r:id="rId29"/>
              </p:custDataLst>
            </p:nvPr>
          </p:nvSpPr>
          <p:spPr>
            <a:xfrm>
              <a:off x="6637651" y="2537254"/>
              <a:ext cx="4999611" cy="73866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Each hosted agent deployed through Foundry is automatically assigned a dedicated Microsoft Entra ID identity at deployment time. The identity is platform-managed and used by the agent runtime to authenticate against MCP servers, Azure services, and downstream tools without storing secrets</a:t>
              </a:r>
              <a:endParaRPr lang="en-US" sz="1200" dirty="0">
                <a:latin typeface="Gill Sans MT" panose="020B0502020104020203" pitchFamily="34" charset="77"/>
              </a:endParaRPr>
            </a:p>
          </p:txBody>
        </p:sp>
      </p:grpSp>
      <p:grpSp>
        <p:nvGrpSpPr>
          <p:cNvPr id="25" name="Group 24">
            <a:extLst>
              <a:ext uri="{FF2B5EF4-FFF2-40B4-BE49-F238E27FC236}">
                <a16:creationId xmlns:a16="http://schemas.microsoft.com/office/drawing/2014/main" id="{6B2EDAD6-5941-29CA-74B6-402D2B3CDAAD}"/>
              </a:ext>
            </a:extLst>
          </p:cNvPr>
          <p:cNvGrpSpPr/>
          <p:nvPr/>
        </p:nvGrpSpPr>
        <p:grpSpPr>
          <a:xfrm>
            <a:off x="4930140" y="3007697"/>
            <a:ext cx="6707122" cy="738664"/>
            <a:chOff x="4930140" y="3879270"/>
            <a:chExt cx="6707122" cy="738664"/>
          </a:xfrm>
        </p:grpSpPr>
        <p:sp>
          <p:nvSpPr>
            <p:cNvPr id="10" name="TextBox 9">
              <a:extLst>
                <a:ext uri="{FF2B5EF4-FFF2-40B4-BE49-F238E27FC236}">
                  <a16:creationId xmlns:a16="http://schemas.microsoft.com/office/drawing/2014/main" id="{D5C319AF-5D96-1D9C-A904-00E4EE9E67D6}"/>
                </a:ext>
              </a:extLst>
            </p:cNvPr>
            <p:cNvSpPr txBox="1">
              <a:spLocks/>
            </p:cNvSpPr>
            <p:nvPr>
              <p:custDataLst>
                <p:tags r:id="rId26"/>
              </p:custDataLst>
            </p:nvPr>
          </p:nvSpPr>
          <p:spPr>
            <a:xfrm>
              <a:off x="4930140" y="3879270"/>
              <a:ext cx="1457289"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2. Managed Authentication Flow</a:t>
              </a:r>
            </a:p>
          </p:txBody>
        </p:sp>
        <p:sp>
          <p:nvSpPr>
            <p:cNvPr id="15" name="TextBox 14">
              <a:extLst>
                <a:ext uri="{FF2B5EF4-FFF2-40B4-BE49-F238E27FC236}">
                  <a16:creationId xmlns:a16="http://schemas.microsoft.com/office/drawing/2014/main" id="{0637D11C-A1E1-CE26-AA2C-150C26D8F00D}"/>
                </a:ext>
              </a:extLst>
            </p:cNvPr>
            <p:cNvSpPr txBox="1">
              <a:spLocks/>
            </p:cNvSpPr>
            <p:nvPr>
              <p:custDataLst>
                <p:tags r:id="rId27"/>
              </p:custDataLst>
            </p:nvPr>
          </p:nvSpPr>
          <p:spPr>
            <a:xfrm>
              <a:off x="6637651" y="3879270"/>
              <a:ext cx="4999611" cy="73866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When an agent invokes a tool, Foundry performs an OAuth token exchange with Microsoft Entra ID and retrieves a scoped access token for the target resource. Authentication and token lifecycle management are handled by the platform automatically</a:t>
              </a:r>
              <a:endParaRPr lang="en-US" sz="1200" dirty="0">
                <a:latin typeface="Gill Sans MT" panose="020B0502020104020203" pitchFamily="34" charset="77"/>
              </a:endParaRPr>
            </a:p>
          </p:txBody>
        </p:sp>
      </p:grpSp>
      <p:grpSp>
        <p:nvGrpSpPr>
          <p:cNvPr id="32" name="Group 31">
            <a:extLst>
              <a:ext uri="{FF2B5EF4-FFF2-40B4-BE49-F238E27FC236}">
                <a16:creationId xmlns:a16="http://schemas.microsoft.com/office/drawing/2014/main" id="{4567BDE9-95A2-0D11-4506-0E0D4672F124}"/>
              </a:ext>
            </a:extLst>
          </p:cNvPr>
          <p:cNvGrpSpPr/>
          <p:nvPr/>
        </p:nvGrpSpPr>
        <p:grpSpPr>
          <a:xfrm>
            <a:off x="4930140" y="3887837"/>
            <a:ext cx="6707122" cy="553998"/>
            <a:chOff x="4930140" y="5078191"/>
            <a:chExt cx="6707122" cy="553998"/>
          </a:xfrm>
        </p:grpSpPr>
        <p:sp>
          <p:nvSpPr>
            <p:cNvPr id="16" name="TextBox 15">
              <a:extLst>
                <a:ext uri="{FF2B5EF4-FFF2-40B4-BE49-F238E27FC236}">
                  <a16:creationId xmlns:a16="http://schemas.microsoft.com/office/drawing/2014/main" id="{A5294C11-6C2C-FDD3-D4FA-1515CA042AB7}"/>
                </a:ext>
              </a:extLst>
            </p:cNvPr>
            <p:cNvSpPr txBox="1">
              <a:spLocks/>
            </p:cNvSpPr>
            <p:nvPr>
              <p:custDataLst>
                <p:tags r:id="rId24"/>
              </p:custDataLst>
            </p:nvPr>
          </p:nvSpPr>
          <p:spPr>
            <a:xfrm>
              <a:off x="4930140" y="5078191"/>
              <a:ext cx="14572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3. RBAC &amp; Access Governance</a:t>
              </a:r>
            </a:p>
          </p:txBody>
        </p:sp>
        <p:sp>
          <p:nvSpPr>
            <p:cNvPr id="17" name="TextBox 16">
              <a:extLst>
                <a:ext uri="{FF2B5EF4-FFF2-40B4-BE49-F238E27FC236}">
                  <a16:creationId xmlns:a16="http://schemas.microsoft.com/office/drawing/2014/main" id="{431CE4E2-DC1F-DF0B-E8E2-40CD6A0F6513}"/>
                </a:ext>
              </a:extLst>
            </p:cNvPr>
            <p:cNvSpPr txBox="1">
              <a:spLocks/>
            </p:cNvSpPr>
            <p:nvPr>
              <p:custDataLst>
                <p:tags r:id="rId25"/>
              </p:custDataLst>
            </p:nvPr>
          </p:nvSpPr>
          <p:spPr>
            <a:xfrm>
              <a:off x="6637651" y="5078191"/>
              <a:ext cx="4999611" cy="553998"/>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Access to MCP tools, Azure resources, and external systems is controlled through RBAC assignments tied to the agent identity. Permissions are scoped per agent and enforced at runtime to support least-privilege access and auditability</a:t>
              </a:r>
              <a:endParaRPr lang="en-US" sz="1200">
                <a:latin typeface="Gill Sans MT" panose="020B0502020104020203" pitchFamily="34" charset="77"/>
              </a:endParaRPr>
            </a:p>
          </p:txBody>
        </p:sp>
      </p:grpSp>
      <p:grpSp>
        <p:nvGrpSpPr>
          <p:cNvPr id="33" name="Group 32">
            <a:extLst>
              <a:ext uri="{FF2B5EF4-FFF2-40B4-BE49-F238E27FC236}">
                <a16:creationId xmlns:a16="http://schemas.microsoft.com/office/drawing/2014/main" id="{B2A62AA4-3933-C369-3819-B6A2C6F43EC5}"/>
              </a:ext>
            </a:extLst>
          </p:cNvPr>
          <p:cNvGrpSpPr/>
          <p:nvPr/>
        </p:nvGrpSpPr>
        <p:grpSpPr>
          <a:xfrm>
            <a:off x="4930140" y="4583311"/>
            <a:ext cx="6707122" cy="738664"/>
            <a:chOff x="4930140" y="5377417"/>
            <a:chExt cx="6707122" cy="738664"/>
          </a:xfrm>
        </p:grpSpPr>
        <p:sp>
          <p:nvSpPr>
            <p:cNvPr id="27" name="TextBox 26">
              <a:extLst>
                <a:ext uri="{FF2B5EF4-FFF2-40B4-BE49-F238E27FC236}">
                  <a16:creationId xmlns:a16="http://schemas.microsoft.com/office/drawing/2014/main" id="{5BC0CD7A-76B6-984D-ED28-694FB11CFAC8}"/>
                </a:ext>
              </a:extLst>
            </p:cNvPr>
            <p:cNvSpPr txBox="1">
              <a:spLocks/>
            </p:cNvSpPr>
            <p:nvPr>
              <p:custDataLst>
                <p:tags r:id="rId22"/>
              </p:custDataLst>
            </p:nvPr>
          </p:nvSpPr>
          <p:spPr>
            <a:xfrm>
              <a:off x="4930140" y="5377417"/>
              <a:ext cx="14572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4. Delegated / OBO Access</a:t>
              </a:r>
            </a:p>
          </p:txBody>
        </p:sp>
        <p:sp>
          <p:nvSpPr>
            <p:cNvPr id="28" name="TextBox 27">
              <a:extLst>
                <a:ext uri="{FF2B5EF4-FFF2-40B4-BE49-F238E27FC236}">
                  <a16:creationId xmlns:a16="http://schemas.microsoft.com/office/drawing/2014/main" id="{B5D9A9C8-AC39-515F-B114-20226299BD22}"/>
                </a:ext>
              </a:extLst>
            </p:cNvPr>
            <p:cNvSpPr txBox="1">
              <a:spLocks/>
            </p:cNvSpPr>
            <p:nvPr>
              <p:custDataLst>
                <p:tags r:id="rId23"/>
              </p:custDataLst>
            </p:nvPr>
          </p:nvSpPr>
          <p:spPr>
            <a:xfrm>
              <a:off x="6637651" y="5377417"/>
              <a:ext cx="4999611"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Foundry supports delegated access using OAuth On-Behalf-Of (OBO) flows, allowing agents to access user-specific resources with the user’s delegated permissions while preserving enterprise security controls and policy enforcement</a:t>
              </a:r>
              <a:endParaRPr lang="en-US" sz="1200">
                <a:latin typeface="Gill Sans MT" panose="020B0502020104020203" pitchFamily="34" charset="77"/>
              </a:endParaRPr>
            </a:p>
          </p:txBody>
        </p:sp>
      </p:grpSp>
      <p:grpSp>
        <p:nvGrpSpPr>
          <p:cNvPr id="34" name="Group 33">
            <a:extLst>
              <a:ext uri="{FF2B5EF4-FFF2-40B4-BE49-F238E27FC236}">
                <a16:creationId xmlns:a16="http://schemas.microsoft.com/office/drawing/2014/main" id="{CDDE567C-96AE-7235-8AF5-3F01C9933240}"/>
              </a:ext>
            </a:extLst>
          </p:cNvPr>
          <p:cNvGrpSpPr/>
          <p:nvPr/>
        </p:nvGrpSpPr>
        <p:grpSpPr>
          <a:xfrm>
            <a:off x="4930140" y="5463448"/>
            <a:ext cx="6707122" cy="738664"/>
            <a:chOff x="4930140" y="7452329"/>
            <a:chExt cx="6707122" cy="738664"/>
          </a:xfrm>
        </p:grpSpPr>
        <p:sp>
          <p:nvSpPr>
            <p:cNvPr id="30" name="TextBox 29">
              <a:extLst>
                <a:ext uri="{FF2B5EF4-FFF2-40B4-BE49-F238E27FC236}">
                  <a16:creationId xmlns:a16="http://schemas.microsoft.com/office/drawing/2014/main" id="{C75194C1-F20A-5DD9-CA74-30207330EDE0}"/>
                </a:ext>
              </a:extLst>
            </p:cNvPr>
            <p:cNvSpPr txBox="1">
              <a:spLocks/>
            </p:cNvSpPr>
            <p:nvPr>
              <p:custDataLst>
                <p:tags r:id="rId20"/>
              </p:custDataLst>
            </p:nvPr>
          </p:nvSpPr>
          <p:spPr>
            <a:xfrm>
              <a:off x="4930140" y="7452329"/>
              <a:ext cx="145728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5. Tool Authentication</a:t>
              </a:r>
            </a:p>
          </p:txBody>
        </p:sp>
        <p:sp>
          <p:nvSpPr>
            <p:cNvPr id="31" name="TextBox 30">
              <a:extLst>
                <a:ext uri="{FF2B5EF4-FFF2-40B4-BE49-F238E27FC236}">
                  <a16:creationId xmlns:a16="http://schemas.microsoft.com/office/drawing/2014/main" id="{5083EF4F-0174-C904-B6C1-2A06916353C3}"/>
                </a:ext>
              </a:extLst>
            </p:cNvPr>
            <p:cNvSpPr txBox="1">
              <a:spLocks/>
            </p:cNvSpPr>
            <p:nvPr>
              <p:custDataLst>
                <p:tags r:id="rId21"/>
              </p:custDataLst>
            </p:nvPr>
          </p:nvSpPr>
          <p:spPr>
            <a:xfrm>
              <a:off x="6637651" y="7452329"/>
              <a:ext cx="4999611" cy="738664"/>
            </a:xfrm>
            <a:prstGeom prst="rect">
              <a:avLst/>
            </a:prstGeom>
          </p:spPr>
          <p:txBody>
            <a:bodyPr vert="horz" wrap="square" lIns="0" tIns="0" rIns="0" bIns="0" rtlCol="0" anchor="t">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dirty="0"/>
                <a:t>MCP servers validate incoming Entra ID tokens (JWT) by verifying issuer, audience, and signature. The agent identity (client ID / object ID) is extracted from the token and checked against allowed identities or roles to determine if the agent is authorized to execute the requested tool</a:t>
              </a:r>
              <a:endParaRPr lang="en-US" sz="1200" dirty="0">
                <a:latin typeface="Gill Sans MT" panose="020B0502020104020203" pitchFamily="34" charset="77"/>
              </a:endParaRPr>
            </a:p>
          </p:txBody>
        </p:sp>
      </p:grpSp>
      <p:cxnSp>
        <p:nvCxnSpPr>
          <p:cNvPr id="5" name="Straight Connector 4">
            <a:extLst>
              <a:ext uri="{FF2B5EF4-FFF2-40B4-BE49-F238E27FC236}">
                <a16:creationId xmlns:a16="http://schemas.microsoft.com/office/drawing/2014/main" id="{CCAADD72-A444-8C92-5A60-560F86C1B0E4}"/>
              </a:ext>
            </a:extLst>
          </p:cNvPr>
          <p:cNvCxnSpPr>
            <a:cxnSpLocks/>
          </p:cNvCxnSpPr>
          <p:nvPr>
            <p:custDataLst>
              <p:tags r:id="rId6"/>
            </p:custDataLst>
          </p:nvPr>
        </p:nvCxnSpPr>
        <p:spPr>
          <a:xfrm>
            <a:off x="4930141" y="2069759"/>
            <a:ext cx="670712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3D5782D-5184-E336-F3A0-6139AD4C2FC8}"/>
              </a:ext>
            </a:extLst>
          </p:cNvPr>
          <p:cNvSpPr txBox="1">
            <a:spLocks/>
          </p:cNvSpPr>
          <p:nvPr>
            <p:custDataLst>
              <p:tags r:id="rId7"/>
            </p:custDataLst>
          </p:nvPr>
        </p:nvSpPr>
        <p:spPr>
          <a:xfrm>
            <a:off x="4930140" y="1813540"/>
            <a:ext cx="1457289"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Core component</a:t>
            </a:r>
          </a:p>
        </p:txBody>
      </p:sp>
      <p:sp>
        <p:nvSpPr>
          <p:cNvPr id="11" name="TextBox 10">
            <a:extLst>
              <a:ext uri="{FF2B5EF4-FFF2-40B4-BE49-F238E27FC236}">
                <a16:creationId xmlns:a16="http://schemas.microsoft.com/office/drawing/2014/main" id="{323EA15B-2ECC-319A-32D2-CE4141BD7454}"/>
              </a:ext>
            </a:extLst>
          </p:cNvPr>
          <p:cNvSpPr txBox="1">
            <a:spLocks/>
          </p:cNvSpPr>
          <p:nvPr>
            <p:custDataLst>
              <p:tags r:id="rId8"/>
            </p:custDataLst>
          </p:nvPr>
        </p:nvSpPr>
        <p:spPr>
          <a:xfrm>
            <a:off x="6637651" y="1813540"/>
            <a:ext cx="4999611" cy="215444"/>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Details</a:t>
            </a:r>
          </a:p>
        </p:txBody>
      </p:sp>
      <p:sp>
        <p:nvSpPr>
          <p:cNvPr id="37" name="Rectangle 36">
            <a:extLst>
              <a:ext uri="{FF2B5EF4-FFF2-40B4-BE49-F238E27FC236}">
                <a16:creationId xmlns:a16="http://schemas.microsoft.com/office/drawing/2014/main" id="{AC80A96F-63A1-6D87-4CD7-17FA6F568A78}"/>
              </a:ext>
            </a:extLst>
          </p:cNvPr>
          <p:cNvSpPr/>
          <p:nvPr/>
        </p:nvSpPr>
        <p:spPr>
          <a:xfrm>
            <a:off x="554736" y="1710526"/>
            <a:ext cx="1797939" cy="1443173"/>
          </a:xfrm>
          <a:prstGeom prst="rect">
            <a:avLst/>
          </a:prstGeom>
          <a:solidFill>
            <a:schemeClr val="accent5">
              <a:lumMod val="20000"/>
              <a:lumOff val="80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a:solidFill>
                <a:srgbClr val="FFFFFF"/>
              </a:solidFill>
              <a:latin typeface="Calibri" panose="020F0502020204030204"/>
            </a:endParaRPr>
          </a:p>
        </p:txBody>
      </p:sp>
      <p:pic>
        <p:nvPicPr>
          <p:cNvPr id="38" name="Picture 37">
            <a:extLst>
              <a:ext uri="{FF2B5EF4-FFF2-40B4-BE49-F238E27FC236}">
                <a16:creationId xmlns:a16="http://schemas.microsoft.com/office/drawing/2014/main" id="{05E84AB1-E754-8BDC-9EBE-3A2FD7252C9A}"/>
              </a:ext>
            </a:extLst>
          </p:cNvPr>
          <p:cNvPicPr>
            <a:picLocks noChangeAspect="1"/>
          </p:cNvPicPr>
          <p:nvPr/>
        </p:nvPicPr>
        <p:blipFill>
          <a:blip r:embed="rId33">
            <a:clrChange>
              <a:clrFrom>
                <a:srgbClr val="ECFFEE"/>
              </a:clrFrom>
              <a:clrTo>
                <a:srgbClr val="ECFFEE">
                  <a:alpha val="0"/>
                </a:srgbClr>
              </a:clrTo>
            </a:clrChange>
          </a:blip>
          <a:srcRect l="30063" t="21802" r="67673" b="73940"/>
          <a:stretch>
            <a:fillRect/>
          </a:stretch>
        </p:blipFill>
        <p:spPr>
          <a:xfrm>
            <a:off x="722551" y="2459143"/>
            <a:ext cx="381266" cy="397783"/>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39" name="Picture 38">
            <a:extLst>
              <a:ext uri="{FF2B5EF4-FFF2-40B4-BE49-F238E27FC236}">
                <a16:creationId xmlns:a16="http://schemas.microsoft.com/office/drawing/2014/main" id="{902EBF44-A274-9C75-7691-1C3CCBB56716}"/>
              </a:ext>
            </a:extLst>
          </p:cNvPr>
          <p:cNvPicPr>
            <a:picLocks noChangeAspect="1"/>
          </p:cNvPicPr>
          <p:nvPr/>
        </p:nvPicPr>
        <p:blipFill>
          <a:blip r:embed="rId33">
            <a:clrChange>
              <a:clrFrom>
                <a:srgbClr val="ECFFEE"/>
              </a:clrFrom>
              <a:clrTo>
                <a:srgbClr val="ECFFEE">
                  <a:alpha val="0"/>
                </a:srgbClr>
              </a:clrTo>
            </a:clrChange>
          </a:blip>
          <a:srcRect l="30063" t="21802" r="67673" b="73940"/>
          <a:stretch>
            <a:fillRect/>
          </a:stretch>
        </p:blipFill>
        <p:spPr>
          <a:xfrm>
            <a:off x="1758907" y="2459143"/>
            <a:ext cx="381266" cy="397783"/>
          </a:xfrm>
          <a:custGeom>
            <a:avLst/>
            <a:gdLst>
              <a:gd name="csX0" fmla="*/ 0 w 240506"/>
              <a:gd name="csY0" fmla="*/ 0 h 250925"/>
              <a:gd name="csX1" fmla="*/ 240506 w 240506"/>
              <a:gd name="csY1" fmla="*/ 0 h 250925"/>
              <a:gd name="csX2" fmla="*/ 240506 w 240506"/>
              <a:gd name="csY2" fmla="*/ 250925 h 250925"/>
              <a:gd name="csX3" fmla="*/ 0 w 240506"/>
              <a:gd name="csY3" fmla="*/ 250925 h 250925"/>
            </a:gdLst>
            <a:ahLst/>
            <a:cxnLst>
              <a:cxn ang="0">
                <a:pos x="csX0" y="csY0"/>
              </a:cxn>
              <a:cxn ang="0">
                <a:pos x="csX1" y="csY1"/>
              </a:cxn>
              <a:cxn ang="0">
                <a:pos x="csX2" y="csY2"/>
              </a:cxn>
              <a:cxn ang="0">
                <a:pos x="csX3" y="csY3"/>
              </a:cxn>
            </a:cxnLst>
            <a:rect l="l" t="t" r="r" b="b"/>
            <a:pathLst>
              <a:path w="240506" h="250925">
                <a:moveTo>
                  <a:pt x="0" y="0"/>
                </a:moveTo>
                <a:lnTo>
                  <a:pt x="240506" y="0"/>
                </a:lnTo>
                <a:lnTo>
                  <a:pt x="240506" y="250925"/>
                </a:lnTo>
                <a:lnTo>
                  <a:pt x="0" y="250925"/>
                </a:lnTo>
                <a:close/>
              </a:path>
            </a:pathLst>
          </a:custGeom>
        </p:spPr>
      </p:pic>
      <p:pic>
        <p:nvPicPr>
          <p:cNvPr id="40" name="Picture 39">
            <a:extLst>
              <a:ext uri="{FF2B5EF4-FFF2-40B4-BE49-F238E27FC236}">
                <a16:creationId xmlns:a16="http://schemas.microsoft.com/office/drawing/2014/main" id="{DE3249FC-ABE4-40A1-7C70-3266388C6564}"/>
              </a:ext>
            </a:extLst>
          </p:cNvPr>
          <p:cNvPicPr>
            <a:picLocks noChangeAspect="1"/>
          </p:cNvPicPr>
          <p:nvPr/>
        </p:nvPicPr>
        <p:blipFill>
          <a:blip r:embed="rId33">
            <a:clrChange>
              <a:clrFrom>
                <a:srgbClr val="ECFFEE"/>
              </a:clrFrom>
              <a:clrTo>
                <a:srgbClr val="ECFFEE">
                  <a:alpha val="0"/>
                </a:srgbClr>
              </a:clrTo>
            </a:clrChange>
          </a:blip>
          <a:srcRect l="32317" t="13508" r="65680" b="82853"/>
          <a:stretch>
            <a:fillRect/>
          </a:stretch>
        </p:blipFill>
        <p:spPr>
          <a:xfrm>
            <a:off x="1285086" y="1570369"/>
            <a:ext cx="337242" cy="339871"/>
          </a:xfrm>
          <a:custGeom>
            <a:avLst/>
            <a:gdLst>
              <a:gd name="csX0" fmla="*/ 0 w 212735"/>
              <a:gd name="csY0" fmla="*/ 0 h 214394"/>
              <a:gd name="csX1" fmla="*/ 212735 w 212735"/>
              <a:gd name="csY1" fmla="*/ 0 h 214394"/>
              <a:gd name="csX2" fmla="*/ 212735 w 212735"/>
              <a:gd name="csY2" fmla="*/ 214394 h 214394"/>
              <a:gd name="csX3" fmla="*/ 0 w 212735"/>
              <a:gd name="csY3" fmla="*/ 214394 h 214394"/>
            </a:gdLst>
            <a:ahLst/>
            <a:cxnLst>
              <a:cxn ang="0">
                <a:pos x="csX0" y="csY0"/>
              </a:cxn>
              <a:cxn ang="0">
                <a:pos x="csX1" y="csY1"/>
              </a:cxn>
              <a:cxn ang="0">
                <a:pos x="csX2" y="csY2"/>
              </a:cxn>
              <a:cxn ang="0">
                <a:pos x="csX3" y="csY3"/>
              </a:cxn>
            </a:cxnLst>
            <a:rect l="l" t="t" r="r" b="b"/>
            <a:pathLst>
              <a:path w="212735" h="214394">
                <a:moveTo>
                  <a:pt x="0" y="0"/>
                </a:moveTo>
                <a:lnTo>
                  <a:pt x="212735" y="0"/>
                </a:lnTo>
                <a:lnTo>
                  <a:pt x="212735" y="214394"/>
                </a:lnTo>
                <a:lnTo>
                  <a:pt x="0" y="214394"/>
                </a:lnTo>
                <a:close/>
              </a:path>
            </a:pathLst>
          </a:custGeom>
        </p:spPr>
      </p:pic>
      <p:sp>
        <p:nvSpPr>
          <p:cNvPr id="41" name="TextBox 40">
            <a:extLst>
              <a:ext uri="{FF2B5EF4-FFF2-40B4-BE49-F238E27FC236}">
                <a16:creationId xmlns:a16="http://schemas.microsoft.com/office/drawing/2014/main" id="{BCB93913-0C50-869F-E82B-EA5368A66C7B}"/>
              </a:ext>
            </a:extLst>
          </p:cNvPr>
          <p:cNvSpPr txBox="1">
            <a:spLocks/>
          </p:cNvSpPr>
          <p:nvPr>
            <p:custDataLst>
              <p:tags r:id="rId9"/>
            </p:custDataLst>
          </p:nvPr>
        </p:nvSpPr>
        <p:spPr>
          <a:xfrm>
            <a:off x="935855" y="1987753"/>
            <a:ext cx="993556" cy="307777"/>
          </a:xfrm>
          <a:prstGeom prst="rect">
            <a:avLst/>
          </a:prstGeom>
          <a:noFill/>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MCP Server (</a:t>
            </a:r>
            <a:r>
              <a:rPr lang="en-US" sz="1000" dirty="0" err="1"/>
              <a:t>FastMCP</a:t>
            </a:r>
            <a:r>
              <a:rPr lang="en-US" sz="1000" dirty="0"/>
              <a:t>)</a:t>
            </a:r>
          </a:p>
        </p:txBody>
      </p:sp>
      <p:sp>
        <p:nvSpPr>
          <p:cNvPr id="42" name="TextBox 41">
            <a:extLst>
              <a:ext uri="{FF2B5EF4-FFF2-40B4-BE49-F238E27FC236}">
                <a16:creationId xmlns:a16="http://schemas.microsoft.com/office/drawing/2014/main" id="{89B962CF-9CA1-89CE-F28D-152CDCB7E2D4}"/>
              </a:ext>
            </a:extLst>
          </p:cNvPr>
          <p:cNvSpPr txBox="1">
            <a:spLocks/>
          </p:cNvSpPr>
          <p:nvPr>
            <p:custDataLst>
              <p:tags r:id="rId10"/>
            </p:custDataLst>
          </p:nvPr>
        </p:nvSpPr>
        <p:spPr>
          <a:xfrm>
            <a:off x="748878" y="2890489"/>
            <a:ext cx="328616" cy="153888"/>
          </a:xfrm>
          <a:prstGeom prst="rect">
            <a:avLst/>
          </a:prstGeom>
          <a:noFill/>
        </p:spPr>
        <p:txBody>
          <a:bodyPr vert="horz" wrap="non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Tool A</a:t>
            </a:r>
          </a:p>
        </p:txBody>
      </p:sp>
      <p:sp>
        <p:nvSpPr>
          <p:cNvPr id="43" name="TextBox 42">
            <a:extLst>
              <a:ext uri="{FF2B5EF4-FFF2-40B4-BE49-F238E27FC236}">
                <a16:creationId xmlns:a16="http://schemas.microsoft.com/office/drawing/2014/main" id="{DC2F3EF3-4158-BE46-7503-417F12596A04}"/>
              </a:ext>
            </a:extLst>
          </p:cNvPr>
          <p:cNvSpPr txBox="1">
            <a:spLocks/>
          </p:cNvSpPr>
          <p:nvPr>
            <p:custDataLst>
              <p:tags r:id="rId11"/>
            </p:custDataLst>
          </p:nvPr>
        </p:nvSpPr>
        <p:spPr>
          <a:xfrm>
            <a:off x="1786837" y="2890489"/>
            <a:ext cx="325409" cy="153888"/>
          </a:xfrm>
          <a:prstGeom prst="rect">
            <a:avLst/>
          </a:prstGeom>
          <a:noFill/>
        </p:spPr>
        <p:txBody>
          <a:bodyPr vert="horz" wrap="non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Tool B</a:t>
            </a:r>
          </a:p>
        </p:txBody>
      </p:sp>
      <p:pic>
        <p:nvPicPr>
          <p:cNvPr id="45" name="Picture 44">
            <a:extLst>
              <a:ext uri="{FF2B5EF4-FFF2-40B4-BE49-F238E27FC236}">
                <a16:creationId xmlns:a16="http://schemas.microsoft.com/office/drawing/2014/main" id="{5BB902B2-8ECC-3E16-DDC9-31AA8115B6F4}"/>
              </a:ext>
            </a:extLst>
          </p:cNvPr>
          <p:cNvPicPr>
            <a:picLocks noChangeAspect="1"/>
          </p:cNvPicPr>
          <p:nvPr/>
        </p:nvPicPr>
        <p:blipFill>
          <a:blip r:embed="rId33"/>
          <a:srcRect l="94929" t="66783" r="2942" b="29250"/>
          <a:stretch>
            <a:fillRect/>
          </a:stretch>
        </p:blipFill>
        <p:spPr>
          <a:xfrm>
            <a:off x="3510656" y="1941913"/>
            <a:ext cx="527415" cy="544996"/>
          </a:xfrm>
          <a:prstGeom prst="rect">
            <a:avLst/>
          </a:prstGeom>
        </p:spPr>
      </p:pic>
      <p:sp>
        <p:nvSpPr>
          <p:cNvPr id="46" name="TextBox 45">
            <a:extLst>
              <a:ext uri="{FF2B5EF4-FFF2-40B4-BE49-F238E27FC236}">
                <a16:creationId xmlns:a16="http://schemas.microsoft.com/office/drawing/2014/main" id="{A9E00838-71CA-40B9-EF52-EEBFE2F05890}"/>
              </a:ext>
            </a:extLst>
          </p:cNvPr>
          <p:cNvSpPr txBox="1">
            <a:spLocks/>
          </p:cNvSpPr>
          <p:nvPr>
            <p:custDataLst>
              <p:tags r:id="rId12"/>
            </p:custDataLst>
          </p:nvPr>
        </p:nvSpPr>
        <p:spPr>
          <a:xfrm>
            <a:off x="3277585" y="2462889"/>
            <a:ext cx="993556" cy="307777"/>
          </a:xfrm>
          <a:prstGeom prst="rect">
            <a:avLst/>
          </a:prstGeom>
          <a:noFill/>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Managed Identities</a:t>
            </a:r>
          </a:p>
        </p:txBody>
      </p:sp>
      <p:cxnSp>
        <p:nvCxnSpPr>
          <p:cNvPr id="48" name="GreyLineSeparatorStrong 48">
            <a:extLst>
              <a:ext uri="{FF2B5EF4-FFF2-40B4-BE49-F238E27FC236}">
                <a16:creationId xmlns:a16="http://schemas.microsoft.com/office/drawing/2014/main" id="{D2A7EBA4-655D-C161-6190-9A61E66974AB}"/>
              </a:ext>
            </a:extLst>
          </p:cNvPr>
          <p:cNvCxnSpPr>
            <a:cxnSpLocks/>
            <a:stCxn id="37" idx="3"/>
            <a:endCxn id="45" idx="1"/>
          </p:cNvCxnSpPr>
          <p:nvPr>
            <p:custDataLst>
              <p:tags r:id="rId13"/>
            </p:custDataLst>
          </p:nvPr>
        </p:nvCxnSpPr>
        <p:spPr>
          <a:xfrm flipV="1">
            <a:off x="2352675" y="2214411"/>
            <a:ext cx="1157981"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78">
            <a:extLst>
              <a:ext uri="{FF2B5EF4-FFF2-40B4-BE49-F238E27FC236}">
                <a16:creationId xmlns:a16="http://schemas.microsoft.com/office/drawing/2014/main" id="{C1D89C9D-3026-9788-00E2-89685E7841FC}"/>
              </a:ext>
            </a:extLst>
          </p:cNvPr>
          <p:cNvCxnSpPr>
            <a:cxnSpLocks/>
          </p:cNvCxnSpPr>
          <p:nvPr/>
        </p:nvCxnSpPr>
        <p:spPr>
          <a:xfrm>
            <a:off x="1182426" y="4517297"/>
            <a:ext cx="1038022" cy="0"/>
          </a:xfrm>
          <a:prstGeom prst="straightConnector1">
            <a:avLst/>
          </a:prstGeom>
          <a:ln w="6350" cap="flat">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56AA4A82-CE3E-A178-5DE5-864F6EC851F9}"/>
              </a:ext>
            </a:extLst>
          </p:cNvPr>
          <p:cNvPicPr>
            <a:picLocks noChangeAspect="1"/>
          </p:cNvPicPr>
          <p:nvPr/>
        </p:nvPicPr>
        <p:blipFill>
          <a:blip r:embed="rId34"/>
          <a:stretch>
            <a:fillRect/>
          </a:stretch>
        </p:blipFill>
        <p:spPr>
          <a:xfrm>
            <a:off x="734591" y="3978133"/>
            <a:ext cx="267980" cy="246221"/>
          </a:xfrm>
          <a:prstGeom prst="rect">
            <a:avLst/>
          </a:prstGeom>
        </p:spPr>
      </p:pic>
      <p:sp>
        <p:nvSpPr>
          <p:cNvPr id="57" name="TextBox 56">
            <a:extLst>
              <a:ext uri="{FF2B5EF4-FFF2-40B4-BE49-F238E27FC236}">
                <a16:creationId xmlns:a16="http://schemas.microsoft.com/office/drawing/2014/main" id="{0DF40AF3-2B72-D3CA-090D-D6E4040C1135}"/>
              </a:ext>
            </a:extLst>
          </p:cNvPr>
          <p:cNvSpPr txBox="1">
            <a:spLocks/>
          </p:cNvSpPr>
          <p:nvPr>
            <p:custDataLst>
              <p:tags r:id="rId14"/>
            </p:custDataLst>
          </p:nvPr>
        </p:nvSpPr>
        <p:spPr>
          <a:xfrm>
            <a:off x="554736" y="4332631"/>
            <a:ext cx="627690" cy="307777"/>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Agents definition</a:t>
            </a:r>
          </a:p>
        </p:txBody>
      </p:sp>
      <p:pic>
        <p:nvPicPr>
          <p:cNvPr id="59" name="Picture 58">
            <a:extLst>
              <a:ext uri="{FF2B5EF4-FFF2-40B4-BE49-F238E27FC236}">
                <a16:creationId xmlns:a16="http://schemas.microsoft.com/office/drawing/2014/main" id="{EF2F37BB-013B-A365-0E05-AC80C07D5BB9}"/>
              </a:ext>
            </a:extLst>
          </p:cNvPr>
          <p:cNvPicPr>
            <a:picLocks noChangeAspect="1"/>
          </p:cNvPicPr>
          <p:nvPr/>
        </p:nvPicPr>
        <p:blipFill>
          <a:blip r:embed="rId35"/>
          <a:stretch>
            <a:fillRect/>
          </a:stretch>
        </p:blipFill>
        <p:spPr>
          <a:xfrm>
            <a:off x="2329812" y="3952128"/>
            <a:ext cx="289632" cy="298230"/>
          </a:xfrm>
          <a:prstGeom prst="rect">
            <a:avLst/>
          </a:prstGeom>
        </p:spPr>
      </p:pic>
      <p:sp>
        <p:nvSpPr>
          <p:cNvPr id="60" name="TextBox 59">
            <a:extLst>
              <a:ext uri="{FF2B5EF4-FFF2-40B4-BE49-F238E27FC236}">
                <a16:creationId xmlns:a16="http://schemas.microsoft.com/office/drawing/2014/main" id="{449CD759-D53E-B21F-DFE8-E36F265EAF9F}"/>
              </a:ext>
            </a:extLst>
          </p:cNvPr>
          <p:cNvSpPr txBox="1">
            <a:spLocks/>
          </p:cNvSpPr>
          <p:nvPr>
            <p:custDataLst>
              <p:tags r:id="rId15"/>
            </p:custDataLst>
          </p:nvPr>
        </p:nvSpPr>
        <p:spPr>
          <a:xfrm>
            <a:off x="2220448" y="4332631"/>
            <a:ext cx="508361" cy="307777"/>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Azure </a:t>
            </a:r>
            <a:r>
              <a:rPr lang="en-US" sz="1000" dirty="0" err="1"/>
              <a:t>Devops</a:t>
            </a:r>
            <a:endParaRPr lang="en-US" sz="1000" dirty="0"/>
          </a:p>
        </p:txBody>
      </p:sp>
      <p:pic>
        <p:nvPicPr>
          <p:cNvPr id="62" name="Picture 61">
            <a:extLst>
              <a:ext uri="{FF2B5EF4-FFF2-40B4-BE49-F238E27FC236}">
                <a16:creationId xmlns:a16="http://schemas.microsoft.com/office/drawing/2014/main" id="{CDBC6D6B-E112-516F-BAB4-324B9A88ADE3}"/>
              </a:ext>
            </a:extLst>
          </p:cNvPr>
          <p:cNvPicPr>
            <a:picLocks noChangeAspect="1"/>
          </p:cNvPicPr>
          <p:nvPr/>
        </p:nvPicPr>
        <p:blipFill>
          <a:blip r:embed="rId36">
            <a:clrChange>
              <a:clrFrom>
                <a:srgbClr val="FFFFFF"/>
              </a:clrFrom>
              <a:clrTo>
                <a:srgbClr val="FFFFFF">
                  <a:alpha val="0"/>
                </a:srgbClr>
              </a:clrTo>
            </a:clrChange>
          </a:blip>
          <a:srcRect l="10754" t="13965" r="10655" b="14714"/>
          <a:stretch>
            <a:fillRect/>
          </a:stretch>
        </p:blipFill>
        <p:spPr>
          <a:xfrm>
            <a:off x="3970664" y="3943658"/>
            <a:ext cx="347298" cy="315170"/>
          </a:xfrm>
          <a:prstGeom prst="rect">
            <a:avLst/>
          </a:prstGeom>
        </p:spPr>
      </p:pic>
      <p:sp>
        <p:nvSpPr>
          <p:cNvPr id="63" name="TextBox 62">
            <a:extLst>
              <a:ext uri="{FF2B5EF4-FFF2-40B4-BE49-F238E27FC236}">
                <a16:creationId xmlns:a16="http://schemas.microsoft.com/office/drawing/2014/main" id="{6F6F9403-9174-210B-793C-2EEC9D4D6A2F}"/>
              </a:ext>
            </a:extLst>
          </p:cNvPr>
          <p:cNvSpPr txBox="1">
            <a:spLocks/>
          </p:cNvSpPr>
          <p:nvPr>
            <p:custDataLst>
              <p:tags r:id="rId16"/>
            </p:custDataLst>
          </p:nvPr>
        </p:nvSpPr>
        <p:spPr>
          <a:xfrm>
            <a:off x="3766831" y="4424964"/>
            <a:ext cx="754965" cy="153888"/>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Tools Code</a:t>
            </a:r>
          </a:p>
        </p:txBody>
      </p:sp>
      <p:cxnSp>
        <p:nvCxnSpPr>
          <p:cNvPr id="64" name="Straight Connector 78">
            <a:extLst>
              <a:ext uri="{FF2B5EF4-FFF2-40B4-BE49-F238E27FC236}">
                <a16:creationId xmlns:a16="http://schemas.microsoft.com/office/drawing/2014/main" id="{186DDB67-4CB0-CF35-D343-168FEFCC3A4D}"/>
              </a:ext>
            </a:extLst>
          </p:cNvPr>
          <p:cNvCxnSpPr>
            <a:cxnSpLocks/>
          </p:cNvCxnSpPr>
          <p:nvPr/>
        </p:nvCxnSpPr>
        <p:spPr>
          <a:xfrm>
            <a:off x="2728809" y="4517297"/>
            <a:ext cx="1038022" cy="0"/>
          </a:xfrm>
          <a:prstGeom prst="straightConnector1">
            <a:avLst/>
          </a:prstGeom>
          <a:ln w="6350" cap="flat">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CD5D8C67-5DD1-289B-B9AD-3C9129B24605}"/>
              </a:ext>
            </a:extLst>
          </p:cNvPr>
          <p:cNvSpPr txBox="1">
            <a:spLocks/>
          </p:cNvSpPr>
          <p:nvPr>
            <p:custDataLst>
              <p:tags r:id="rId17"/>
            </p:custDataLst>
          </p:nvPr>
        </p:nvSpPr>
        <p:spPr>
          <a:xfrm>
            <a:off x="1425721" y="4425582"/>
            <a:ext cx="551433" cy="153888"/>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Versioning</a:t>
            </a:r>
          </a:p>
        </p:txBody>
      </p:sp>
      <p:sp>
        <p:nvSpPr>
          <p:cNvPr id="86" name="TextBox 85">
            <a:extLst>
              <a:ext uri="{FF2B5EF4-FFF2-40B4-BE49-F238E27FC236}">
                <a16:creationId xmlns:a16="http://schemas.microsoft.com/office/drawing/2014/main" id="{8AA23C85-54B3-5C6B-92DF-F2458586F2E9}"/>
              </a:ext>
            </a:extLst>
          </p:cNvPr>
          <p:cNvSpPr txBox="1">
            <a:spLocks/>
          </p:cNvSpPr>
          <p:nvPr>
            <p:custDataLst>
              <p:tags r:id="rId18"/>
            </p:custDataLst>
          </p:nvPr>
        </p:nvSpPr>
        <p:spPr>
          <a:xfrm>
            <a:off x="2972104" y="4425582"/>
            <a:ext cx="551433" cy="153888"/>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Versioning</a:t>
            </a:r>
          </a:p>
        </p:txBody>
      </p:sp>
      <p:pic>
        <p:nvPicPr>
          <p:cNvPr id="99" name="Picture 98">
            <a:extLst>
              <a:ext uri="{FF2B5EF4-FFF2-40B4-BE49-F238E27FC236}">
                <a16:creationId xmlns:a16="http://schemas.microsoft.com/office/drawing/2014/main" id="{0AF9D47F-388C-A355-175C-7B187ED44544}"/>
              </a:ext>
            </a:extLst>
          </p:cNvPr>
          <p:cNvPicPr>
            <a:picLocks noChangeAspect="1"/>
          </p:cNvPicPr>
          <p:nvPr/>
        </p:nvPicPr>
        <p:blipFill>
          <a:blip r:embed="rId33"/>
          <a:srcRect l="94929" t="66783" r="2942" b="29250"/>
          <a:stretch>
            <a:fillRect/>
          </a:stretch>
        </p:blipFill>
        <p:spPr>
          <a:xfrm>
            <a:off x="2210920" y="5287784"/>
            <a:ext cx="527415" cy="544996"/>
          </a:xfrm>
          <a:prstGeom prst="rect">
            <a:avLst/>
          </a:prstGeom>
        </p:spPr>
      </p:pic>
      <p:sp>
        <p:nvSpPr>
          <p:cNvPr id="100" name="TextBox 99">
            <a:extLst>
              <a:ext uri="{FF2B5EF4-FFF2-40B4-BE49-F238E27FC236}">
                <a16:creationId xmlns:a16="http://schemas.microsoft.com/office/drawing/2014/main" id="{6D0122D0-E8E5-BC88-DB49-77D80A1E41FF}"/>
              </a:ext>
            </a:extLst>
          </p:cNvPr>
          <p:cNvSpPr txBox="1">
            <a:spLocks/>
          </p:cNvSpPr>
          <p:nvPr>
            <p:custDataLst>
              <p:tags r:id="rId19"/>
            </p:custDataLst>
          </p:nvPr>
        </p:nvSpPr>
        <p:spPr>
          <a:xfrm>
            <a:off x="2103921" y="5840968"/>
            <a:ext cx="741413" cy="307777"/>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None/>
            </a:pPr>
            <a:r>
              <a:rPr lang="en-US" sz="1000" dirty="0"/>
              <a:t>Service Principals</a:t>
            </a:r>
          </a:p>
        </p:txBody>
      </p:sp>
      <p:cxnSp>
        <p:nvCxnSpPr>
          <p:cNvPr id="102" name="Straight Connector 78">
            <a:extLst>
              <a:ext uri="{FF2B5EF4-FFF2-40B4-BE49-F238E27FC236}">
                <a16:creationId xmlns:a16="http://schemas.microsoft.com/office/drawing/2014/main" id="{B564639F-97D7-F850-5301-3AF1EAF0A433}"/>
              </a:ext>
            </a:extLst>
          </p:cNvPr>
          <p:cNvCxnSpPr>
            <a:cxnSpLocks/>
            <a:stCxn id="99" idx="0"/>
            <a:endCxn id="60" idx="2"/>
          </p:cNvCxnSpPr>
          <p:nvPr/>
        </p:nvCxnSpPr>
        <p:spPr>
          <a:xfrm flipV="1">
            <a:off x="2474628" y="4640408"/>
            <a:ext cx="1" cy="64737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5" name="Straight Connector 78">
            <a:extLst>
              <a:ext uri="{FF2B5EF4-FFF2-40B4-BE49-F238E27FC236}">
                <a16:creationId xmlns:a16="http://schemas.microsoft.com/office/drawing/2014/main" id="{53A6DE0E-4AFE-4160-60F9-EF55425292F6}"/>
              </a:ext>
            </a:extLst>
          </p:cNvPr>
          <p:cNvCxnSpPr>
            <a:cxnSpLocks/>
            <a:stCxn id="59" idx="0"/>
          </p:cNvCxnSpPr>
          <p:nvPr/>
        </p:nvCxnSpPr>
        <p:spPr>
          <a:xfrm flipV="1">
            <a:off x="2474628" y="3429000"/>
            <a:ext cx="0" cy="523128"/>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78">
            <a:extLst>
              <a:ext uri="{FF2B5EF4-FFF2-40B4-BE49-F238E27FC236}">
                <a16:creationId xmlns:a16="http://schemas.microsoft.com/office/drawing/2014/main" id="{8DD12C35-C25B-EA99-01FD-110E4407E1A6}"/>
              </a:ext>
            </a:extLst>
          </p:cNvPr>
          <p:cNvCxnSpPr>
            <a:cxnSpLocks/>
            <a:stCxn id="59" idx="0"/>
          </p:cNvCxnSpPr>
          <p:nvPr/>
        </p:nvCxnSpPr>
        <p:spPr>
          <a:xfrm rot="5400000" flipH="1" flipV="1">
            <a:off x="3275314" y="2761460"/>
            <a:ext cx="389983" cy="1991355"/>
          </a:xfrm>
          <a:prstGeom prst="bentConnector2">
            <a:avLst/>
          </a:prstGeom>
          <a:ln w="6350" cap="flat">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534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7EA67320-2349-5889-DDAB-2A305B135EFD}"/>
              </a:ext>
            </a:extLst>
          </p:cNvPr>
          <p:cNvGraphicFramePr>
            <a:graphicFrameLocks noChangeAspect="1"/>
          </p:cNvGraphicFramePr>
          <p:nvPr>
            <p:custDataLst>
              <p:tags r:id="rId1"/>
            </p:custDataLst>
            <p:extLst>
              <p:ext uri="{D42A27DB-BD31-4B8C-83A1-F6EECF244321}">
                <p14:modId xmlns:p14="http://schemas.microsoft.com/office/powerpoint/2010/main" val="7947462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9" imgW="7772400" imgH="10058400" progId="TCLayout.ActiveDocument.1">
                  <p:embed/>
                </p:oleObj>
              </mc:Choice>
              <mc:Fallback>
                <p:oleObj name="think-cell Slide" r:id="rId29" imgW="7772400" imgH="10058400" progId="TCLayout.ActiveDocument.1">
                  <p:embed/>
                  <p:pic>
                    <p:nvPicPr>
                      <p:cNvPr id="29" name="think-cell data - do not delete" hidden="1">
                        <a:extLst>
                          <a:ext uri="{FF2B5EF4-FFF2-40B4-BE49-F238E27FC236}">
                            <a16:creationId xmlns:a16="http://schemas.microsoft.com/office/drawing/2014/main" id="{7EA67320-2349-5889-DDAB-2A305B135EFD}"/>
                          </a:ext>
                        </a:extLst>
                      </p:cNvPr>
                      <p:cNvPicPr/>
                      <p:nvPr/>
                    </p:nvPicPr>
                    <p:blipFill>
                      <a:blip r:embed="rId30"/>
                      <a:stretch>
                        <a:fillRect/>
                      </a:stretch>
                    </p:blipFill>
                    <p:spPr>
                      <a:xfrm>
                        <a:off x="1588" y="1588"/>
                        <a:ext cx="1227"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0EC87A00-2D7C-F26A-5E11-B93F877E8B13}"/>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B1447AF0-9520-AD4E-E598-822B0ACBE6EC}"/>
              </a:ext>
            </a:extLst>
          </p:cNvPr>
          <p:cNvSpPr>
            <a:spLocks noGrp="1"/>
          </p:cNvSpPr>
          <p:nvPr>
            <p:ph type="title"/>
          </p:nvPr>
        </p:nvSpPr>
        <p:spPr>
          <a:xfrm>
            <a:off x="554736" y="553362"/>
            <a:ext cx="11082528" cy="384721"/>
          </a:xfrm>
          <a:noFill/>
          <a:ln/>
          <a:extLst>
            <a:ext uri="{909E8E84-426E-40DD-AFC4-6F175D3DCCD1}">
              <a14:hiddenFill xmlns:a14="http://schemas.microsoft.com/office/drawing/2010/main">
                <a:solidFill>
                  <a:srgbClr val="FFFFFF"/>
                </a:solidFill>
              </a14:hiddenFill>
            </a:ext>
          </a:extLst>
        </p:spPr>
        <p:txBody>
          <a:bodyPr vert="horz"/>
          <a:lstStyle/>
          <a:p>
            <a:r>
              <a:rPr lang="en-GB">
                <a:ea typeface="Calibri"/>
                <a:cs typeface="Calibri"/>
              </a:rPr>
              <a:t>Microservice</a:t>
            </a:r>
            <a:endParaRPr lang="en-GB"/>
          </a:p>
        </p:txBody>
      </p:sp>
      <p:cxnSp>
        <p:nvCxnSpPr>
          <p:cNvPr id="2" name="Straight Connector 1">
            <a:extLst>
              <a:ext uri="{FF2B5EF4-FFF2-40B4-BE49-F238E27FC236}">
                <a16:creationId xmlns:a16="http://schemas.microsoft.com/office/drawing/2014/main" id="{C474D132-D340-4E58-C5B2-4751560508FF}"/>
              </a:ext>
            </a:extLst>
          </p:cNvPr>
          <p:cNvCxnSpPr>
            <a:cxnSpLocks/>
          </p:cNvCxnSpPr>
          <p:nvPr>
            <p:custDataLst>
              <p:tags r:id="rId2"/>
            </p:custDataLst>
          </p:nvPr>
        </p:nvCxnSpPr>
        <p:spPr>
          <a:xfrm>
            <a:off x="5200651" y="1818299"/>
            <a:ext cx="643661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1A06A3B-194F-A008-7CAA-CB39BB95F910}"/>
              </a:ext>
            </a:extLst>
          </p:cNvPr>
          <p:cNvSpPr txBox="1">
            <a:spLocks/>
          </p:cNvSpPr>
          <p:nvPr>
            <p:custDataLst>
              <p:tags r:id="rId3"/>
            </p:custDataLst>
          </p:nvPr>
        </p:nvSpPr>
        <p:spPr>
          <a:xfrm>
            <a:off x="5200650" y="1562080"/>
            <a:ext cx="1398514"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Core component</a:t>
            </a:r>
          </a:p>
        </p:txBody>
      </p:sp>
      <p:sp>
        <p:nvSpPr>
          <p:cNvPr id="8" name="TextBox 7">
            <a:extLst>
              <a:ext uri="{FF2B5EF4-FFF2-40B4-BE49-F238E27FC236}">
                <a16:creationId xmlns:a16="http://schemas.microsoft.com/office/drawing/2014/main" id="{2804C15D-A782-C7CD-4FE0-76FEEB42E9A9}"/>
              </a:ext>
            </a:extLst>
          </p:cNvPr>
          <p:cNvSpPr txBox="1">
            <a:spLocks/>
          </p:cNvSpPr>
          <p:nvPr>
            <p:custDataLst>
              <p:tags r:id="rId4"/>
            </p:custDataLst>
          </p:nvPr>
        </p:nvSpPr>
        <p:spPr>
          <a:xfrm>
            <a:off x="6839294" y="1562080"/>
            <a:ext cx="4797968" cy="215444"/>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Details</a:t>
            </a:r>
          </a:p>
        </p:txBody>
      </p:sp>
      <p:cxnSp>
        <p:nvCxnSpPr>
          <p:cNvPr id="23" name="Straight Connector 22">
            <a:extLst>
              <a:ext uri="{FF2B5EF4-FFF2-40B4-BE49-F238E27FC236}">
                <a16:creationId xmlns:a16="http://schemas.microsoft.com/office/drawing/2014/main" id="{5E1682BE-5C59-8788-0284-F0ECE5CB7DAC}"/>
              </a:ext>
            </a:extLst>
          </p:cNvPr>
          <p:cNvCxnSpPr>
            <a:cxnSpLocks/>
          </p:cNvCxnSpPr>
          <p:nvPr>
            <p:custDataLst>
              <p:tags r:id="rId5"/>
            </p:custDataLst>
          </p:nvPr>
        </p:nvCxnSpPr>
        <p:spPr>
          <a:xfrm>
            <a:off x="5200650" y="3840566"/>
            <a:ext cx="643661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1DC7F68-3231-BAD4-52C2-2183AAB259F3}"/>
              </a:ext>
            </a:extLst>
          </p:cNvPr>
          <p:cNvCxnSpPr>
            <a:cxnSpLocks/>
          </p:cNvCxnSpPr>
          <p:nvPr>
            <p:custDataLst>
              <p:tags r:id="rId6"/>
            </p:custDataLst>
          </p:nvPr>
        </p:nvCxnSpPr>
        <p:spPr>
          <a:xfrm>
            <a:off x="5200650" y="4609426"/>
            <a:ext cx="643661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4E0C30A-3C69-30BC-AAFC-0811DA065A7F}"/>
              </a:ext>
            </a:extLst>
          </p:cNvPr>
          <p:cNvCxnSpPr>
            <a:cxnSpLocks/>
          </p:cNvCxnSpPr>
          <p:nvPr>
            <p:custDataLst>
              <p:tags r:id="rId7"/>
            </p:custDataLst>
          </p:nvPr>
        </p:nvCxnSpPr>
        <p:spPr>
          <a:xfrm>
            <a:off x="5200650" y="3248677"/>
            <a:ext cx="643661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20395D6-7FE6-5E7E-26ED-ED718469810D}"/>
              </a:ext>
            </a:extLst>
          </p:cNvPr>
          <p:cNvCxnSpPr>
            <a:cxnSpLocks/>
          </p:cNvCxnSpPr>
          <p:nvPr>
            <p:custDataLst>
              <p:tags r:id="rId8"/>
            </p:custDataLst>
          </p:nvPr>
        </p:nvCxnSpPr>
        <p:spPr>
          <a:xfrm>
            <a:off x="5200650" y="5378286"/>
            <a:ext cx="643661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0D0794-277D-D8AD-FC07-4FEF8F368022}"/>
              </a:ext>
            </a:extLst>
          </p:cNvPr>
          <p:cNvSpPr txBox="1">
            <a:spLocks/>
          </p:cNvSpPr>
          <p:nvPr>
            <p:custDataLst>
              <p:tags r:id="rId9"/>
            </p:custDataLst>
          </p:nvPr>
        </p:nvSpPr>
        <p:spPr>
          <a:xfrm>
            <a:off x="5200650" y="1876097"/>
            <a:ext cx="1398514"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1. Input Sources</a:t>
            </a:r>
          </a:p>
        </p:txBody>
      </p:sp>
      <p:sp>
        <p:nvSpPr>
          <p:cNvPr id="22" name="TextBox 21">
            <a:extLst>
              <a:ext uri="{FF2B5EF4-FFF2-40B4-BE49-F238E27FC236}">
                <a16:creationId xmlns:a16="http://schemas.microsoft.com/office/drawing/2014/main" id="{258F5D51-1350-A43B-9AD5-D83FDCC24D05}"/>
              </a:ext>
            </a:extLst>
          </p:cNvPr>
          <p:cNvSpPr txBox="1">
            <a:spLocks/>
          </p:cNvSpPr>
          <p:nvPr/>
        </p:nvSpPr>
        <p:spPr>
          <a:xfrm>
            <a:off x="6839294" y="1876097"/>
            <a:ext cx="4797968" cy="4154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dirty="0"/>
              <a:t>Requests originate from external systems (e.g., email, webhooks) or internal applications (web/mobile).</a:t>
            </a:r>
            <a:br>
              <a:rPr lang="en-US" sz="900" dirty="0"/>
            </a:br>
            <a:r>
              <a:rPr lang="en-US" sz="900" dirty="0"/>
              <a:t>Traffic is routed through the API layer, which acts as the single entry point for all interactions.</a:t>
            </a:r>
          </a:p>
        </p:txBody>
      </p:sp>
      <p:sp>
        <p:nvSpPr>
          <p:cNvPr id="12" name="TextBox 11">
            <a:extLst>
              <a:ext uri="{FF2B5EF4-FFF2-40B4-BE49-F238E27FC236}">
                <a16:creationId xmlns:a16="http://schemas.microsoft.com/office/drawing/2014/main" id="{8D108481-6634-C0B7-B6B5-E2EE6A8F2AA8}"/>
              </a:ext>
            </a:extLst>
          </p:cNvPr>
          <p:cNvSpPr txBox="1">
            <a:spLocks/>
          </p:cNvSpPr>
          <p:nvPr>
            <p:custDataLst>
              <p:tags r:id="rId10"/>
            </p:custDataLst>
          </p:nvPr>
        </p:nvSpPr>
        <p:spPr>
          <a:xfrm>
            <a:off x="5200650" y="2391041"/>
            <a:ext cx="139851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2. API &amp; Processing Layer</a:t>
            </a:r>
          </a:p>
        </p:txBody>
      </p:sp>
      <p:sp>
        <p:nvSpPr>
          <p:cNvPr id="33" name="TextBox 32">
            <a:extLst>
              <a:ext uri="{FF2B5EF4-FFF2-40B4-BE49-F238E27FC236}">
                <a16:creationId xmlns:a16="http://schemas.microsoft.com/office/drawing/2014/main" id="{122B5AB0-C579-982A-A1B3-2FF874A036D6}"/>
              </a:ext>
            </a:extLst>
          </p:cNvPr>
          <p:cNvSpPr txBox="1">
            <a:spLocks/>
          </p:cNvSpPr>
          <p:nvPr/>
        </p:nvSpPr>
        <p:spPr>
          <a:xfrm>
            <a:off x="6839294" y="2391041"/>
            <a:ext cx="4797968" cy="80791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dirty="0"/>
              <a:t>Built using </a:t>
            </a:r>
            <a:r>
              <a:rPr lang="en-US" sz="900" dirty="0" err="1"/>
              <a:t>FastAPI</a:t>
            </a:r>
            <a:r>
              <a:rPr lang="en-US" sz="900" dirty="0"/>
              <a:t> (Python), responsible for handling incoming requests and orchestrating </a:t>
            </a:r>
            <a:br>
              <a:rPr lang="en-US" sz="900" dirty="0"/>
            </a:br>
            <a:r>
              <a:rPr lang="en-US" sz="900" dirty="0"/>
              <a:t>business logic.</a:t>
            </a:r>
          </a:p>
          <a:p>
            <a:pPr lvl="2"/>
            <a:r>
              <a:rPr lang="en-US" sz="900" dirty="0"/>
              <a:t>Validates and processes requests </a:t>
            </a:r>
          </a:p>
          <a:p>
            <a:pPr lvl="2"/>
            <a:r>
              <a:rPr lang="en-US" sz="900" dirty="0"/>
              <a:t>Integrates with downstream services and data sources </a:t>
            </a:r>
          </a:p>
          <a:p>
            <a:pPr lvl="2"/>
            <a:r>
              <a:rPr lang="en-US" sz="900" dirty="0"/>
              <a:t>Acts as the orchestration layer for agent-driven workflows</a:t>
            </a:r>
          </a:p>
        </p:txBody>
      </p:sp>
      <p:sp>
        <p:nvSpPr>
          <p:cNvPr id="13" name="TextBox 12">
            <a:extLst>
              <a:ext uri="{FF2B5EF4-FFF2-40B4-BE49-F238E27FC236}">
                <a16:creationId xmlns:a16="http://schemas.microsoft.com/office/drawing/2014/main" id="{07AC5738-83D9-B67B-7303-7E5B95A028C4}"/>
              </a:ext>
            </a:extLst>
          </p:cNvPr>
          <p:cNvSpPr txBox="1">
            <a:spLocks/>
          </p:cNvSpPr>
          <p:nvPr>
            <p:custDataLst>
              <p:tags r:id="rId11"/>
            </p:custDataLst>
          </p:nvPr>
        </p:nvSpPr>
        <p:spPr>
          <a:xfrm>
            <a:off x="5200650" y="3298400"/>
            <a:ext cx="139851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3. Authentication (Identity)</a:t>
            </a:r>
          </a:p>
        </p:txBody>
      </p:sp>
      <p:sp>
        <p:nvSpPr>
          <p:cNvPr id="35" name="TextBox 34">
            <a:extLst>
              <a:ext uri="{FF2B5EF4-FFF2-40B4-BE49-F238E27FC236}">
                <a16:creationId xmlns:a16="http://schemas.microsoft.com/office/drawing/2014/main" id="{9B121EFA-3217-94AA-E8C0-C6BA75E910D8}"/>
              </a:ext>
            </a:extLst>
          </p:cNvPr>
          <p:cNvSpPr txBox="1">
            <a:spLocks/>
          </p:cNvSpPr>
          <p:nvPr/>
        </p:nvSpPr>
        <p:spPr>
          <a:xfrm>
            <a:off x="6839294" y="3298400"/>
            <a:ext cx="4797968" cy="49244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dirty="0"/>
              <a:t>Entra ID secures the API using OAuth2 / JWT-based authentication.</a:t>
            </a:r>
          </a:p>
          <a:p>
            <a:pPr lvl="2"/>
            <a:r>
              <a:rPr lang="en-US" sz="900" dirty="0"/>
              <a:t>Validates tokens (issuer, audience, expiration, scopes) </a:t>
            </a:r>
          </a:p>
          <a:p>
            <a:pPr lvl="2"/>
            <a:r>
              <a:rPr lang="en-US" sz="900" dirty="0"/>
              <a:t>Enforces secure, authenticated access to endpoints </a:t>
            </a:r>
          </a:p>
        </p:txBody>
      </p:sp>
      <p:sp>
        <p:nvSpPr>
          <p:cNvPr id="14" name="TextBox 13">
            <a:extLst>
              <a:ext uri="{FF2B5EF4-FFF2-40B4-BE49-F238E27FC236}">
                <a16:creationId xmlns:a16="http://schemas.microsoft.com/office/drawing/2014/main" id="{F99D6DAD-8F3E-59B5-F6FC-C967A865035D}"/>
              </a:ext>
            </a:extLst>
          </p:cNvPr>
          <p:cNvSpPr txBox="1">
            <a:spLocks/>
          </p:cNvSpPr>
          <p:nvPr>
            <p:custDataLst>
              <p:tags r:id="rId12"/>
            </p:custDataLst>
          </p:nvPr>
        </p:nvSpPr>
        <p:spPr>
          <a:xfrm>
            <a:off x="5200650" y="3890289"/>
            <a:ext cx="139851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4. Authorization &amp; Validation</a:t>
            </a:r>
          </a:p>
        </p:txBody>
      </p:sp>
      <p:sp>
        <p:nvSpPr>
          <p:cNvPr id="37" name="TextBox 36">
            <a:extLst>
              <a:ext uri="{FF2B5EF4-FFF2-40B4-BE49-F238E27FC236}">
                <a16:creationId xmlns:a16="http://schemas.microsoft.com/office/drawing/2014/main" id="{A1595BB3-7174-2A6E-F41F-5DAE727D0E17}"/>
              </a:ext>
            </a:extLst>
          </p:cNvPr>
          <p:cNvSpPr txBox="1">
            <a:spLocks/>
          </p:cNvSpPr>
          <p:nvPr/>
        </p:nvSpPr>
        <p:spPr>
          <a:xfrm>
            <a:off x="6839294" y="3890289"/>
            <a:ext cx="4797968" cy="66941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dirty="0"/>
              <a:t>Controls what authenticated clients are allowed to do and ensures data integrity.</a:t>
            </a:r>
          </a:p>
          <a:p>
            <a:pPr lvl="2"/>
            <a:r>
              <a:rPr lang="en-US" sz="900" dirty="0"/>
              <a:t>RBAC enforces least-privilege access to endpoints and resources </a:t>
            </a:r>
          </a:p>
          <a:p>
            <a:pPr lvl="2"/>
            <a:r>
              <a:rPr lang="en-US" sz="900" dirty="0" err="1"/>
              <a:t>Pydantic</a:t>
            </a:r>
            <a:r>
              <a:rPr lang="en-US" sz="900" dirty="0"/>
              <a:t> models validate request/response schemas and data contracts </a:t>
            </a:r>
          </a:p>
          <a:p>
            <a:pPr lvl="2"/>
            <a:r>
              <a:rPr lang="en-US" sz="900" dirty="0"/>
              <a:t>Audit logging tracks access and system interactions</a:t>
            </a:r>
          </a:p>
        </p:txBody>
      </p:sp>
      <p:sp>
        <p:nvSpPr>
          <p:cNvPr id="24" name="TextBox 23">
            <a:extLst>
              <a:ext uri="{FF2B5EF4-FFF2-40B4-BE49-F238E27FC236}">
                <a16:creationId xmlns:a16="http://schemas.microsoft.com/office/drawing/2014/main" id="{23992B6C-B681-3C94-4891-A83B7B1A6165}"/>
              </a:ext>
            </a:extLst>
          </p:cNvPr>
          <p:cNvSpPr txBox="1">
            <a:spLocks/>
          </p:cNvSpPr>
          <p:nvPr>
            <p:custDataLst>
              <p:tags r:id="rId13"/>
            </p:custDataLst>
          </p:nvPr>
        </p:nvSpPr>
        <p:spPr>
          <a:xfrm>
            <a:off x="5200650" y="4659149"/>
            <a:ext cx="139851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5. Compute &amp; Caching</a:t>
            </a:r>
          </a:p>
        </p:txBody>
      </p:sp>
      <p:sp>
        <p:nvSpPr>
          <p:cNvPr id="44" name="TextBox 43">
            <a:extLst>
              <a:ext uri="{FF2B5EF4-FFF2-40B4-BE49-F238E27FC236}">
                <a16:creationId xmlns:a16="http://schemas.microsoft.com/office/drawing/2014/main" id="{23E6FB6F-0747-103B-3A14-1240DDE2A40D}"/>
              </a:ext>
            </a:extLst>
          </p:cNvPr>
          <p:cNvSpPr txBox="1">
            <a:spLocks/>
          </p:cNvSpPr>
          <p:nvPr/>
        </p:nvSpPr>
        <p:spPr>
          <a:xfrm>
            <a:off x="6839294" y="4659149"/>
            <a:ext cx="4797968" cy="66941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dirty="0"/>
              <a:t>Service is containerized and deployed on Azure Container Apps for scalable execution.</a:t>
            </a:r>
          </a:p>
          <a:p>
            <a:pPr lvl="2"/>
            <a:r>
              <a:rPr lang="en-US" sz="900" dirty="0"/>
              <a:t>Supports elastic scaling and isolated runtime environments </a:t>
            </a:r>
          </a:p>
          <a:p>
            <a:pPr lvl="2"/>
            <a:r>
              <a:rPr lang="en-US" sz="900" dirty="0"/>
              <a:t>Azure Managed Redis used for caching, session state, and transient storage </a:t>
            </a:r>
          </a:p>
          <a:p>
            <a:pPr lvl="2"/>
            <a:r>
              <a:rPr lang="en-US" sz="900" dirty="0"/>
              <a:t>Improves performance and reduces latency for repeated operations </a:t>
            </a:r>
          </a:p>
        </p:txBody>
      </p:sp>
      <p:sp>
        <p:nvSpPr>
          <p:cNvPr id="40" name="TextBox 39">
            <a:extLst>
              <a:ext uri="{FF2B5EF4-FFF2-40B4-BE49-F238E27FC236}">
                <a16:creationId xmlns:a16="http://schemas.microsoft.com/office/drawing/2014/main" id="{DB989DE8-8BD4-BA06-919B-35D0B599874A}"/>
              </a:ext>
            </a:extLst>
          </p:cNvPr>
          <p:cNvSpPr txBox="1">
            <a:spLocks/>
          </p:cNvSpPr>
          <p:nvPr>
            <p:custDataLst>
              <p:tags r:id="rId14"/>
            </p:custDataLst>
          </p:nvPr>
        </p:nvSpPr>
        <p:spPr>
          <a:xfrm>
            <a:off x="5200650" y="5428011"/>
            <a:ext cx="1398514"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6. Common Layer (Cross Microservices)</a:t>
            </a:r>
          </a:p>
        </p:txBody>
      </p:sp>
      <p:sp>
        <p:nvSpPr>
          <p:cNvPr id="46" name="TextBox 45">
            <a:extLst>
              <a:ext uri="{FF2B5EF4-FFF2-40B4-BE49-F238E27FC236}">
                <a16:creationId xmlns:a16="http://schemas.microsoft.com/office/drawing/2014/main" id="{C20D2E67-B7D7-C640-3EE2-87BCED97F81B}"/>
              </a:ext>
            </a:extLst>
          </p:cNvPr>
          <p:cNvSpPr txBox="1">
            <a:spLocks/>
          </p:cNvSpPr>
          <p:nvPr/>
        </p:nvSpPr>
        <p:spPr>
          <a:xfrm>
            <a:off x="6839294" y="5428011"/>
            <a:ext cx="4797968" cy="66941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dirty="0"/>
              <a:t>Shared platform components ensure consistency and reusability across services.</a:t>
            </a:r>
          </a:p>
          <a:p>
            <a:pPr lvl="2"/>
            <a:r>
              <a:rPr lang="en-US" sz="900" dirty="0"/>
              <a:t>Dependency Injection layer for shared services (logging, config, clients) </a:t>
            </a:r>
          </a:p>
          <a:p>
            <a:pPr lvl="2"/>
            <a:r>
              <a:rPr lang="en-US" sz="900" dirty="0"/>
              <a:t>Common SDKs and libraries reused across microservices </a:t>
            </a:r>
          </a:p>
          <a:p>
            <a:pPr lvl="2"/>
            <a:r>
              <a:rPr lang="en-US" sz="900" dirty="0"/>
              <a:t>Centralized configuration and observability standards </a:t>
            </a:r>
          </a:p>
        </p:txBody>
      </p:sp>
      <p:cxnSp>
        <p:nvCxnSpPr>
          <p:cNvPr id="51" name="Straight Connector 50">
            <a:extLst>
              <a:ext uri="{FF2B5EF4-FFF2-40B4-BE49-F238E27FC236}">
                <a16:creationId xmlns:a16="http://schemas.microsoft.com/office/drawing/2014/main" id="{562D2303-B55B-D7E4-02E4-FC74B754DB5B}"/>
              </a:ext>
            </a:extLst>
          </p:cNvPr>
          <p:cNvCxnSpPr>
            <a:cxnSpLocks/>
          </p:cNvCxnSpPr>
          <p:nvPr>
            <p:custDataLst>
              <p:tags r:id="rId15"/>
            </p:custDataLst>
          </p:nvPr>
        </p:nvCxnSpPr>
        <p:spPr>
          <a:xfrm>
            <a:off x="5200650" y="2341318"/>
            <a:ext cx="6436612"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72339B-C38D-F13D-7866-3913F0A371F7}"/>
              </a:ext>
            </a:extLst>
          </p:cNvPr>
          <p:cNvSpPr/>
          <p:nvPr/>
        </p:nvSpPr>
        <p:spPr>
          <a:xfrm>
            <a:off x="557990" y="4605948"/>
            <a:ext cx="4330185" cy="686931"/>
          </a:xfrm>
          <a:prstGeom prst="rect">
            <a:avLst/>
          </a:prstGeom>
          <a:solidFill>
            <a:schemeClr val="accent3">
              <a:lumMod val="10000"/>
              <a:lumOff val="90000"/>
            </a:schemeClr>
          </a:solidFill>
          <a:ln w="6350" cap="sq">
            <a:solidFill>
              <a:schemeClr val="accent3">
                <a:lumMod val="10000"/>
                <a:lumOff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dirty="0">
                <a:solidFill>
                  <a:schemeClr val="tx1">
                    <a:lumMod val="50000"/>
                  </a:schemeClr>
                </a:solidFill>
              </a:rPr>
              <a:t>Orchestration and Agents</a:t>
            </a:r>
          </a:p>
        </p:txBody>
      </p:sp>
      <p:sp>
        <p:nvSpPr>
          <p:cNvPr id="67" name="Rectangle 66">
            <a:extLst>
              <a:ext uri="{FF2B5EF4-FFF2-40B4-BE49-F238E27FC236}">
                <a16:creationId xmlns:a16="http://schemas.microsoft.com/office/drawing/2014/main" id="{B6E83217-AB0B-AD23-02E4-1C2B0351D87C}"/>
              </a:ext>
            </a:extLst>
          </p:cNvPr>
          <p:cNvSpPr/>
          <p:nvPr/>
        </p:nvSpPr>
        <p:spPr>
          <a:xfrm>
            <a:off x="4188747" y="1721002"/>
            <a:ext cx="699428" cy="1381421"/>
          </a:xfrm>
          <a:prstGeom prst="rect">
            <a:avLst/>
          </a:prstGeom>
          <a:solidFill>
            <a:schemeClr val="accent3">
              <a:lumMod val="10000"/>
              <a:lumOff val="90000"/>
            </a:schemeClr>
          </a:solidFill>
          <a:ln w="6350" cap="sq">
            <a:solidFill>
              <a:schemeClr val="accent3">
                <a:lumMod val="10000"/>
                <a:lumOff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tx1">
                    <a:lumMod val="50000"/>
                  </a:schemeClr>
                </a:solidFill>
              </a:rPr>
              <a:t>Data Sources</a:t>
            </a:r>
          </a:p>
        </p:txBody>
      </p:sp>
      <p:pic>
        <p:nvPicPr>
          <p:cNvPr id="69" name="Picture 68">
            <a:extLst>
              <a:ext uri="{FF2B5EF4-FFF2-40B4-BE49-F238E27FC236}">
                <a16:creationId xmlns:a16="http://schemas.microsoft.com/office/drawing/2014/main" id="{291B95B3-9BBD-B52F-9DD0-FD9EB7C7EF8C}"/>
              </a:ext>
            </a:extLst>
          </p:cNvPr>
          <p:cNvPicPr>
            <a:picLocks noChangeAspect="1"/>
          </p:cNvPicPr>
          <p:nvPr/>
        </p:nvPicPr>
        <p:blipFill>
          <a:blip r:embed="rId31"/>
          <a:srcRect l="13947" t="20679" r="83923" b="75402"/>
          <a:stretch>
            <a:fillRect/>
          </a:stretch>
        </p:blipFill>
        <p:spPr>
          <a:xfrm>
            <a:off x="2418458" y="1871096"/>
            <a:ext cx="298282" cy="304562"/>
          </a:xfrm>
          <a:prstGeom prst="rect">
            <a:avLst/>
          </a:prstGeom>
        </p:spPr>
      </p:pic>
      <p:pic>
        <p:nvPicPr>
          <p:cNvPr id="77" name="Picture 76">
            <a:extLst>
              <a:ext uri="{FF2B5EF4-FFF2-40B4-BE49-F238E27FC236}">
                <a16:creationId xmlns:a16="http://schemas.microsoft.com/office/drawing/2014/main" id="{980B18BF-48AB-C66E-576F-F0592274D386}"/>
              </a:ext>
            </a:extLst>
          </p:cNvPr>
          <p:cNvPicPr>
            <a:picLocks noChangeAspect="1"/>
          </p:cNvPicPr>
          <p:nvPr/>
        </p:nvPicPr>
        <p:blipFill>
          <a:blip r:embed="rId31"/>
          <a:srcRect l="60188" t="27521" r="37683" b="68512"/>
          <a:stretch>
            <a:fillRect/>
          </a:stretch>
        </p:blipFill>
        <p:spPr>
          <a:xfrm>
            <a:off x="3799284" y="3828012"/>
            <a:ext cx="338931" cy="350226"/>
          </a:xfrm>
          <a:prstGeom prst="rect">
            <a:avLst/>
          </a:prstGeom>
        </p:spPr>
      </p:pic>
      <p:pic>
        <p:nvPicPr>
          <p:cNvPr id="73" name="Picture 72">
            <a:extLst>
              <a:ext uri="{FF2B5EF4-FFF2-40B4-BE49-F238E27FC236}">
                <a16:creationId xmlns:a16="http://schemas.microsoft.com/office/drawing/2014/main" id="{1C11CB8D-00C8-AF0B-0351-D79BD70324C7}"/>
              </a:ext>
            </a:extLst>
          </p:cNvPr>
          <p:cNvPicPr>
            <a:picLocks noChangeAspect="1"/>
          </p:cNvPicPr>
          <p:nvPr/>
        </p:nvPicPr>
        <p:blipFill>
          <a:blip r:embed="rId31"/>
          <a:srcRect l="90623" t="84475" r="7248" b="11558"/>
          <a:stretch>
            <a:fillRect/>
          </a:stretch>
        </p:blipFill>
        <p:spPr>
          <a:xfrm>
            <a:off x="765092" y="3859122"/>
            <a:ext cx="278717" cy="288006"/>
          </a:xfrm>
          <a:prstGeom prst="rect">
            <a:avLst/>
          </a:prstGeom>
        </p:spPr>
      </p:pic>
      <p:sp>
        <p:nvSpPr>
          <p:cNvPr id="82" name="TextBox 81">
            <a:extLst>
              <a:ext uri="{FF2B5EF4-FFF2-40B4-BE49-F238E27FC236}">
                <a16:creationId xmlns:a16="http://schemas.microsoft.com/office/drawing/2014/main" id="{327737BA-2DF3-F77B-D75D-599B044F7BA0}"/>
              </a:ext>
            </a:extLst>
          </p:cNvPr>
          <p:cNvSpPr txBox="1">
            <a:spLocks/>
          </p:cNvSpPr>
          <p:nvPr>
            <p:custDataLst>
              <p:tags r:id="rId16"/>
            </p:custDataLst>
          </p:nvPr>
        </p:nvSpPr>
        <p:spPr>
          <a:xfrm>
            <a:off x="672420" y="4224249"/>
            <a:ext cx="46406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App</a:t>
            </a:r>
          </a:p>
        </p:txBody>
      </p:sp>
      <p:pic>
        <p:nvPicPr>
          <p:cNvPr id="70" name="Picture 69">
            <a:extLst>
              <a:ext uri="{FF2B5EF4-FFF2-40B4-BE49-F238E27FC236}">
                <a16:creationId xmlns:a16="http://schemas.microsoft.com/office/drawing/2014/main" id="{D8CE454F-A9E1-13C6-5639-2B5F3DACFE33}"/>
              </a:ext>
            </a:extLst>
          </p:cNvPr>
          <p:cNvPicPr>
            <a:picLocks noChangeAspect="1"/>
          </p:cNvPicPr>
          <p:nvPr/>
        </p:nvPicPr>
        <p:blipFill>
          <a:blip r:embed="rId31"/>
          <a:srcRect l="41580" t="4066" r="56401" b="92020"/>
          <a:stretch>
            <a:fillRect/>
          </a:stretch>
        </p:blipFill>
        <p:spPr>
          <a:xfrm>
            <a:off x="742671" y="1845595"/>
            <a:ext cx="323559" cy="347805"/>
          </a:xfrm>
          <a:prstGeom prst="rect">
            <a:avLst/>
          </a:prstGeom>
        </p:spPr>
      </p:pic>
      <p:sp>
        <p:nvSpPr>
          <p:cNvPr id="84" name="TextBox 83">
            <a:extLst>
              <a:ext uri="{FF2B5EF4-FFF2-40B4-BE49-F238E27FC236}">
                <a16:creationId xmlns:a16="http://schemas.microsoft.com/office/drawing/2014/main" id="{B3F3DFB1-FA92-8DC8-98CE-6EE913423C4E}"/>
              </a:ext>
            </a:extLst>
          </p:cNvPr>
          <p:cNvSpPr txBox="1">
            <a:spLocks/>
          </p:cNvSpPr>
          <p:nvPr>
            <p:custDataLst>
              <p:tags r:id="rId17"/>
            </p:custDataLst>
          </p:nvPr>
        </p:nvSpPr>
        <p:spPr>
          <a:xfrm>
            <a:off x="554736" y="2267930"/>
            <a:ext cx="699428" cy="461665"/>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External Sources (Email)</a:t>
            </a:r>
          </a:p>
        </p:txBody>
      </p:sp>
      <p:pic>
        <p:nvPicPr>
          <p:cNvPr id="75" name="Picture 74">
            <a:extLst>
              <a:ext uri="{FF2B5EF4-FFF2-40B4-BE49-F238E27FC236}">
                <a16:creationId xmlns:a16="http://schemas.microsoft.com/office/drawing/2014/main" id="{F0757167-5B4A-506F-1D4F-7C154109950F}"/>
              </a:ext>
            </a:extLst>
          </p:cNvPr>
          <p:cNvPicPr>
            <a:picLocks noChangeAspect="1"/>
          </p:cNvPicPr>
          <p:nvPr/>
        </p:nvPicPr>
        <p:blipFill>
          <a:blip r:embed="rId31">
            <a:clrChange>
              <a:clrFrom>
                <a:srgbClr val="ECFFEE"/>
              </a:clrFrom>
              <a:clrTo>
                <a:srgbClr val="ECFFEE">
                  <a:alpha val="0"/>
                </a:srgbClr>
              </a:clrTo>
            </a:clrChange>
          </a:blip>
          <a:srcRect l="30063" t="21802" r="67673" b="73940"/>
          <a:stretch>
            <a:fillRect/>
          </a:stretch>
        </p:blipFill>
        <p:spPr>
          <a:xfrm>
            <a:off x="1562236" y="2885510"/>
            <a:ext cx="368599" cy="384567"/>
          </a:xfrm>
          <a:prstGeom prst="rect">
            <a:avLst/>
          </a:prstGeom>
        </p:spPr>
      </p:pic>
      <p:sp>
        <p:nvSpPr>
          <p:cNvPr id="88" name="TextBox 87">
            <a:extLst>
              <a:ext uri="{FF2B5EF4-FFF2-40B4-BE49-F238E27FC236}">
                <a16:creationId xmlns:a16="http://schemas.microsoft.com/office/drawing/2014/main" id="{7E735BD6-84E5-E730-2F63-9B96D0934702}"/>
              </a:ext>
            </a:extLst>
          </p:cNvPr>
          <p:cNvSpPr txBox="1">
            <a:spLocks/>
          </p:cNvSpPr>
          <p:nvPr>
            <p:custDataLst>
              <p:tags r:id="rId18"/>
            </p:custDataLst>
          </p:nvPr>
        </p:nvSpPr>
        <p:spPr>
          <a:xfrm>
            <a:off x="1506328" y="3291429"/>
            <a:ext cx="480414"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Server</a:t>
            </a:r>
          </a:p>
        </p:txBody>
      </p:sp>
      <p:sp>
        <p:nvSpPr>
          <p:cNvPr id="90" name="TextBox 89">
            <a:extLst>
              <a:ext uri="{FF2B5EF4-FFF2-40B4-BE49-F238E27FC236}">
                <a16:creationId xmlns:a16="http://schemas.microsoft.com/office/drawing/2014/main" id="{9F6AA206-3FF1-22B5-F856-41595E59D5A7}"/>
              </a:ext>
            </a:extLst>
          </p:cNvPr>
          <p:cNvSpPr txBox="1">
            <a:spLocks/>
          </p:cNvSpPr>
          <p:nvPr>
            <p:custDataLst>
              <p:tags r:id="rId19"/>
            </p:custDataLst>
          </p:nvPr>
        </p:nvSpPr>
        <p:spPr>
          <a:xfrm>
            <a:off x="2176257" y="2267930"/>
            <a:ext cx="699428" cy="30777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Entra ID protection</a:t>
            </a:r>
          </a:p>
        </p:txBody>
      </p:sp>
      <p:pic>
        <p:nvPicPr>
          <p:cNvPr id="80" name="Picture 79">
            <a:extLst>
              <a:ext uri="{FF2B5EF4-FFF2-40B4-BE49-F238E27FC236}">
                <a16:creationId xmlns:a16="http://schemas.microsoft.com/office/drawing/2014/main" id="{2216DDD2-F378-4C0F-2845-6536A319B4C9}"/>
              </a:ext>
            </a:extLst>
          </p:cNvPr>
          <p:cNvPicPr>
            <a:picLocks/>
          </p:cNvPicPr>
          <p:nvPr/>
        </p:nvPicPr>
        <p:blipFill>
          <a:blip r:embed="rId31">
            <a:clrChange>
              <a:clrFrom>
                <a:srgbClr val="FFF6C7"/>
              </a:clrFrom>
              <a:clrTo>
                <a:srgbClr val="FFF6C7">
                  <a:alpha val="0"/>
                </a:srgbClr>
              </a:clrTo>
            </a:clrChange>
          </a:blip>
          <a:srcRect l="65350" t="35904" r="32982" b="61259"/>
          <a:stretch>
            <a:fillRect/>
          </a:stretch>
        </p:blipFill>
        <p:spPr>
          <a:xfrm>
            <a:off x="2133384" y="3859122"/>
            <a:ext cx="305243" cy="288007"/>
          </a:xfrm>
          <a:prstGeom prst="rect">
            <a:avLst/>
          </a:prstGeom>
        </p:spPr>
      </p:pic>
      <p:sp>
        <p:nvSpPr>
          <p:cNvPr id="92" name="TextBox 91">
            <a:extLst>
              <a:ext uri="{FF2B5EF4-FFF2-40B4-BE49-F238E27FC236}">
                <a16:creationId xmlns:a16="http://schemas.microsoft.com/office/drawing/2014/main" id="{53C9D8CD-9F49-8FA8-BC23-5DE0980150ED}"/>
              </a:ext>
            </a:extLst>
          </p:cNvPr>
          <p:cNvSpPr txBox="1">
            <a:spLocks/>
          </p:cNvSpPr>
          <p:nvPr>
            <p:custDataLst>
              <p:tags r:id="rId20"/>
            </p:custDataLst>
          </p:nvPr>
        </p:nvSpPr>
        <p:spPr>
          <a:xfrm>
            <a:off x="2053975" y="4224249"/>
            <a:ext cx="464060" cy="15388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err="1"/>
              <a:t>FastAPI</a:t>
            </a:r>
            <a:endParaRPr lang="en-US" sz="1000" dirty="0"/>
          </a:p>
        </p:txBody>
      </p:sp>
      <p:pic>
        <p:nvPicPr>
          <p:cNvPr id="76" name="Picture 75">
            <a:extLst>
              <a:ext uri="{FF2B5EF4-FFF2-40B4-BE49-F238E27FC236}">
                <a16:creationId xmlns:a16="http://schemas.microsoft.com/office/drawing/2014/main" id="{4C62D11F-88FF-416F-54CA-0CFD83AB0BEE}"/>
              </a:ext>
            </a:extLst>
          </p:cNvPr>
          <p:cNvPicPr>
            <a:picLocks noChangeAspect="1"/>
          </p:cNvPicPr>
          <p:nvPr/>
        </p:nvPicPr>
        <p:blipFill>
          <a:blip r:embed="rId31">
            <a:clrChange>
              <a:clrFrom>
                <a:srgbClr val="ECFFEE"/>
              </a:clrFrom>
              <a:clrTo>
                <a:srgbClr val="ECFFEE">
                  <a:alpha val="0"/>
                </a:srgbClr>
              </a:clrTo>
            </a:clrChange>
          </a:blip>
          <a:srcRect l="32317" t="13508" r="65680" b="82853"/>
          <a:stretch>
            <a:fillRect/>
          </a:stretch>
        </p:blipFill>
        <p:spPr>
          <a:xfrm>
            <a:off x="2899557" y="3846040"/>
            <a:ext cx="311739" cy="314170"/>
          </a:xfrm>
          <a:prstGeom prst="rect">
            <a:avLst/>
          </a:prstGeom>
        </p:spPr>
      </p:pic>
      <p:sp>
        <p:nvSpPr>
          <p:cNvPr id="93" name="TextBox 92">
            <a:extLst>
              <a:ext uri="{FF2B5EF4-FFF2-40B4-BE49-F238E27FC236}">
                <a16:creationId xmlns:a16="http://schemas.microsoft.com/office/drawing/2014/main" id="{73E8F85E-394A-326E-9BA4-C3ED65615466}"/>
              </a:ext>
            </a:extLst>
          </p:cNvPr>
          <p:cNvSpPr txBox="1">
            <a:spLocks/>
          </p:cNvSpPr>
          <p:nvPr>
            <p:custDataLst>
              <p:tags r:id="rId21"/>
            </p:custDataLst>
          </p:nvPr>
        </p:nvSpPr>
        <p:spPr>
          <a:xfrm>
            <a:off x="2657877" y="4224249"/>
            <a:ext cx="795099" cy="30777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Container Apps Environment</a:t>
            </a:r>
          </a:p>
        </p:txBody>
      </p:sp>
      <p:sp>
        <p:nvSpPr>
          <p:cNvPr id="96" name="TextBox 95">
            <a:extLst>
              <a:ext uri="{FF2B5EF4-FFF2-40B4-BE49-F238E27FC236}">
                <a16:creationId xmlns:a16="http://schemas.microsoft.com/office/drawing/2014/main" id="{DC4CDD1F-5968-6769-5806-A2A396ABFE5E}"/>
              </a:ext>
            </a:extLst>
          </p:cNvPr>
          <p:cNvSpPr txBox="1">
            <a:spLocks/>
          </p:cNvSpPr>
          <p:nvPr>
            <p:custDataLst>
              <p:tags r:id="rId22"/>
            </p:custDataLst>
          </p:nvPr>
        </p:nvSpPr>
        <p:spPr>
          <a:xfrm>
            <a:off x="3571200" y="4224249"/>
            <a:ext cx="795099" cy="30777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Azure Managed Redis</a:t>
            </a:r>
          </a:p>
        </p:txBody>
      </p:sp>
      <p:cxnSp>
        <p:nvCxnSpPr>
          <p:cNvPr id="102" name="Straight Arrow Connector 101">
            <a:extLst>
              <a:ext uri="{FF2B5EF4-FFF2-40B4-BE49-F238E27FC236}">
                <a16:creationId xmlns:a16="http://schemas.microsoft.com/office/drawing/2014/main" id="{1C119281-8F2F-B22D-12C4-00BDF33DD15D}"/>
              </a:ext>
            </a:extLst>
          </p:cNvPr>
          <p:cNvCxnSpPr>
            <a:stCxn id="70" idx="3"/>
            <a:endCxn id="75" idx="1"/>
          </p:cNvCxnSpPr>
          <p:nvPr/>
        </p:nvCxnSpPr>
        <p:spPr>
          <a:xfrm>
            <a:off x="1066230" y="2019498"/>
            <a:ext cx="496006" cy="1058296"/>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F2F9D70F-536F-5290-2AEF-981A77DB5570}"/>
              </a:ext>
            </a:extLst>
          </p:cNvPr>
          <p:cNvCxnSpPr>
            <a:stCxn id="73" idx="3"/>
            <a:endCxn id="75" idx="1"/>
          </p:cNvCxnSpPr>
          <p:nvPr/>
        </p:nvCxnSpPr>
        <p:spPr>
          <a:xfrm flipV="1">
            <a:off x="1043809" y="3077794"/>
            <a:ext cx="518427" cy="925331"/>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AC252C7-73BD-920F-13F4-434D8C649355}"/>
              </a:ext>
            </a:extLst>
          </p:cNvPr>
          <p:cNvCxnSpPr>
            <a:stCxn id="75" idx="0"/>
            <a:endCxn id="69" idx="1"/>
          </p:cNvCxnSpPr>
          <p:nvPr/>
        </p:nvCxnSpPr>
        <p:spPr>
          <a:xfrm rot="5400000" flipH="1" flipV="1">
            <a:off x="1651431" y="2118483"/>
            <a:ext cx="862133" cy="671922"/>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31ADF15-49F8-F1E3-79B4-34BCBA6BF81F}"/>
              </a:ext>
            </a:extLst>
          </p:cNvPr>
          <p:cNvCxnSpPr>
            <a:stCxn id="88" idx="2"/>
          </p:cNvCxnSpPr>
          <p:nvPr/>
        </p:nvCxnSpPr>
        <p:spPr>
          <a:xfrm flipH="1">
            <a:off x="1740186" y="3445317"/>
            <a:ext cx="6349" cy="116698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6B169803-0447-F9BB-AAA6-DFA0D18C7926}"/>
              </a:ext>
            </a:extLst>
          </p:cNvPr>
          <p:cNvCxnSpPr>
            <a:cxnSpLocks/>
            <a:stCxn id="75" idx="3"/>
            <a:endCxn id="80" idx="0"/>
          </p:cNvCxnSpPr>
          <p:nvPr/>
        </p:nvCxnSpPr>
        <p:spPr>
          <a:xfrm>
            <a:off x="1930835" y="3077794"/>
            <a:ext cx="355171" cy="781328"/>
          </a:xfrm>
          <a:prstGeom prst="bentConnector2">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B71E27F-4358-3D05-92CE-449D6D02B449}"/>
              </a:ext>
            </a:extLst>
          </p:cNvPr>
          <p:cNvCxnSpPr>
            <a:cxnSpLocks/>
            <a:stCxn id="75" idx="3"/>
            <a:endCxn id="76" idx="0"/>
          </p:cNvCxnSpPr>
          <p:nvPr/>
        </p:nvCxnSpPr>
        <p:spPr>
          <a:xfrm>
            <a:off x="1930835" y="3077794"/>
            <a:ext cx="1124592" cy="768246"/>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EA004036-0503-621A-631B-932E3BCF04D0}"/>
              </a:ext>
            </a:extLst>
          </p:cNvPr>
          <p:cNvCxnSpPr>
            <a:cxnSpLocks/>
            <a:stCxn id="75" idx="3"/>
            <a:endCxn id="77" idx="0"/>
          </p:cNvCxnSpPr>
          <p:nvPr/>
        </p:nvCxnSpPr>
        <p:spPr>
          <a:xfrm>
            <a:off x="1930835" y="3077794"/>
            <a:ext cx="2037915" cy="750218"/>
          </a:xfrm>
          <a:prstGeom prst="bentConnector2">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86DE927-FA43-AED5-1575-72E4DB497507}"/>
              </a:ext>
            </a:extLst>
          </p:cNvPr>
          <p:cNvCxnSpPr>
            <a:stCxn id="75" idx="3"/>
            <a:endCxn id="67" idx="1"/>
          </p:cNvCxnSpPr>
          <p:nvPr/>
        </p:nvCxnSpPr>
        <p:spPr>
          <a:xfrm flipV="1">
            <a:off x="1930835" y="2411713"/>
            <a:ext cx="2257912" cy="666081"/>
          </a:xfrm>
          <a:prstGeom prst="bentConnector3">
            <a:avLst>
              <a:gd name="adj1" fmla="val 50000"/>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61EDE964-4878-BA89-D76D-92AC791CAF51}"/>
              </a:ext>
            </a:extLst>
          </p:cNvPr>
          <p:cNvSpPr txBox="1">
            <a:spLocks/>
          </p:cNvSpPr>
          <p:nvPr>
            <p:custDataLst>
              <p:tags r:id="rId23"/>
            </p:custDataLst>
          </p:nvPr>
        </p:nvSpPr>
        <p:spPr>
          <a:xfrm>
            <a:off x="2053975" y="3460107"/>
            <a:ext cx="464060" cy="307777"/>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Built with</a:t>
            </a:r>
          </a:p>
        </p:txBody>
      </p:sp>
      <p:sp>
        <p:nvSpPr>
          <p:cNvPr id="98" name="TextBox 97">
            <a:extLst>
              <a:ext uri="{FF2B5EF4-FFF2-40B4-BE49-F238E27FC236}">
                <a16:creationId xmlns:a16="http://schemas.microsoft.com/office/drawing/2014/main" id="{079382C6-249F-3312-729B-2A51A12C623E}"/>
              </a:ext>
            </a:extLst>
          </p:cNvPr>
          <p:cNvSpPr txBox="1">
            <a:spLocks/>
          </p:cNvSpPr>
          <p:nvPr>
            <p:custDataLst>
              <p:tags r:id="rId24"/>
            </p:custDataLst>
          </p:nvPr>
        </p:nvSpPr>
        <p:spPr>
          <a:xfrm>
            <a:off x="2657877" y="3613996"/>
            <a:ext cx="795099" cy="153888"/>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Deploys to</a:t>
            </a:r>
          </a:p>
        </p:txBody>
      </p:sp>
      <p:sp>
        <p:nvSpPr>
          <p:cNvPr id="99" name="TextBox 98">
            <a:extLst>
              <a:ext uri="{FF2B5EF4-FFF2-40B4-BE49-F238E27FC236}">
                <a16:creationId xmlns:a16="http://schemas.microsoft.com/office/drawing/2014/main" id="{0D356253-C56F-A120-73ED-6B31645C08E7}"/>
              </a:ext>
            </a:extLst>
          </p:cNvPr>
          <p:cNvSpPr txBox="1">
            <a:spLocks/>
          </p:cNvSpPr>
          <p:nvPr>
            <p:custDataLst>
              <p:tags r:id="rId25"/>
            </p:custDataLst>
          </p:nvPr>
        </p:nvSpPr>
        <p:spPr>
          <a:xfrm>
            <a:off x="3571200" y="3306219"/>
            <a:ext cx="795099" cy="461665"/>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Use as transient storage</a:t>
            </a:r>
          </a:p>
        </p:txBody>
      </p:sp>
      <p:sp>
        <p:nvSpPr>
          <p:cNvPr id="100" name="TextBox 99">
            <a:extLst>
              <a:ext uri="{FF2B5EF4-FFF2-40B4-BE49-F238E27FC236}">
                <a16:creationId xmlns:a16="http://schemas.microsoft.com/office/drawing/2014/main" id="{0FE47246-3CA6-CA41-7810-E3F18E99F5AD}"/>
              </a:ext>
            </a:extLst>
          </p:cNvPr>
          <p:cNvSpPr txBox="1">
            <a:spLocks/>
          </p:cNvSpPr>
          <p:nvPr>
            <p:custDataLst>
              <p:tags r:id="rId26"/>
            </p:custDataLst>
          </p:nvPr>
        </p:nvSpPr>
        <p:spPr>
          <a:xfrm>
            <a:off x="1396821" y="2438742"/>
            <a:ext cx="699428" cy="307777"/>
          </a:xfrm>
          <a:prstGeom prst="rect">
            <a:avLst/>
          </a:prstGeom>
          <a:solidFill>
            <a:schemeClr val="bg1"/>
          </a:solidFill>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Validates all requests</a:t>
            </a:r>
          </a:p>
        </p:txBody>
      </p:sp>
    </p:spTree>
    <p:extLst>
      <p:ext uri="{BB962C8B-B14F-4D97-AF65-F5344CB8AC3E}">
        <p14:creationId xmlns:p14="http://schemas.microsoft.com/office/powerpoint/2010/main" val="300714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370A7-6187-5115-0C3A-0A45814246FB}"/>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BB68AD0E-9E44-0979-45EB-FD9F7C4FF9D7}"/>
              </a:ext>
            </a:extLst>
          </p:cNvPr>
          <p:cNvGraphicFramePr>
            <a:graphicFrameLocks noChangeAspect="1"/>
          </p:cNvGraphicFramePr>
          <p:nvPr>
            <p:custDataLst>
              <p:tags r:id="rId1"/>
            </p:custDataLst>
            <p:extLst>
              <p:ext uri="{D42A27DB-BD31-4B8C-83A1-F6EECF244321}">
                <p14:modId xmlns:p14="http://schemas.microsoft.com/office/powerpoint/2010/main" val="12477509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8" name="Object 6" hidden="1">
                        <a:extLst>
                          <a:ext uri="{FF2B5EF4-FFF2-40B4-BE49-F238E27FC236}">
                            <a16:creationId xmlns:a16="http://schemas.microsoft.com/office/drawing/2014/main" id="{BB68AD0E-9E44-0979-45EB-FD9F7C4FF9D7}"/>
                          </a:ext>
                        </a:extLst>
                      </p:cNvPr>
                      <p:cNvPicPr/>
                      <p:nvPr/>
                    </p:nvPicPr>
                    <p:blipFill>
                      <a:blip r:embed="rId20"/>
                      <a:stretch>
                        <a:fillRect/>
                      </a:stretch>
                    </p:blipFill>
                    <p:spPr>
                      <a:xfrm>
                        <a:off x="1588" y="1588"/>
                        <a:ext cx="1227"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FFEFDCF1-5994-B316-01B0-AEA4B072D0FF}"/>
              </a:ext>
            </a:extLst>
          </p:cNvPr>
          <p:cNvSpPr>
            <a:spLocks noGrp="1"/>
          </p:cNvSpPr>
          <p:nvPr>
            <p:ph type="title"/>
            <p:custDataLst>
              <p:tags r:id="rId2"/>
            </p:custDataLst>
          </p:nvPr>
        </p:nvSpPr>
        <p:spPr>
          <a:xfrm>
            <a:off x="554736" y="3129089"/>
            <a:ext cx="2514600" cy="384721"/>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GB" dirty="0">
                <a:ea typeface="Calibri"/>
                <a:cs typeface="Calibri"/>
              </a:rPr>
              <a:t>CI/CD - BE</a:t>
            </a:r>
            <a:endParaRPr lang="en-GB" dirty="0"/>
          </a:p>
        </p:txBody>
      </p:sp>
      <p:sp>
        <p:nvSpPr>
          <p:cNvPr id="84" name="1. On-page tracker">
            <a:extLst>
              <a:ext uri="{FF2B5EF4-FFF2-40B4-BE49-F238E27FC236}">
                <a16:creationId xmlns:a16="http://schemas.microsoft.com/office/drawing/2014/main" id="{42C9B65B-B483-2140-30AB-484BA59CC183}"/>
              </a:ext>
            </a:extLst>
          </p:cNvPr>
          <p:cNvSpPr>
            <a:spLocks noGrp="1"/>
          </p:cNvSpPr>
          <p:nvPr>
            <p:ph type="body" sz="quarter" idx="10"/>
            <p:custDataLst>
              <p:tags r:id="rId3"/>
            </p:custDataLst>
          </p:nvPr>
        </p:nvSpPr>
        <p:spPr/>
        <p:txBody>
          <a:bodyPr/>
          <a:lstStyle/>
          <a:p>
            <a:endParaRPr lang="en-US"/>
          </a:p>
        </p:txBody>
      </p:sp>
      <p:sp>
        <p:nvSpPr>
          <p:cNvPr id="5" name="TextBox 4">
            <a:extLst>
              <a:ext uri="{FF2B5EF4-FFF2-40B4-BE49-F238E27FC236}">
                <a16:creationId xmlns:a16="http://schemas.microsoft.com/office/drawing/2014/main" id="{27046E93-9AA4-ED5A-976A-A5D8090324B7}"/>
              </a:ext>
            </a:extLst>
          </p:cNvPr>
          <p:cNvSpPr txBox="1"/>
          <p:nvPr/>
        </p:nvSpPr>
        <p:spPr>
          <a:xfrm>
            <a:off x="1386840" y="81534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31" name="TextBox 30">
            <a:extLst>
              <a:ext uri="{FF2B5EF4-FFF2-40B4-BE49-F238E27FC236}">
                <a16:creationId xmlns:a16="http://schemas.microsoft.com/office/drawing/2014/main" id="{1044FD7F-ED3D-E912-AA22-A45AD95E919D}"/>
              </a:ext>
            </a:extLst>
          </p:cNvPr>
          <p:cNvSpPr txBox="1">
            <a:spLocks/>
          </p:cNvSpPr>
          <p:nvPr/>
        </p:nvSpPr>
        <p:spPr>
          <a:xfrm>
            <a:off x="6747455" y="1320576"/>
            <a:ext cx="4770832"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BE . Deployment (triggered on merge)</a:t>
            </a:r>
          </a:p>
        </p:txBody>
      </p:sp>
      <p:sp>
        <p:nvSpPr>
          <p:cNvPr id="16" name="TextBox 15">
            <a:extLst>
              <a:ext uri="{FF2B5EF4-FFF2-40B4-BE49-F238E27FC236}">
                <a16:creationId xmlns:a16="http://schemas.microsoft.com/office/drawing/2014/main" id="{9F54C2CB-D087-01A5-D894-537A805EC46E}"/>
              </a:ext>
            </a:extLst>
          </p:cNvPr>
          <p:cNvSpPr txBox="1"/>
          <p:nvPr/>
        </p:nvSpPr>
        <p:spPr>
          <a:xfrm>
            <a:off x="6747455" y="1694378"/>
            <a:ext cx="3544242" cy="230832"/>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1. Package agent definitions resolve </a:t>
            </a:r>
            <a:r>
              <a:rPr lang="en-US" sz="1000" dirty="0" err="1"/>
              <a:t>semver</a:t>
            </a:r>
            <a:r>
              <a:rPr lang="en-US" sz="1000" dirty="0"/>
              <a:t> from </a:t>
            </a:r>
            <a:r>
              <a:rPr lang="en-US" sz="1000" dirty="0" err="1"/>
              <a:t>glt</a:t>
            </a:r>
            <a:r>
              <a:rPr lang="en-US" sz="1000" dirty="0"/>
              <a:t> tag</a:t>
            </a:r>
          </a:p>
        </p:txBody>
      </p:sp>
      <p:sp>
        <p:nvSpPr>
          <p:cNvPr id="17" name="TextBox 16">
            <a:extLst>
              <a:ext uri="{FF2B5EF4-FFF2-40B4-BE49-F238E27FC236}">
                <a16:creationId xmlns:a16="http://schemas.microsoft.com/office/drawing/2014/main" id="{79433F86-5C01-39CC-ECDA-6AB771E50CB7}"/>
              </a:ext>
            </a:extLst>
          </p:cNvPr>
          <p:cNvSpPr txBox="1"/>
          <p:nvPr/>
        </p:nvSpPr>
        <p:spPr>
          <a:xfrm>
            <a:off x="6747455" y="2157249"/>
            <a:ext cx="3544242" cy="230832"/>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2. Push to ACR</a:t>
            </a:r>
          </a:p>
        </p:txBody>
      </p:sp>
      <p:sp>
        <p:nvSpPr>
          <p:cNvPr id="22" name="TextBox 21">
            <a:extLst>
              <a:ext uri="{FF2B5EF4-FFF2-40B4-BE49-F238E27FC236}">
                <a16:creationId xmlns:a16="http://schemas.microsoft.com/office/drawing/2014/main" id="{AEF2C2A5-D2DC-6E3C-3964-EBAF27321F87}"/>
              </a:ext>
            </a:extLst>
          </p:cNvPr>
          <p:cNvSpPr txBox="1"/>
          <p:nvPr/>
        </p:nvSpPr>
        <p:spPr>
          <a:xfrm>
            <a:off x="7803793" y="2620120"/>
            <a:ext cx="1431566" cy="764232"/>
          </a:xfrm>
          <a:prstGeom prst="diamond">
            <a:avLst/>
          </a:prstGeom>
          <a:solidFill>
            <a:schemeClr val="accent5">
              <a:lumMod val="20000"/>
              <a:lumOff val="80000"/>
            </a:schemeClr>
          </a:solidFill>
          <a:ln w="6350">
            <a:solidFill>
              <a:schemeClr val="accent5"/>
            </a:solidFill>
          </a:ln>
        </p:spPr>
        <p:txBody>
          <a:bodyPr vert="horz" wrap="square" lIns="38100" tIns="38100" rIns="38100" bIns="3810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3. Source branch?</a:t>
            </a:r>
          </a:p>
        </p:txBody>
      </p:sp>
      <p:sp>
        <p:nvSpPr>
          <p:cNvPr id="23" name="TextBox 22">
            <a:extLst>
              <a:ext uri="{FF2B5EF4-FFF2-40B4-BE49-F238E27FC236}">
                <a16:creationId xmlns:a16="http://schemas.microsoft.com/office/drawing/2014/main" id="{E311FE70-1BD3-7B5B-1D5E-B287BC8791CB}"/>
              </a:ext>
            </a:extLst>
          </p:cNvPr>
          <p:cNvSpPr txBox="1"/>
          <p:nvPr/>
        </p:nvSpPr>
        <p:spPr>
          <a:xfrm>
            <a:off x="9137917" y="4079262"/>
            <a:ext cx="2380370" cy="282179"/>
          </a:xfrm>
          <a:prstGeom prst="hexagon">
            <a:avLst/>
          </a:prstGeom>
          <a:solidFill>
            <a:srgbClr val="FFD1D1"/>
          </a:solidFill>
          <a:ln w="6350">
            <a:solidFill>
              <a:srgbClr val="FF000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Manual approval gate</a:t>
            </a:r>
          </a:p>
        </p:txBody>
      </p:sp>
      <p:sp>
        <p:nvSpPr>
          <p:cNvPr id="24" name="TextBox 23">
            <a:extLst>
              <a:ext uri="{FF2B5EF4-FFF2-40B4-BE49-F238E27FC236}">
                <a16:creationId xmlns:a16="http://schemas.microsoft.com/office/drawing/2014/main" id="{C15DF5E6-7C88-97A3-C0D9-3EF4546F779B}"/>
              </a:ext>
            </a:extLst>
          </p:cNvPr>
          <p:cNvSpPr txBox="1"/>
          <p:nvPr/>
        </p:nvSpPr>
        <p:spPr>
          <a:xfrm>
            <a:off x="6747455" y="4593480"/>
            <a:ext cx="3544242" cy="384721"/>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4. Deploy to Environment dev branch </a:t>
            </a:r>
            <a:r>
              <a:rPr lang="en-US" sz="1000" dirty="0">
                <a:sym typeface="Wingdings" panose="05000000000000000000" pitchFamily="2" charset="2"/>
              </a:rPr>
              <a:t> </a:t>
            </a:r>
            <a:br>
              <a:rPr lang="en-US" sz="1000" dirty="0">
                <a:sym typeface="Wingdings" panose="05000000000000000000" pitchFamily="2" charset="2"/>
              </a:rPr>
            </a:br>
            <a:r>
              <a:rPr lang="en-US" sz="1000" dirty="0">
                <a:sym typeface="Wingdings" panose="05000000000000000000" pitchFamily="2" charset="2"/>
              </a:rPr>
              <a:t>dev env main/release  prod env</a:t>
            </a:r>
            <a:endParaRPr lang="en-US" sz="1000" dirty="0"/>
          </a:p>
        </p:txBody>
      </p:sp>
      <p:sp>
        <p:nvSpPr>
          <p:cNvPr id="25" name="TextBox 24">
            <a:extLst>
              <a:ext uri="{FF2B5EF4-FFF2-40B4-BE49-F238E27FC236}">
                <a16:creationId xmlns:a16="http://schemas.microsoft.com/office/drawing/2014/main" id="{97C99B8B-C9DC-F92C-0563-A0ED918A5E0A}"/>
              </a:ext>
            </a:extLst>
          </p:cNvPr>
          <p:cNvSpPr txBox="1"/>
          <p:nvPr/>
        </p:nvSpPr>
        <p:spPr>
          <a:xfrm>
            <a:off x="6747455" y="5210240"/>
            <a:ext cx="3544242" cy="230832"/>
          </a:xfrm>
          <a:prstGeom prst="rect">
            <a:avLst/>
          </a:prstGeom>
          <a:solidFill>
            <a:schemeClr val="accent3">
              <a:lumMod val="10000"/>
              <a:lumOff val="90000"/>
            </a:schemeClr>
          </a:solidFill>
          <a:ln w="6350">
            <a:solidFill>
              <a:schemeClr val="accent3"/>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Container startup alembic upgrade head then </a:t>
            </a:r>
            <a:r>
              <a:rPr lang="en-US" sz="1000" dirty="0" err="1"/>
              <a:t>uvicorn</a:t>
            </a:r>
            <a:endParaRPr lang="en-US" sz="1000" dirty="0"/>
          </a:p>
        </p:txBody>
      </p:sp>
      <p:sp>
        <p:nvSpPr>
          <p:cNvPr id="27" name="TextBox 26">
            <a:extLst>
              <a:ext uri="{FF2B5EF4-FFF2-40B4-BE49-F238E27FC236}">
                <a16:creationId xmlns:a16="http://schemas.microsoft.com/office/drawing/2014/main" id="{5CA465A7-4B6E-708D-1534-0DE3D28BE319}"/>
              </a:ext>
            </a:extLst>
          </p:cNvPr>
          <p:cNvSpPr txBox="1"/>
          <p:nvPr/>
        </p:nvSpPr>
        <p:spPr>
          <a:xfrm>
            <a:off x="6747455" y="5673112"/>
            <a:ext cx="3544242" cy="384721"/>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6. Post – deploy Verification health • Postman API checks • </a:t>
            </a:r>
            <a:r>
              <a:rPr lang="en-US" sz="1000" dirty="0" err="1"/>
              <a:t>OTel</a:t>
            </a:r>
            <a:r>
              <a:rPr lang="en-US" sz="1000" dirty="0"/>
              <a:t> signals • alerts armed • one – click rollback</a:t>
            </a:r>
          </a:p>
        </p:txBody>
      </p:sp>
      <p:sp>
        <p:nvSpPr>
          <p:cNvPr id="28" name="TextBox 27">
            <a:extLst>
              <a:ext uri="{FF2B5EF4-FFF2-40B4-BE49-F238E27FC236}">
                <a16:creationId xmlns:a16="http://schemas.microsoft.com/office/drawing/2014/main" id="{4EB5E043-4D9F-3148-F736-F2F7CB3CC9FB}"/>
              </a:ext>
            </a:extLst>
          </p:cNvPr>
          <p:cNvSpPr txBox="1"/>
          <p:nvPr/>
        </p:nvSpPr>
        <p:spPr>
          <a:xfrm>
            <a:off x="9745830" y="3616391"/>
            <a:ext cx="1164545" cy="230832"/>
          </a:xfrm>
          <a:prstGeom prst="rect">
            <a:avLst/>
          </a:prstGeom>
          <a:solidFill>
            <a:schemeClr val="bg1">
              <a:lumMod val="95000"/>
            </a:schemeClr>
          </a:solidFill>
          <a:ln w="6350">
            <a:no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Main/release</a:t>
            </a:r>
          </a:p>
        </p:txBody>
      </p:sp>
      <p:cxnSp>
        <p:nvCxnSpPr>
          <p:cNvPr id="33" name="LineSpecialityArrow 33">
            <a:extLst>
              <a:ext uri="{FF2B5EF4-FFF2-40B4-BE49-F238E27FC236}">
                <a16:creationId xmlns:a16="http://schemas.microsoft.com/office/drawing/2014/main" id="{9C3A3EFE-0FD3-995E-A5BD-F1593338B61D}"/>
              </a:ext>
            </a:extLst>
          </p:cNvPr>
          <p:cNvCxnSpPr>
            <a:cxnSpLocks/>
            <a:stCxn id="16" idx="2"/>
            <a:endCxn id="17" idx="0"/>
          </p:cNvCxnSpPr>
          <p:nvPr>
            <p:custDataLst>
              <p:tags r:id="rId4"/>
            </p:custDataLst>
          </p:nvPr>
        </p:nvCxnSpPr>
        <p:spPr>
          <a:xfrm>
            <a:off x="8519577" y="1925210"/>
            <a:ext cx="0" cy="23203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LineSpecialityArrow 33">
            <a:extLst>
              <a:ext uri="{FF2B5EF4-FFF2-40B4-BE49-F238E27FC236}">
                <a16:creationId xmlns:a16="http://schemas.microsoft.com/office/drawing/2014/main" id="{22413EBC-9CA7-C503-F822-B64F5FA1747C}"/>
              </a:ext>
            </a:extLst>
          </p:cNvPr>
          <p:cNvCxnSpPr>
            <a:cxnSpLocks/>
            <a:stCxn id="17" idx="2"/>
            <a:endCxn id="22" idx="0"/>
          </p:cNvCxnSpPr>
          <p:nvPr>
            <p:custDataLst>
              <p:tags r:id="rId5"/>
            </p:custDataLst>
          </p:nvPr>
        </p:nvCxnSpPr>
        <p:spPr>
          <a:xfrm>
            <a:off x="8519577" y="2388081"/>
            <a:ext cx="0" cy="23203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LineSpecialityArrow 33">
            <a:extLst>
              <a:ext uri="{FF2B5EF4-FFF2-40B4-BE49-F238E27FC236}">
                <a16:creationId xmlns:a16="http://schemas.microsoft.com/office/drawing/2014/main" id="{1105EC50-306E-AFC8-326F-446822758350}"/>
              </a:ext>
            </a:extLst>
          </p:cNvPr>
          <p:cNvCxnSpPr>
            <a:cxnSpLocks/>
            <a:stCxn id="22" idx="2"/>
            <a:endCxn id="28" idx="0"/>
          </p:cNvCxnSpPr>
          <p:nvPr>
            <p:custDataLst>
              <p:tags r:id="rId6"/>
            </p:custDataLst>
          </p:nvPr>
        </p:nvCxnSpPr>
        <p:spPr>
          <a:xfrm rot="16200000" flipH="1">
            <a:off x="9307820" y="2596108"/>
            <a:ext cx="232039" cy="1808526"/>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LineSpecialityArrow 33">
            <a:extLst>
              <a:ext uri="{FF2B5EF4-FFF2-40B4-BE49-F238E27FC236}">
                <a16:creationId xmlns:a16="http://schemas.microsoft.com/office/drawing/2014/main" id="{E0DCCE8A-FEB4-ACBA-354C-955EA1134FA8}"/>
              </a:ext>
            </a:extLst>
          </p:cNvPr>
          <p:cNvCxnSpPr>
            <a:cxnSpLocks/>
            <a:stCxn id="50" idx="2"/>
            <a:endCxn id="24" idx="0"/>
          </p:cNvCxnSpPr>
          <p:nvPr>
            <p:custDataLst>
              <p:tags r:id="rId7"/>
            </p:custDataLst>
          </p:nvPr>
        </p:nvCxnSpPr>
        <p:spPr>
          <a:xfrm rot="5400000">
            <a:off x="9307819" y="3573197"/>
            <a:ext cx="232040" cy="1808526"/>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64B85638-DD34-30CC-AA1E-A3C96FDF4940}"/>
              </a:ext>
            </a:extLst>
          </p:cNvPr>
          <p:cNvSpPr/>
          <p:nvPr/>
        </p:nvSpPr>
        <p:spPr>
          <a:xfrm>
            <a:off x="10259149" y="4079261"/>
            <a:ext cx="137905" cy="282179"/>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cxnSp>
        <p:nvCxnSpPr>
          <p:cNvPr id="52" name="LineSpecialityArrow 33">
            <a:extLst>
              <a:ext uri="{FF2B5EF4-FFF2-40B4-BE49-F238E27FC236}">
                <a16:creationId xmlns:a16="http://schemas.microsoft.com/office/drawing/2014/main" id="{92BC81C0-DAF6-2C60-667B-E7D86CDDBA7B}"/>
              </a:ext>
            </a:extLst>
          </p:cNvPr>
          <p:cNvCxnSpPr>
            <a:cxnSpLocks/>
            <a:stCxn id="24" idx="2"/>
            <a:endCxn id="25" idx="0"/>
          </p:cNvCxnSpPr>
          <p:nvPr>
            <p:custDataLst>
              <p:tags r:id="rId8"/>
            </p:custDataLst>
          </p:nvPr>
        </p:nvCxnSpPr>
        <p:spPr>
          <a:xfrm>
            <a:off x="8519577" y="4978201"/>
            <a:ext cx="0" cy="23203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LineSpecialityArrow 33">
            <a:extLst>
              <a:ext uri="{FF2B5EF4-FFF2-40B4-BE49-F238E27FC236}">
                <a16:creationId xmlns:a16="http://schemas.microsoft.com/office/drawing/2014/main" id="{D81CE5FF-9709-E875-123F-479F73EC4F6C}"/>
              </a:ext>
            </a:extLst>
          </p:cNvPr>
          <p:cNvCxnSpPr>
            <a:cxnSpLocks/>
            <a:stCxn id="25" idx="2"/>
            <a:endCxn id="27" idx="0"/>
          </p:cNvCxnSpPr>
          <p:nvPr>
            <p:custDataLst>
              <p:tags r:id="rId9"/>
            </p:custDataLst>
          </p:nvPr>
        </p:nvCxnSpPr>
        <p:spPr>
          <a:xfrm>
            <a:off x="8519577" y="5441072"/>
            <a:ext cx="0" cy="23204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LineSpecialityArrow 33">
            <a:extLst>
              <a:ext uri="{FF2B5EF4-FFF2-40B4-BE49-F238E27FC236}">
                <a16:creationId xmlns:a16="http://schemas.microsoft.com/office/drawing/2014/main" id="{F8DFD897-E41F-D350-E33E-6CDDABFC236C}"/>
              </a:ext>
            </a:extLst>
          </p:cNvPr>
          <p:cNvCxnSpPr>
            <a:cxnSpLocks/>
            <a:endCxn id="50" idx="0"/>
          </p:cNvCxnSpPr>
          <p:nvPr>
            <p:custDataLst>
              <p:tags r:id="rId10"/>
            </p:custDataLst>
          </p:nvPr>
        </p:nvCxnSpPr>
        <p:spPr>
          <a:xfrm flipH="1">
            <a:off x="10328102" y="3916021"/>
            <a:ext cx="1" cy="16324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6892B86E-6572-C562-F633-1C0E68110115}"/>
              </a:ext>
            </a:extLst>
          </p:cNvPr>
          <p:cNvSpPr txBox="1"/>
          <p:nvPr/>
        </p:nvSpPr>
        <p:spPr>
          <a:xfrm>
            <a:off x="7134632" y="3847827"/>
            <a:ext cx="1164545" cy="230832"/>
          </a:xfrm>
          <a:prstGeom prst="rect">
            <a:avLst/>
          </a:prstGeom>
          <a:solidFill>
            <a:schemeClr val="bg1">
              <a:lumMod val="95000"/>
            </a:schemeClr>
          </a:solidFill>
          <a:ln w="6350">
            <a:no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Dev</a:t>
            </a:r>
          </a:p>
        </p:txBody>
      </p:sp>
      <p:cxnSp>
        <p:nvCxnSpPr>
          <p:cNvPr id="66" name="LineSpecialityArrow 33">
            <a:extLst>
              <a:ext uri="{FF2B5EF4-FFF2-40B4-BE49-F238E27FC236}">
                <a16:creationId xmlns:a16="http://schemas.microsoft.com/office/drawing/2014/main" id="{7BDC86AF-9C54-6B94-316E-29C5D9B2EEE4}"/>
              </a:ext>
            </a:extLst>
          </p:cNvPr>
          <p:cNvCxnSpPr>
            <a:cxnSpLocks/>
            <a:stCxn id="22" idx="2"/>
            <a:endCxn id="65" idx="0"/>
          </p:cNvCxnSpPr>
          <p:nvPr>
            <p:custDataLst>
              <p:tags r:id="rId11"/>
            </p:custDataLst>
          </p:nvPr>
        </p:nvCxnSpPr>
        <p:spPr>
          <a:xfrm rot="5400000">
            <a:off x="7886504" y="3214754"/>
            <a:ext cx="463475" cy="802672"/>
          </a:xfrm>
          <a:prstGeom prst="bentConnector3">
            <a:avLst>
              <a:gd name="adj1" fmla="val 50000"/>
            </a:avLst>
          </a:prstGeom>
          <a:ln w="6350" cap="flat">
            <a:solidFill>
              <a:schemeClr val="tx1"/>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70" name="LineSpecialityArrow 33">
            <a:extLst>
              <a:ext uri="{FF2B5EF4-FFF2-40B4-BE49-F238E27FC236}">
                <a16:creationId xmlns:a16="http://schemas.microsoft.com/office/drawing/2014/main" id="{A3D404DC-F59B-9ECA-C74F-41E675543D8D}"/>
              </a:ext>
            </a:extLst>
          </p:cNvPr>
          <p:cNvCxnSpPr>
            <a:cxnSpLocks/>
            <a:stCxn id="65" idx="2"/>
            <a:endCxn id="24" idx="0"/>
          </p:cNvCxnSpPr>
          <p:nvPr>
            <p:custDataLst>
              <p:tags r:id="rId12"/>
            </p:custDataLst>
          </p:nvPr>
        </p:nvCxnSpPr>
        <p:spPr>
          <a:xfrm rot="16200000" flipH="1">
            <a:off x="7860830" y="3934733"/>
            <a:ext cx="514821" cy="802672"/>
          </a:xfrm>
          <a:prstGeom prst="bentConnector3">
            <a:avLst>
              <a:gd name="adj1" fmla="val 69735"/>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D30DB9EE-9157-3A06-AF42-8491D5D0C448}"/>
              </a:ext>
            </a:extLst>
          </p:cNvPr>
          <p:cNvSpPr>
            <a:spLocks/>
          </p:cNvSpPr>
          <p:nvPr/>
        </p:nvSpPr>
        <p:spPr>
          <a:xfrm>
            <a:off x="6625774" y="1207770"/>
            <a:ext cx="5014193" cy="4962868"/>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grpSp>
        <p:nvGrpSpPr>
          <p:cNvPr id="39" name="Group 38">
            <a:extLst>
              <a:ext uri="{FF2B5EF4-FFF2-40B4-BE49-F238E27FC236}">
                <a16:creationId xmlns:a16="http://schemas.microsoft.com/office/drawing/2014/main" id="{F9B9A72F-DC1F-054D-5676-40BA3CCFBB9A}"/>
              </a:ext>
            </a:extLst>
          </p:cNvPr>
          <p:cNvGrpSpPr/>
          <p:nvPr/>
        </p:nvGrpSpPr>
        <p:grpSpPr>
          <a:xfrm>
            <a:off x="3756216" y="1654640"/>
            <a:ext cx="2075290" cy="4069129"/>
            <a:chOff x="3756216" y="1654640"/>
            <a:chExt cx="2075290" cy="4069129"/>
          </a:xfrm>
        </p:grpSpPr>
        <p:sp>
          <p:nvSpPr>
            <p:cNvPr id="107" name="Rectangle 106">
              <a:extLst>
                <a:ext uri="{FF2B5EF4-FFF2-40B4-BE49-F238E27FC236}">
                  <a16:creationId xmlns:a16="http://schemas.microsoft.com/office/drawing/2014/main" id="{0B1A81EA-E433-A07A-0A75-C1B8C824E821}"/>
                </a:ext>
              </a:extLst>
            </p:cNvPr>
            <p:cNvSpPr>
              <a:spLocks/>
            </p:cNvSpPr>
            <p:nvPr/>
          </p:nvSpPr>
          <p:spPr>
            <a:xfrm>
              <a:off x="3756216" y="1654640"/>
              <a:ext cx="2075290" cy="4069129"/>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grpSp>
          <p:nvGrpSpPr>
            <p:cNvPr id="18" name="Group 17">
              <a:extLst>
                <a:ext uri="{FF2B5EF4-FFF2-40B4-BE49-F238E27FC236}">
                  <a16:creationId xmlns:a16="http://schemas.microsoft.com/office/drawing/2014/main" id="{2A48AF73-B2ED-63F1-5685-08E9BF33C0AA}"/>
                </a:ext>
              </a:extLst>
            </p:cNvPr>
            <p:cNvGrpSpPr/>
            <p:nvPr/>
          </p:nvGrpSpPr>
          <p:grpSpPr>
            <a:xfrm>
              <a:off x="3847266" y="1809282"/>
              <a:ext cx="1893190" cy="3759844"/>
              <a:chOff x="3847266" y="1809282"/>
              <a:chExt cx="1893190" cy="3759844"/>
            </a:xfrm>
          </p:grpSpPr>
          <p:sp>
            <p:nvSpPr>
              <p:cNvPr id="7" name="TextBox 6">
                <a:extLst>
                  <a:ext uri="{FF2B5EF4-FFF2-40B4-BE49-F238E27FC236}">
                    <a16:creationId xmlns:a16="http://schemas.microsoft.com/office/drawing/2014/main" id="{C1A1F359-3388-5997-F084-3BCEAD1A5723}"/>
                  </a:ext>
                </a:extLst>
              </p:cNvPr>
              <p:cNvSpPr txBox="1">
                <a:spLocks/>
              </p:cNvSpPr>
              <p:nvPr/>
            </p:nvSpPr>
            <p:spPr>
              <a:xfrm>
                <a:off x="3847266" y="2324808"/>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1. Source Checkout</a:t>
                </a:r>
              </a:p>
            </p:txBody>
          </p:sp>
          <p:sp>
            <p:nvSpPr>
              <p:cNvPr id="9" name="TextBox 8">
                <a:extLst>
                  <a:ext uri="{FF2B5EF4-FFF2-40B4-BE49-F238E27FC236}">
                    <a16:creationId xmlns:a16="http://schemas.microsoft.com/office/drawing/2014/main" id="{64FC79DC-231A-5585-0157-DBEC0D5BD8A1}"/>
                  </a:ext>
                </a:extLst>
              </p:cNvPr>
              <p:cNvSpPr txBox="1">
                <a:spLocks/>
              </p:cNvSpPr>
              <p:nvPr/>
            </p:nvSpPr>
            <p:spPr>
              <a:xfrm>
                <a:off x="3847266" y="2876635"/>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2. Build and compile </a:t>
                </a:r>
                <a:r>
                  <a:rPr lang="en-US" sz="1000" dirty="0" err="1"/>
                  <a:t>uv</a:t>
                </a:r>
                <a:r>
                  <a:rPr lang="en-US" sz="1000" dirty="0"/>
                  <a:t> sync </a:t>
                </a:r>
                <a:r>
                  <a:rPr lang="en-US" sz="1000" dirty="0">
                    <a:sym typeface="Wingdings" panose="05000000000000000000" pitchFamily="2" charset="2"/>
                  </a:rPr>
                  <a:t> frozen</a:t>
                </a:r>
                <a:endParaRPr lang="en-US" sz="1000" dirty="0"/>
              </a:p>
            </p:txBody>
          </p:sp>
          <p:sp>
            <p:nvSpPr>
              <p:cNvPr id="11" name="TextBox 10">
                <a:extLst>
                  <a:ext uri="{FF2B5EF4-FFF2-40B4-BE49-F238E27FC236}">
                    <a16:creationId xmlns:a16="http://schemas.microsoft.com/office/drawing/2014/main" id="{6464CC16-8224-4764-D42B-E62F81C6E7FB}"/>
                  </a:ext>
                </a:extLst>
              </p:cNvPr>
              <p:cNvSpPr txBox="1">
                <a:spLocks/>
              </p:cNvSpPr>
              <p:nvPr/>
            </p:nvSpPr>
            <p:spPr>
              <a:xfrm>
                <a:off x="3847266" y="3428462"/>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3. Lint and type check ruff </a:t>
                </a:r>
                <a:r>
                  <a:rPr lang="en-US" sz="1000" dirty="0" err="1"/>
                  <a:t>mypy</a:t>
                </a:r>
                <a:endParaRPr lang="en-US" sz="1000" dirty="0"/>
              </a:p>
            </p:txBody>
          </p:sp>
          <p:sp>
            <p:nvSpPr>
              <p:cNvPr id="12" name="TextBox 11">
                <a:extLst>
                  <a:ext uri="{FF2B5EF4-FFF2-40B4-BE49-F238E27FC236}">
                    <a16:creationId xmlns:a16="http://schemas.microsoft.com/office/drawing/2014/main" id="{1478630D-9991-8938-B759-5C80058D46FC}"/>
                  </a:ext>
                </a:extLst>
              </p:cNvPr>
              <p:cNvSpPr txBox="1">
                <a:spLocks/>
              </p:cNvSpPr>
              <p:nvPr/>
            </p:nvSpPr>
            <p:spPr>
              <a:xfrm>
                <a:off x="3847266" y="3980289"/>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4. Test and coverage </a:t>
                </a:r>
                <a:br>
                  <a:rPr lang="en-US" sz="1000" dirty="0"/>
                </a:br>
                <a:r>
                  <a:rPr lang="en-US" sz="1000" dirty="0" err="1"/>
                  <a:t>pytest</a:t>
                </a:r>
                <a:r>
                  <a:rPr lang="en-US" sz="1000" dirty="0"/>
                  <a:t> &gt;= 90%</a:t>
                </a:r>
              </a:p>
            </p:txBody>
          </p:sp>
          <p:sp>
            <p:nvSpPr>
              <p:cNvPr id="13" name="TextBox 12">
                <a:extLst>
                  <a:ext uri="{FF2B5EF4-FFF2-40B4-BE49-F238E27FC236}">
                    <a16:creationId xmlns:a16="http://schemas.microsoft.com/office/drawing/2014/main" id="{A2D5C146-8A45-1F85-9042-D8D7F6CC99E8}"/>
                  </a:ext>
                </a:extLst>
              </p:cNvPr>
              <p:cNvSpPr txBox="1">
                <a:spLocks/>
              </p:cNvSpPr>
              <p:nvPr/>
            </p:nvSpPr>
            <p:spPr>
              <a:xfrm>
                <a:off x="3847266" y="4532116"/>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Security Scan SAST + dependency audit</a:t>
                </a:r>
              </a:p>
            </p:txBody>
          </p:sp>
          <p:sp>
            <p:nvSpPr>
              <p:cNvPr id="14" name="TextBox 13">
                <a:extLst>
                  <a:ext uri="{FF2B5EF4-FFF2-40B4-BE49-F238E27FC236}">
                    <a16:creationId xmlns:a16="http://schemas.microsoft.com/office/drawing/2014/main" id="{8D7857AD-BB93-37B6-5F18-855F58E5D544}"/>
                  </a:ext>
                </a:extLst>
              </p:cNvPr>
              <p:cNvSpPr txBox="1"/>
              <p:nvPr/>
            </p:nvSpPr>
            <p:spPr>
              <a:xfrm>
                <a:off x="3847266" y="5083945"/>
                <a:ext cx="1893190" cy="485180"/>
              </a:xfrm>
              <a:prstGeom prst="hexagon">
                <a:avLst/>
              </a:prstGeom>
              <a:solidFill>
                <a:srgbClr val="FFD1D1"/>
              </a:solidFill>
              <a:ln w="6350">
                <a:solidFill>
                  <a:srgbClr val="FF000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All PR gates green required for merge</a:t>
                </a:r>
              </a:p>
            </p:txBody>
          </p:sp>
          <p:cxnSp>
            <p:nvCxnSpPr>
              <p:cNvPr id="86" name="LineSpecialityArrow 33">
                <a:extLst>
                  <a:ext uri="{FF2B5EF4-FFF2-40B4-BE49-F238E27FC236}">
                    <a16:creationId xmlns:a16="http://schemas.microsoft.com/office/drawing/2014/main" id="{3D26AEE4-DBC9-D3C5-D6AE-2714BC1B1FA6}"/>
                  </a:ext>
                </a:extLst>
              </p:cNvPr>
              <p:cNvCxnSpPr>
                <a:cxnSpLocks/>
                <a:stCxn id="7" idx="2"/>
                <a:endCxn id="9" idx="0"/>
              </p:cNvCxnSpPr>
              <p:nvPr>
                <p:custDataLst>
                  <p:tags r:id="rId13"/>
                </p:custDataLst>
              </p:nvPr>
            </p:nvCxnSpPr>
            <p:spPr>
              <a:xfrm>
                <a:off x="4793861" y="2709529"/>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LineSpecialityArrow 33">
                <a:extLst>
                  <a:ext uri="{FF2B5EF4-FFF2-40B4-BE49-F238E27FC236}">
                    <a16:creationId xmlns:a16="http://schemas.microsoft.com/office/drawing/2014/main" id="{E3C5FB1D-831E-46ED-CEBB-6EE84E662389}"/>
                  </a:ext>
                </a:extLst>
              </p:cNvPr>
              <p:cNvCxnSpPr>
                <a:cxnSpLocks/>
                <a:stCxn id="9" idx="2"/>
                <a:endCxn id="11" idx="0"/>
              </p:cNvCxnSpPr>
              <p:nvPr>
                <p:custDataLst>
                  <p:tags r:id="rId14"/>
                </p:custDataLst>
              </p:nvPr>
            </p:nvCxnSpPr>
            <p:spPr>
              <a:xfrm>
                <a:off x="4793861" y="3261356"/>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LineSpecialityArrow 33">
                <a:extLst>
                  <a:ext uri="{FF2B5EF4-FFF2-40B4-BE49-F238E27FC236}">
                    <a16:creationId xmlns:a16="http://schemas.microsoft.com/office/drawing/2014/main" id="{4A2C2DC5-530B-4C4F-36CE-937B26EC8C41}"/>
                  </a:ext>
                </a:extLst>
              </p:cNvPr>
              <p:cNvCxnSpPr>
                <a:cxnSpLocks/>
                <a:stCxn id="11" idx="2"/>
                <a:endCxn id="12" idx="0"/>
              </p:cNvCxnSpPr>
              <p:nvPr>
                <p:custDataLst>
                  <p:tags r:id="rId15"/>
                </p:custDataLst>
              </p:nvPr>
            </p:nvCxnSpPr>
            <p:spPr>
              <a:xfrm>
                <a:off x="4793861" y="3813183"/>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LineSpecialityArrow 33">
                <a:extLst>
                  <a:ext uri="{FF2B5EF4-FFF2-40B4-BE49-F238E27FC236}">
                    <a16:creationId xmlns:a16="http://schemas.microsoft.com/office/drawing/2014/main" id="{6EA374C9-6A59-A7AC-B610-EA71ECDA1C81}"/>
                  </a:ext>
                </a:extLst>
              </p:cNvPr>
              <p:cNvCxnSpPr>
                <a:cxnSpLocks/>
                <a:stCxn id="12" idx="2"/>
                <a:endCxn id="13" idx="0"/>
              </p:cNvCxnSpPr>
              <p:nvPr>
                <p:custDataLst>
                  <p:tags r:id="rId16"/>
                </p:custDataLst>
              </p:nvPr>
            </p:nvCxnSpPr>
            <p:spPr>
              <a:xfrm>
                <a:off x="4793861" y="4365010"/>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LineSpecialityArrow 33">
                <a:extLst>
                  <a:ext uri="{FF2B5EF4-FFF2-40B4-BE49-F238E27FC236}">
                    <a16:creationId xmlns:a16="http://schemas.microsoft.com/office/drawing/2014/main" id="{0D9173E4-4AC8-D52B-D954-D779510D2F2E}"/>
                  </a:ext>
                </a:extLst>
              </p:cNvPr>
              <p:cNvCxnSpPr>
                <a:cxnSpLocks/>
                <a:stCxn id="13" idx="2"/>
                <a:endCxn id="104" idx="0"/>
              </p:cNvCxnSpPr>
              <p:nvPr>
                <p:custDataLst>
                  <p:tags r:id="rId17"/>
                </p:custDataLst>
              </p:nvPr>
            </p:nvCxnSpPr>
            <p:spPr>
              <a:xfrm>
                <a:off x="4793861" y="4916837"/>
                <a:ext cx="0" cy="16710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0F0EB67D-BFAE-4261-396D-4AF51103714C}"/>
                  </a:ext>
                </a:extLst>
              </p:cNvPr>
              <p:cNvSpPr/>
              <p:nvPr/>
            </p:nvSpPr>
            <p:spPr>
              <a:xfrm>
                <a:off x="4732584" y="5083946"/>
                <a:ext cx="122554" cy="48518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08" name="TextBox 107">
                <a:extLst>
                  <a:ext uri="{FF2B5EF4-FFF2-40B4-BE49-F238E27FC236}">
                    <a16:creationId xmlns:a16="http://schemas.microsoft.com/office/drawing/2014/main" id="{3872A219-023E-FD3D-6112-150C9D1342F8}"/>
                  </a:ext>
                </a:extLst>
              </p:cNvPr>
              <p:cNvSpPr txBox="1">
                <a:spLocks/>
              </p:cNvSpPr>
              <p:nvPr/>
            </p:nvSpPr>
            <p:spPr>
              <a:xfrm>
                <a:off x="3847266" y="1809282"/>
                <a:ext cx="1893190"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BE . PR Validation </a:t>
                </a:r>
                <a:br>
                  <a:rPr lang="en-US" sz="1200" b="1" dirty="0"/>
                </a:br>
                <a:r>
                  <a:rPr lang="en-US" sz="1200" b="1" dirty="0"/>
                  <a:t>(every stage blocking)</a:t>
                </a:r>
              </a:p>
            </p:txBody>
          </p:sp>
        </p:grpSp>
      </p:grpSp>
    </p:spTree>
    <p:extLst>
      <p:ext uri="{BB962C8B-B14F-4D97-AF65-F5344CB8AC3E}">
        <p14:creationId xmlns:p14="http://schemas.microsoft.com/office/powerpoint/2010/main" val="2170743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think-cell data - do not delete" hidden="1">
            <a:extLst>
              <a:ext uri="{FF2B5EF4-FFF2-40B4-BE49-F238E27FC236}">
                <a16:creationId xmlns:a16="http://schemas.microsoft.com/office/drawing/2014/main" id="{2899F5B9-8D8D-8B7E-F39E-54FF86EB2478}"/>
              </a:ext>
            </a:extLst>
          </p:cNvPr>
          <p:cNvGraphicFramePr>
            <a:graphicFrameLocks noChangeAspect="1"/>
          </p:cNvGraphicFramePr>
          <p:nvPr>
            <p:custDataLst>
              <p:tags r:id="rId1"/>
            </p:custDataLst>
            <p:extLst>
              <p:ext uri="{D42A27DB-BD31-4B8C-83A1-F6EECF244321}">
                <p14:modId xmlns:p14="http://schemas.microsoft.com/office/powerpoint/2010/main" val="3304605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86" imgH="486" progId="TCLayout.ActiveDocument.1">
                  <p:embed/>
                </p:oleObj>
              </mc:Choice>
              <mc:Fallback>
                <p:oleObj name="think-cell Slide" r:id="rId15" imgW="486" imgH="486" progId="TCLayout.ActiveDocument.1">
                  <p:embed/>
                  <p:pic>
                    <p:nvPicPr>
                      <p:cNvPr id="62" name="think-cell data - do not delete" hidden="1">
                        <a:extLst>
                          <a:ext uri="{FF2B5EF4-FFF2-40B4-BE49-F238E27FC236}">
                            <a16:creationId xmlns:a16="http://schemas.microsoft.com/office/drawing/2014/main" id="{2899F5B9-8D8D-8B7E-F39E-54FF86EB247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Subtitle 1">
            <a:extLst>
              <a:ext uri="{FF2B5EF4-FFF2-40B4-BE49-F238E27FC236}">
                <a16:creationId xmlns:a16="http://schemas.microsoft.com/office/drawing/2014/main" id="{E17F9B49-E160-35C5-95EC-DD227B66932C}"/>
              </a:ext>
            </a:extLst>
          </p:cNvPr>
          <p:cNvSpPr>
            <a:spLocks noGrp="1"/>
          </p:cNvSpPr>
          <p:nvPr>
            <p:ph type="subTitle" idx="1"/>
          </p:nvPr>
        </p:nvSpPr>
        <p:spPr>
          <a:xfrm>
            <a:off x="554736" y="1018871"/>
            <a:ext cx="11082528" cy="246221"/>
          </a:xfrm>
        </p:spPr>
        <p:txBody>
          <a:bodyPr/>
          <a:lstStyle/>
          <a:p>
            <a:endParaRPr lang="en-GB"/>
          </a:p>
        </p:txBody>
      </p:sp>
      <p:sp>
        <p:nvSpPr>
          <p:cNvPr id="3" name="Text Placeholder 2">
            <a:extLst>
              <a:ext uri="{FF2B5EF4-FFF2-40B4-BE49-F238E27FC236}">
                <a16:creationId xmlns:a16="http://schemas.microsoft.com/office/drawing/2014/main" id="{B059EAD5-61A7-04E1-CA30-A47A9887662A}"/>
              </a:ext>
            </a:extLst>
          </p:cNvPr>
          <p:cNvSpPr>
            <a:spLocks noGrp="1"/>
          </p:cNvSpPr>
          <p:nvPr>
            <p:ph type="body" sz="quarter" idx="10"/>
          </p:nvPr>
        </p:nvSpPr>
        <p:spPr/>
        <p:txBody>
          <a:bodyPr/>
          <a:lstStyle/>
          <a:p>
            <a:endParaRPr lang="en-GB"/>
          </a:p>
        </p:txBody>
      </p:sp>
      <p:sp>
        <p:nvSpPr>
          <p:cNvPr id="4" name="Title 3">
            <a:extLst>
              <a:ext uri="{FF2B5EF4-FFF2-40B4-BE49-F238E27FC236}">
                <a16:creationId xmlns:a16="http://schemas.microsoft.com/office/drawing/2014/main" id="{CD7781BF-629E-10FD-72C2-9619F9992B3D}"/>
              </a:ext>
            </a:extLst>
          </p:cNvPr>
          <p:cNvSpPr>
            <a:spLocks noGrp="1"/>
          </p:cNvSpPr>
          <p:nvPr>
            <p:ph type="title"/>
          </p:nvPr>
        </p:nvSpPr>
        <p:spPr>
          <a:noFill/>
          <a:ln/>
          <a:extLst>
            <a:ext uri="{909E8E84-426E-40DD-AFC4-6F175D3DCCD1}">
              <a14:hiddenFill xmlns:a14="http://schemas.microsoft.com/office/drawing/2010/main">
                <a:solidFill>
                  <a:srgbClr val="FFFFFF"/>
                </a:solidFill>
              </a14:hiddenFill>
            </a:ext>
          </a:extLst>
        </p:spPr>
        <p:txBody>
          <a:bodyPr vert="horz"/>
          <a:lstStyle/>
          <a:p>
            <a:r>
              <a:rPr lang="en-GB" dirty="0">
                <a:ea typeface="Calibri"/>
                <a:cs typeface="Calibri"/>
              </a:rPr>
              <a:t>Frontend</a:t>
            </a:r>
            <a:endParaRPr lang="en-GB" dirty="0"/>
          </a:p>
        </p:txBody>
      </p:sp>
      <p:cxnSp>
        <p:nvCxnSpPr>
          <p:cNvPr id="21" name="Straight Connector 20">
            <a:extLst>
              <a:ext uri="{FF2B5EF4-FFF2-40B4-BE49-F238E27FC236}">
                <a16:creationId xmlns:a16="http://schemas.microsoft.com/office/drawing/2014/main" id="{D3FE9870-94DD-D96B-F5ED-7342457D4287}"/>
              </a:ext>
            </a:extLst>
          </p:cNvPr>
          <p:cNvCxnSpPr>
            <a:cxnSpLocks/>
          </p:cNvCxnSpPr>
          <p:nvPr>
            <p:custDataLst>
              <p:tags r:id="rId2"/>
            </p:custDataLst>
          </p:nvPr>
        </p:nvCxnSpPr>
        <p:spPr>
          <a:xfrm>
            <a:off x="6274418" y="2503310"/>
            <a:ext cx="536284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156DFC1-16A9-F5FD-DF83-5E73B85573F5}"/>
              </a:ext>
            </a:extLst>
          </p:cNvPr>
          <p:cNvCxnSpPr>
            <a:cxnSpLocks/>
          </p:cNvCxnSpPr>
          <p:nvPr>
            <p:custDataLst>
              <p:tags r:id="rId3"/>
            </p:custDataLst>
          </p:nvPr>
        </p:nvCxnSpPr>
        <p:spPr>
          <a:xfrm>
            <a:off x="6274418" y="3298167"/>
            <a:ext cx="536284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3EEF20-7681-0A87-D86C-8B62BEB3998A}"/>
              </a:ext>
            </a:extLst>
          </p:cNvPr>
          <p:cNvCxnSpPr>
            <a:cxnSpLocks/>
          </p:cNvCxnSpPr>
          <p:nvPr>
            <p:custDataLst>
              <p:tags r:id="rId4"/>
            </p:custDataLst>
          </p:nvPr>
        </p:nvCxnSpPr>
        <p:spPr>
          <a:xfrm>
            <a:off x="6274418" y="4523911"/>
            <a:ext cx="536284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A6F9BA5-8262-E397-6D25-5B312740CF7C}"/>
              </a:ext>
            </a:extLst>
          </p:cNvPr>
          <p:cNvCxnSpPr>
            <a:cxnSpLocks/>
          </p:cNvCxnSpPr>
          <p:nvPr>
            <p:custDataLst>
              <p:tags r:id="rId5"/>
            </p:custDataLst>
          </p:nvPr>
        </p:nvCxnSpPr>
        <p:spPr>
          <a:xfrm>
            <a:off x="6274418" y="5403406"/>
            <a:ext cx="5362844"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BA6DA0-BBDB-63A5-49E1-01F1EC240ED9}"/>
              </a:ext>
            </a:extLst>
          </p:cNvPr>
          <p:cNvCxnSpPr>
            <a:cxnSpLocks/>
          </p:cNvCxnSpPr>
          <p:nvPr>
            <p:custDataLst>
              <p:tags r:id="rId6"/>
            </p:custDataLst>
          </p:nvPr>
        </p:nvCxnSpPr>
        <p:spPr>
          <a:xfrm>
            <a:off x="6274419" y="1703999"/>
            <a:ext cx="5362843"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C217E9C-8863-3813-57E1-6276EEF2D57E}"/>
              </a:ext>
            </a:extLst>
          </p:cNvPr>
          <p:cNvSpPr txBox="1">
            <a:spLocks/>
          </p:cNvSpPr>
          <p:nvPr>
            <p:custDataLst>
              <p:tags r:id="rId7"/>
            </p:custDataLst>
          </p:nvPr>
        </p:nvSpPr>
        <p:spPr>
          <a:xfrm>
            <a:off x="6274418" y="1232337"/>
            <a:ext cx="1165211" cy="430887"/>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Core component</a:t>
            </a:r>
          </a:p>
        </p:txBody>
      </p:sp>
      <p:sp>
        <p:nvSpPr>
          <p:cNvPr id="29" name="TextBox 28">
            <a:extLst>
              <a:ext uri="{FF2B5EF4-FFF2-40B4-BE49-F238E27FC236}">
                <a16:creationId xmlns:a16="http://schemas.microsoft.com/office/drawing/2014/main" id="{D03B4828-8320-23CA-2101-DEA6938D84F7}"/>
              </a:ext>
            </a:extLst>
          </p:cNvPr>
          <p:cNvSpPr txBox="1">
            <a:spLocks/>
          </p:cNvSpPr>
          <p:nvPr>
            <p:custDataLst>
              <p:tags r:id="rId8"/>
            </p:custDataLst>
          </p:nvPr>
        </p:nvSpPr>
        <p:spPr>
          <a:xfrm>
            <a:off x="7639700" y="1447780"/>
            <a:ext cx="3997562"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Details</a:t>
            </a:r>
          </a:p>
        </p:txBody>
      </p:sp>
      <p:grpSp>
        <p:nvGrpSpPr>
          <p:cNvPr id="43" name="Group 42">
            <a:extLst>
              <a:ext uri="{FF2B5EF4-FFF2-40B4-BE49-F238E27FC236}">
                <a16:creationId xmlns:a16="http://schemas.microsoft.com/office/drawing/2014/main" id="{A967AAD8-581F-CA0A-C302-3D8CE10D121D}"/>
              </a:ext>
            </a:extLst>
          </p:cNvPr>
          <p:cNvGrpSpPr>
            <a:grpSpLocks/>
          </p:cNvGrpSpPr>
          <p:nvPr/>
        </p:nvGrpSpPr>
        <p:grpSpPr>
          <a:xfrm>
            <a:off x="6274418" y="1736550"/>
            <a:ext cx="5362844" cy="692497"/>
            <a:chOff x="6274418" y="1736550"/>
            <a:chExt cx="5362844" cy="692497"/>
          </a:xfrm>
        </p:grpSpPr>
        <p:sp>
          <p:nvSpPr>
            <p:cNvPr id="11" name="TextBox 10">
              <a:extLst>
                <a:ext uri="{FF2B5EF4-FFF2-40B4-BE49-F238E27FC236}">
                  <a16:creationId xmlns:a16="http://schemas.microsoft.com/office/drawing/2014/main" id="{EE25B602-75EC-2528-2130-38DAA73D7896}"/>
                </a:ext>
              </a:extLst>
            </p:cNvPr>
            <p:cNvSpPr txBox="1">
              <a:spLocks/>
            </p:cNvSpPr>
            <p:nvPr>
              <p:custDataLst>
                <p:tags r:id="rId13"/>
              </p:custDataLst>
            </p:nvPr>
          </p:nvSpPr>
          <p:spPr>
            <a:xfrm>
              <a:off x="6274418" y="1736550"/>
              <a:ext cx="1165211"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1. User Access Layer</a:t>
              </a:r>
            </a:p>
          </p:txBody>
        </p:sp>
        <p:sp>
          <p:nvSpPr>
            <p:cNvPr id="31" name="TextBox 30">
              <a:extLst>
                <a:ext uri="{FF2B5EF4-FFF2-40B4-BE49-F238E27FC236}">
                  <a16:creationId xmlns:a16="http://schemas.microsoft.com/office/drawing/2014/main" id="{B1F53A0B-F7C4-F322-D35C-A240EF097139}"/>
                </a:ext>
              </a:extLst>
            </p:cNvPr>
            <p:cNvSpPr txBox="1">
              <a:spLocks/>
            </p:cNvSpPr>
            <p:nvPr/>
          </p:nvSpPr>
          <p:spPr>
            <a:xfrm>
              <a:off x="7639700" y="1736550"/>
              <a:ext cx="3997562" cy="6924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Users access the platform through a unified frontend interface (single entry point), exposed via the Application Gateway.</a:t>
              </a:r>
            </a:p>
            <a:p>
              <a:pPr lvl="2"/>
              <a:r>
                <a:rPr lang="en-US" sz="1000" dirty="0"/>
                <a:t>Provides a consistent entry point across all workflows </a:t>
              </a:r>
            </a:p>
            <a:p>
              <a:pPr lvl="2"/>
              <a:r>
                <a:rPr lang="en-US" sz="1000" dirty="0"/>
                <a:t>Routes user interactions securely to backend services</a:t>
              </a:r>
            </a:p>
          </p:txBody>
        </p:sp>
      </p:grpSp>
      <p:grpSp>
        <p:nvGrpSpPr>
          <p:cNvPr id="44" name="Group 43">
            <a:extLst>
              <a:ext uri="{FF2B5EF4-FFF2-40B4-BE49-F238E27FC236}">
                <a16:creationId xmlns:a16="http://schemas.microsoft.com/office/drawing/2014/main" id="{49401FB5-FD62-44A1-D6DB-00137E05F737}"/>
              </a:ext>
            </a:extLst>
          </p:cNvPr>
          <p:cNvGrpSpPr/>
          <p:nvPr/>
        </p:nvGrpSpPr>
        <p:grpSpPr>
          <a:xfrm>
            <a:off x="6274418" y="2577573"/>
            <a:ext cx="5362844" cy="646331"/>
            <a:chOff x="6274418" y="2715724"/>
            <a:chExt cx="5362844" cy="646331"/>
          </a:xfrm>
        </p:grpSpPr>
        <p:sp>
          <p:nvSpPr>
            <p:cNvPr id="12" name="TextBox 11">
              <a:extLst>
                <a:ext uri="{FF2B5EF4-FFF2-40B4-BE49-F238E27FC236}">
                  <a16:creationId xmlns:a16="http://schemas.microsoft.com/office/drawing/2014/main" id="{2B96ABA0-AF0D-B29D-8A96-7A10137D4437}"/>
                </a:ext>
              </a:extLst>
            </p:cNvPr>
            <p:cNvSpPr txBox="1">
              <a:spLocks/>
            </p:cNvSpPr>
            <p:nvPr>
              <p:custDataLst>
                <p:tags r:id="rId12"/>
              </p:custDataLst>
            </p:nvPr>
          </p:nvSpPr>
          <p:spPr>
            <a:xfrm>
              <a:off x="6274418" y="2715724"/>
              <a:ext cx="1165211"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2. Authentication &amp; Identity</a:t>
              </a:r>
            </a:p>
          </p:txBody>
        </p:sp>
        <p:sp>
          <p:nvSpPr>
            <p:cNvPr id="33" name="TextBox 32">
              <a:extLst>
                <a:ext uri="{FF2B5EF4-FFF2-40B4-BE49-F238E27FC236}">
                  <a16:creationId xmlns:a16="http://schemas.microsoft.com/office/drawing/2014/main" id="{AA84BFD4-6856-1D9F-49C6-7F206484C4AB}"/>
                </a:ext>
              </a:extLst>
            </p:cNvPr>
            <p:cNvSpPr txBox="1">
              <a:spLocks/>
            </p:cNvSpPr>
            <p:nvPr/>
          </p:nvSpPr>
          <p:spPr>
            <a:xfrm>
              <a:off x="7639700" y="2715724"/>
              <a:ext cx="3997562" cy="53860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User authentication is handled via Microsoft Entra ID using OAuth2 flows.</a:t>
              </a:r>
            </a:p>
            <a:p>
              <a:pPr lvl="2"/>
              <a:r>
                <a:rPr lang="en-US" sz="1000" dirty="0"/>
                <a:t>Issues bearer tokens for authenticated sessions </a:t>
              </a:r>
            </a:p>
            <a:p>
              <a:pPr lvl="2"/>
              <a:r>
                <a:rPr lang="en-US" sz="1000" dirty="0"/>
                <a:t>Enables secure access to protected backend APIs </a:t>
              </a:r>
            </a:p>
          </p:txBody>
        </p:sp>
      </p:grpSp>
      <p:grpSp>
        <p:nvGrpSpPr>
          <p:cNvPr id="45" name="Group 44">
            <a:extLst>
              <a:ext uri="{FF2B5EF4-FFF2-40B4-BE49-F238E27FC236}">
                <a16:creationId xmlns:a16="http://schemas.microsoft.com/office/drawing/2014/main" id="{5DCDF9AE-8360-862C-A87E-B3F601C68378}"/>
              </a:ext>
            </a:extLst>
          </p:cNvPr>
          <p:cNvGrpSpPr/>
          <p:nvPr/>
        </p:nvGrpSpPr>
        <p:grpSpPr>
          <a:xfrm>
            <a:off x="6274418" y="3372430"/>
            <a:ext cx="5362844" cy="1077218"/>
            <a:chOff x="6274418" y="3791711"/>
            <a:chExt cx="5362844" cy="1077218"/>
          </a:xfrm>
        </p:grpSpPr>
        <p:sp>
          <p:nvSpPr>
            <p:cNvPr id="13" name="TextBox 12">
              <a:extLst>
                <a:ext uri="{FF2B5EF4-FFF2-40B4-BE49-F238E27FC236}">
                  <a16:creationId xmlns:a16="http://schemas.microsoft.com/office/drawing/2014/main" id="{8C2A5C9F-D093-B311-ECBD-FE4D81229E2F}"/>
                </a:ext>
              </a:extLst>
            </p:cNvPr>
            <p:cNvSpPr txBox="1">
              <a:spLocks/>
            </p:cNvSpPr>
            <p:nvPr>
              <p:custDataLst>
                <p:tags r:id="rId11"/>
              </p:custDataLst>
            </p:nvPr>
          </p:nvSpPr>
          <p:spPr>
            <a:xfrm>
              <a:off x="6274418" y="3791711"/>
              <a:ext cx="1165211"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3. Application Layer</a:t>
              </a:r>
            </a:p>
          </p:txBody>
        </p:sp>
        <p:sp>
          <p:nvSpPr>
            <p:cNvPr id="35" name="TextBox 34">
              <a:extLst>
                <a:ext uri="{FF2B5EF4-FFF2-40B4-BE49-F238E27FC236}">
                  <a16:creationId xmlns:a16="http://schemas.microsoft.com/office/drawing/2014/main" id="{CB5DE073-1927-AE31-75FD-3A1F2FBFBE84}"/>
                </a:ext>
              </a:extLst>
            </p:cNvPr>
            <p:cNvSpPr txBox="1">
              <a:spLocks/>
            </p:cNvSpPr>
            <p:nvPr/>
          </p:nvSpPr>
          <p:spPr>
            <a:xfrm>
              <a:off x="7639700" y="3791711"/>
              <a:ext cx="3997562"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Built using Next.js, the frontend acts as a lightweight orchestration layer for user interactions.</a:t>
              </a:r>
            </a:p>
            <a:p>
              <a:pPr lvl="2"/>
              <a:r>
                <a:rPr lang="en-US" sz="1000" dirty="0"/>
                <a:t>Renders UI and manages client-side state </a:t>
              </a:r>
            </a:p>
            <a:p>
              <a:pPr lvl="2"/>
              <a:r>
                <a:rPr lang="en-US" sz="1000" dirty="0"/>
                <a:t>Calls backend APIs using authenticated requests </a:t>
              </a:r>
            </a:p>
            <a:p>
              <a:pPr lvl="2"/>
              <a:r>
                <a:rPr lang="en-US" sz="1000" dirty="0"/>
                <a:t>Aggregates multiple backend workflows into a single user experience </a:t>
              </a:r>
            </a:p>
            <a:p>
              <a:pPr lvl="2"/>
              <a:r>
                <a:rPr lang="en-US" sz="1000" dirty="0"/>
                <a:t>Enables human-in-the-loop (HITL) interactions where required </a:t>
              </a:r>
            </a:p>
          </p:txBody>
        </p:sp>
      </p:grpSp>
      <p:sp>
        <p:nvSpPr>
          <p:cNvPr id="14" name="TextBox 13">
            <a:extLst>
              <a:ext uri="{FF2B5EF4-FFF2-40B4-BE49-F238E27FC236}">
                <a16:creationId xmlns:a16="http://schemas.microsoft.com/office/drawing/2014/main" id="{02E95FD4-DEBD-1977-80CC-D52380AF2BF5}"/>
              </a:ext>
            </a:extLst>
          </p:cNvPr>
          <p:cNvSpPr txBox="1">
            <a:spLocks/>
          </p:cNvSpPr>
          <p:nvPr>
            <p:custDataLst>
              <p:tags r:id="rId9"/>
            </p:custDataLst>
          </p:nvPr>
        </p:nvSpPr>
        <p:spPr>
          <a:xfrm>
            <a:off x="6274418" y="4598174"/>
            <a:ext cx="1165211"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4. Experience Layer</a:t>
            </a:r>
          </a:p>
        </p:txBody>
      </p:sp>
      <p:sp>
        <p:nvSpPr>
          <p:cNvPr id="37" name="TextBox 36">
            <a:extLst>
              <a:ext uri="{FF2B5EF4-FFF2-40B4-BE49-F238E27FC236}">
                <a16:creationId xmlns:a16="http://schemas.microsoft.com/office/drawing/2014/main" id="{FC6FEC66-F65B-9C38-92C9-4207BC246461}"/>
              </a:ext>
            </a:extLst>
          </p:cNvPr>
          <p:cNvSpPr txBox="1">
            <a:spLocks/>
          </p:cNvSpPr>
          <p:nvPr/>
        </p:nvSpPr>
        <p:spPr>
          <a:xfrm>
            <a:off x="7639700" y="4598174"/>
            <a:ext cx="3997562" cy="73096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Provides a unified interface to access multiple workflows and services.</a:t>
            </a:r>
          </a:p>
          <a:p>
            <a:pPr lvl="2"/>
            <a:r>
              <a:rPr lang="en-US" sz="1000" dirty="0"/>
              <a:t>Consolidates different tools and agent workflows into one UI </a:t>
            </a:r>
          </a:p>
          <a:p>
            <a:pPr lvl="2"/>
            <a:r>
              <a:rPr lang="en-US" sz="1000" dirty="0"/>
              <a:t>Simplifies navigation and user experience </a:t>
            </a:r>
          </a:p>
          <a:p>
            <a:pPr lvl="2"/>
            <a:r>
              <a:rPr lang="en-US" sz="1000" dirty="0"/>
              <a:t>Supports modular UI components for different use cases </a:t>
            </a:r>
          </a:p>
        </p:txBody>
      </p:sp>
      <p:grpSp>
        <p:nvGrpSpPr>
          <p:cNvPr id="47" name="Group 46">
            <a:extLst>
              <a:ext uri="{FF2B5EF4-FFF2-40B4-BE49-F238E27FC236}">
                <a16:creationId xmlns:a16="http://schemas.microsoft.com/office/drawing/2014/main" id="{0765D59F-FCF1-AE91-10AD-B8E9B7D6E902}"/>
              </a:ext>
            </a:extLst>
          </p:cNvPr>
          <p:cNvGrpSpPr/>
          <p:nvPr/>
        </p:nvGrpSpPr>
        <p:grpSpPr>
          <a:xfrm>
            <a:off x="6274418" y="5477671"/>
            <a:ext cx="5362844" cy="692497"/>
            <a:chOff x="6274418" y="5761568"/>
            <a:chExt cx="5362844" cy="692497"/>
          </a:xfrm>
        </p:grpSpPr>
        <p:sp>
          <p:nvSpPr>
            <p:cNvPr id="5" name="TextBox 4">
              <a:extLst>
                <a:ext uri="{FF2B5EF4-FFF2-40B4-BE49-F238E27FC236}">
                  <a16:creationId xmlns:a16="http://schemas.microsoft.com/office/drawing/2014/main" id="{5A931678-FC85-F8EC-4CF5-22EBC3CED593}"/>
                </a:ext>
              </a:extLst>
            </p:cNvPr>
            <p:cNvSpPr txBox="1">
              <a:spLocks/>
            </p:cNvSpPr>
            <p:nvPr>
              <p:custDataLst>
                <p:tags r:id="rId10"/>
              </p:custDataLst>
            </p:nvPr>
          </p:nvSpPr>
          <p:spPr>
            <a:xfrm>
              <a:off x="6274418" y="5761568"/>
              <a:ext cx="1165211"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5. Compute &amp; Hosting</a:t>
              </a:r>
            </a:p>
          </p:txBody>
        </p:sp>
        <p:sp>
          <p:nvSpPr>
            <p:cNvPr id="39" name="TextBox 38">
              <a:extLst>
                <a:ext uri="{FF2B5EF4-FFF2-40B4-BE49-F238E27FC236}">
                  <a16:creationId xmlns:a16="http://schemas.microsoft.com/office/drawing/2014/main" id="{EC15050D-6BB6-EECD-F125-6DDC79923B5E}"/>
                </a:ext>
              </a:extLst>
            </p:cNvPr>
            <p:cNvSpPr txBox="1">
              <a:spLocks/>
            </p:cNvSpPr>
            <p:nvPr/>
          </p:nvSpPr>
          <p:spPr>
            <a:xfrm>
              <a:off x="7639700" y="5761568"/>
              <a:ext cx="3997562" cy="6924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Frontend is deployed on Azure Container Apps for scalable and reliable delivery.</a:t>
              </a:r>
            </a:p>
            <a:p>
              <a:pPr lvl="2"/>
              <a:r>
                <a:rPr lang="en-US" sz="1000" dirty="0"/>
                <a:t>Handles frontend rendering</a:t>
              </a:r>
            </a:p>
            <a:p>
              <a:pPr lvl="2"/>
              <a:r>
                <a:rPr lang="en-US" sz="1000" dirty="0"/>
                <a:t>Scales based on user demand </a:t>
              </a:r>
            </a:p>
          </p:txBody>
        </p:sp>
      </p:grpSp>
      <p:grpSp>
        <p:nvGrpSpPr>
          <p:cNvPr id="116" name="Group 115">
            <a:extLst>
              <a:ext uri="{FF2B5EF4-FFF2-40B4-BE49-F238E27FC236}">
                <a16:creationId xmlns:a16="http://schemas.microsoft.com/office/drawing/2014/main" id="{3DA6B9FD-603B-72AA-0B8F-AD0F33363794}"/>
              </a:ext>
            </a:extLst>
          </p:cNvPr>
          <p:cNvGrpSpPr/>
          <p:nvPr/>
        </p:nvGrpSpPr>
        <p:grpSpPr>
          <a:xfrm>
            <a:off x="554736" y="2171700"/>
            <a:ext cx="5193607" cy="3382915"/>
            <a:chOff x="554736" y="2171700"/>
            <a:chExt cx="5193607" cy="3382915"/>
          </a:xfrm>
        </p:grpSpPr>
        <p:pic>
          <p:nvPicPr>
            <p:cNvPr id="51" name="Picture 50">
              <a:extLst>
                <a:ext uri="{FF2B5EF4-FFF2-40B4-BE49-F238E27FC236}">
                  <a16:creationId xmlns:a16="http://schemas.microsoft.com/office/drawing/2014/main" id="{BA8AF528-DA4F-DDCA-E69D-216787021D48}"/>
                </a:ext>
              </a:extLst>
            </p:cNvPr>
            <p:cNvPicPr>
              <a:picLocks noChangeAspect="1"/>
            </p:cNvPicPr>
            <p:nvPr/>
          </p:nvPicPr>
          <p:blipFill>
            <a:blip r:embed="rId17"/>
            <a:srcRect l="13947" t="20679" r="83923" b="75402"/>
            <a:stretch>
              <a:fillRect/>
            </a:stretch>
          </p:blipFill>
          <p:spPr>
            <a:xfrm>
              <a:off x="1946442" y="2279955"/>
              <a:ext cx="329265" cy="336198"/>
            </a:xfrm>
            <a:prstGeom prst="rect">
              <a:avLst/>
            </a:prstGeom>
          </p:spPr>
        </p:pic>
        <p:pic>
          <p:nvPicPr>
            <p:cNvPr id="52" name="Picture 51">
              <a:extLst>
                <a:ext uri="{FF2B5EF4-FFF2-40B4-BE49-F238E27FC236}">
                  <a16:creationId xmlns:a16="http://schemas.microsoft.com/office/drawing/2014/main" id="{7D1540EE-3BC3-EEE1-FB30-E9153C33FC15}"/>
                </a:ext>
              </a:extLst>
            </p:cNvPr>
            <p:cNvPicPr>
              <a:picLocks noChangeAspect="1"/>
            </p:cNvPicPr>
            <p:nvPr/>
          </p:nvPicPr>
          <p:blipFill>
            <a:blip r:embed="rId17"/>
            <a:srcRect l="21476" t="20679" r="76457" b="75402"/>
            <a:stretch>
              <a:fillRect/>
            </a:stretch>
          </p:blipFill>
          <p:spPr>
            <a:xfrm>
              <a:off x="1755962" y="3402512"/>
              <a:ext cx="316607" cy="333078"/>
            </a:xfrm>
            <a:prstGeom prst="rect">
              <a:avLst/>
            </a:prstGeom>
          </p:spPr>
        </p:pic>
        <p:pic>
          <p:nvPicPr>
            <p:cNvPr id="55" name="Picture 54">
              <a:extLst>
                <a:ext uri="{FF2B5EF4-FFF2-40B4-BE49-F238E27FC236}">
                  <a16:creationId xmlns:a16="http://schemas.microsoft.com/office/drawing/2014/main" id="{D6BF459A-6741-B490-3B5E-2A21BD17CDF6}"/>
                </a:ext>
              </a:extLst>
            </p:cNvPr>
            <p:cNvPicPr>
              <a:picLocks noChangeAspect="1"/>
            </p:cNvPicPr>
            <p:nvPr/>
          </p:nvPicPr>
          <p:blipFill>
            <a:blip r:embed="rId17"/>
            <a:srcRect l="90623" t="84475" r="7248" b="11558"/>
            <a:stretch>
              <a:fillRect/>
            </a:stretch>
          </p:blipFill>
          <p:spPr>
            <a:xfrm>
              <a:off x="2956272" y="3405471"/>
              <a:ext cx="316607" cy="327160"/>
            </a:xfrm>
            <a:prstGeom prst="rect">
              <a:avLst/>
            </a:prstGeom>
          </p:spPr>
        </p:pic>
        <p:pic>
          <p:nvPicPr>
            <p:cNvPr id="58" name="Picture 57">
              <a:extLst>
                <a:ext uri="{FF2B5EF4-FFF2-40B4-BE49-F238E27FC236}">
                  <a16:creationId xmlns:a16="http://schemas.microsoft.com/office/drawing/2014/main" id="{77F7A03A-DA01-4FD1-877A-61A64805C350}"/>
                </a:ext>
              </a:extLst>
            </p:cNvPr>
            <p:cNvPicPr>
              <a:picLocks/>
            </p:cNvPicPr>
            <p:nvPr/>
          </p:nvPicPr>
          <p:blipFill>
            <a:blip r:embed="rId17">
              <a:clrChange>
                <a:clrFrom>
                  <a:srgbClr val="FFF6C7"/>
                </a:clrFrom>
                <a:clrTo>
                  <a:srgbClr val="FFF6C7">
                    <a:alpha val="0"/>
                  </a:srgbClr>
                </a:clrTo>
              </a:clrChange>
            </a:blip>
            <a:srcRect l="65350" t="35904" r="32982" b="61259"/>
            <a:stretch>
              <a:fillRect/>
            </a:stretch>
          </p:blipFill>
          <p:spPr>
            <a:xfrm>
              <a:off x="5277150" y="3417206"/>
              <a:ext cx="321865" cy="303690"/>
            </a:xfrm>
            <a:prstGeom prst="rect">
              <a:avLst/>
            </a:prstGeom>
          </p:spPr>
        </p:pic>
        <p:pic>
          <p:nvPicPr>
            <p:cNvPr id="61" name="Picture 60">
              <a:extLst>
                <a:ext uri="{FF2B5EF4-FFF2-40B4-BE49-F238E27FC236}">
                  <a16:creationId xmlns:a16="http://schemas.microsoft.com/office/drawing/2014/main" id="{47190CD2-3638-AC3E-2546-CA24AE4F0BBD}"/>
                </a:ext>
              </a:extLst>
            </p:cNvPr>
            <p:cNvPicPr>
              <a:picLocks noChangeAspect="1"/>
            </p:cNvPicPr>
            <p:nvPr/>
          </p:nvPicPr>
          <p:blipFill>
            <a:blip r:embed="rId17">
              <a:clrChange>
                <a:clrFrom>
                  <a:srgbClr val="ECFFEE"/>
                </a:clrFrom>
                <a:clrTo>
                  <a:srgbClr val="ECFFEE">
                    <a:alpha val="0"/>
                  </a:srgbClr>
                </a:clrTo>
              </a:clrChange>
            </a:blip>
            <a:srcRect l="32317" t="13508" r="65680" b="82853"/>
            <a:stretch>
              <a:fillRect/>
            </a:stretch>
          </p:blipFill>
          <p:spPr>
            <a:xfrm>
              <a:off x="4615072" y="2171700"/>
              <a:ext cx="427552" cy="430886"/>
            </a:xfrm>
            <a:prstGeom prst="rect">
              <a:avLst/>
            </a:prstGeom>
          </p:spPr>
        </p:pic>
        <p:grpSp>
          <p:nvGrpSpPr>
            <p:cNvPr id="64" name="Group 63">
              <a:extLst>
                <a:ext uri="{FF2B5EF4-FFF2-40B4-BE49-F238E27FC236}">
                  <a16:creationId xmlns:a16="http://schemas.microsoft.com/office/drawing/2014/main" id="{EDF61459-C1E2-25C9-7A38-3D107BCBD7A7}"/>
                </a:ext>
              </a:extLst>
            </p:cNvPr>
            <p:cNvGrpSpPr/>
            <p:nvPr/>
          </p:nvGrpSpPr>
          <p:grpSpPr>
            <a:xfrm>
              <a:off x="562973" y="3409126"/>
              <a:ext cx="273670" cy="319851"/>
              <a:chOff x="962556" y="2659605"/>
              <a:chExt cx="273670" cy="319851"/>
            </a:xfrm>
          </p:grpSpPr>
          <p:sp>
            <p:nvSpPr>
              <p:cNvPr id="49" name="Freeform: Shape 48">
                <a:extLst>
                  <a:ext uri="{FF2B5EF4-FFF2-40B4-BE49-F238E27FC236}">
                    <a16:creationId xmlns:a16="http://schemas.microsoft.com/office/drawing/2014/main" id="{2CA8FCE2-1934-6050-AE3E-779D3F89A371}"/>
                  </a:ext>
                </a:extLst>
              </p:cNvPr>
              <p:cNvSpPr/>
              <p:nvPr/>
            </p:nvSpPr>
            <p:spPr>
              <a:xfrm>
                <a:off x="1014360" y="2659605"/>
                <a:ext cx="170061" cy="170061"/>
              </a:xfrm>
              <a:custGeom>
                <a:avLst/>
                <a:gdLst>
                  <a:gd name="csX0" fmla="*/ 895160 w 895159"/>
                  <a:gd name="csY0" fmla="*/ 447580 h 895159"/>
                  <a:gd name="csX1" fmla="*/ 447580 w 895159"/>
                  <a:gd name="csY1" fmla="*/ 895160 h 895159"/>
                  <a:gd name="csX2" fmla="*/ 0 w 895159"/>
                  <a:gd name="csY2" fmla="*/ 447580 h 895159"/>
                  <a:gd name="csX3" fmla="*/ 447580 w 895159"/>
                  <a:gd name="csY3" fmla="*/ 0 h 895159"/>
                  <a:gd name="csX4" fmla="*/ 895160 w 895159"/>
                  <a:gd name="csY4" fmla="*/ 447580 h 895159"/>
                </a:gdLst>
                <a:ahLst/>
                <a:cxnLst>
                  <a:cxn ang="0">
                    <a:pos x="csX0" y="csY0"/>
                  </a:cxn>
                  <a:cxn ang="0">
                    <a:pos x="csX1" y="csY1"/>
                  </a:cxn>
                  <a:cxn ang="0">
                    <a:pos x="csX2" y="csY2"/>
                  </a:cxn>
                  <a:cxn ang="0">
                    <a:pos x="csX3" y="csY3"/>
                  </a:cxn>
                  <a:cxn ang="0">
                    <a:pos x="csX4" y="csY4"/>
                  </a:cxn>
                </a:cxnLst>
                <a:rect l="l" t="t" r="r" b="b"/>
                <a:pathLst>
                  <a:path w="895159" h="895159">
                    <a:moveTo>
                      <a:pt x="895160" y="447580"/>
                    </a:moveTo>
                    <a:cubicBezTo>
                      <a:pt x="895160" y="694771"/>
                      <a:pt x="694771" y="895160"/>
                      <a:pt x="447580" y="895160"/>
                    </a:cubicBezTo>
                    <a:cubicBezTo>
                      <a:pt x="200388" y="895160"/>
                      <a:pt x="0" y="694771"/>
                      <a:pt x="0" y="447580"/>
                    </a:cubicBezTo>
                    <a:cubicBezTo>
                      <a:pt x="0" y="200388"/>
                      <a:pt x="200388" y="0"/>
                      <a:pt x="447580" y="0"/>
                    </a:cubicBezTo>
                    <a:cubicBezTo>
                      <a:pt x="694771" y="0"/>
                      <a:pt x="895160" y="200388"/>
                      <a:pt x="895160" y="447580"/>
                    </a:cubicBezTo>
                    <a:close/>
                  </a:path>
                </a:pathLst>
              </a:custGeom>
              <a:solidFill>
                <a:schemeClr val="accent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65A5C"/>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4B276D5E-3125-0866-9242-D67470D01C06}"/>
                  </a:ext>
                </a:extLst>
              </p:cNvPr>
              <p:cNvSpPr/>
              <p:nvPr/>
            </p:nvSpPr>
            <p:spPr>
              <a:xfrm>
                <a:off x="962556" y="2846042"/>
                <a:ext cx="273670" cy="133414"/>
              </a:xfrm>
              <a:custGeom>
                <a:avLst/>
                <a:gdLst>
                  <a:gd name="csX0" fmla="*/ 720266 w 1440531"/>
                  <a:gd name="csY0" fmla="*/ 667798 h 702256"/>
                  <a:gd name="csX1" fmla="*/ 1237855 w 1440531"/>
                  <a:gd name="csY1" fmla="*/ 700659 h 702256"/>
                  <a:gd name="csX2" fmla="*/ 1422449 w 1440531"/>
                  <a:gd name="csY2" fmla="*/ 443294 h 702256"/>
                  <a:gd name="csX3" fmla="*/ 720171 w 1440531"/>
                  <a:gd name="csY3" fmla="*/ 0 h 702256"/>
                  <a:gd name="csX4" fmla="*/ 18083 w 1440531"/>
                  <a:gd name="csY4" fmla="*/ 443294 h 702256"/>
                  <a:gd name="csX5" fmla="*/ 202677 w 1440531"/>
                  <a:gd name="csY5" fmla="*/ 700659 h 702256"/>
                  <a:gd name="csX6" fmla="*/ 720266 w 1440531"/>
                  <a:gd name="csY6" fmla="*/ 667798 h 7022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40531" h="702256">
                    <a:moveTo>
                      <a:pt x="720266" y="667798"/>
                    </a:moveTo>
                    <a:cubicBezTo>
                      <a:pt x="900193" y="667798"/>
                      <a:pt x="1074025" y="679323"/>
                      <a:pt x="1237855" y="700659"/>
                    </a:cubicBezTo>
                    <a:cubicBezTo>
                      <a:pt x="1379682" y="719138"/>
                      <a:pt x="1484076" y="572357"/>
                      <a:pt x="1422449" y="443294"/>
                    </a:cubicBezTo>
                    <a:cubicBezTo>
                      <a:pt x="1297290" y="181166"/>
                      <a:pt x="1030114" y="0"/>
                      <a:pt x="720171" y="0"/>
                    </a:cubicBezTo>
                    <a:cubicBezTo>
                      <a:pt x="410227" y="0"/>
                      <a:pt x="143241" y="181166"/>
                      <a:pt x="18083" y="443294"/>
                    </a:cubicBezTo>
                    <a:cubicBezTo>
                      <a:pt x="-43544" y="572357"/>
                      <a:pt x="60850" y="719233"/>
                      <a:pt x="202677" y="700659"/>
                    </a:cubicBezTo>
                    <a:cubicBezTo>
                      <a:pt x="366603" y="679228"/>
                      <a:pt x="540339" y="667798"/>
                      <a:pt x="720266" y="667798"/>
                    </a:cubicBezTo>
                    <a:close/>
                  </a:path>
                </a:pathLst>
              </a:custGeom>
              <a:solidFill>
                <a:schemeClr val="accent2"/>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65A5C"/>
                  </a:solidFill>
                  <a:effectLst/>
                  <a:uLnTx/>
                  <a:uFillTx/>
                  <a:latin typeface="Calibri" panose="020F0502020204030204"/>
                  <a:ea typeface="+mn-ea"/>
                  <a:cs typeface="+mn-cs"/>
                </a:endParaRPr>
              </a:p>
            </p:txBody>
          </p:sp>
        </p:grpSp>
        <p:sp>
          <p:nvSpPr>
            <p:cNvPr id="63" name="TextBox 62">
              <a:extLst>
                <a:ext uri="{FF2B5EF4-FFF2-40B4-BE49-F238E27FC236}">
                  <a16:creationId xmlns:a16="http://schemas.microsoft.com/office/drawing/2014/main" id="{3F45BF70-7711-437B-45CB-0660D8298309}"/>
                </a:ext>
              </a:extLst>
            </p:cNvPr>
            <p:cNvSpPr txBox="1">
              <a:spLocks/>
            </p:cNvSpPr>
            <p:nvPr/>
          </p:nvSpPr>
          <p:spPr>
            <a:xfrm>
              <a:off x="554736" y="3830623"/>
              <a:ext cx="290144" cy="153888"/>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Users</a:t>
              </a:r>
            </a:p>
          </p:txBody>
        </p:sp>
        <p:sp>
          <p:nvSpPr>
            <p:cNvPr id="66" name="TextBox 65">
              <a:extLst>
                <a:ext uri="{FF2B5EF4-FFF2-40B4-BE49-F238E27FC236}">
                  <a16:creationId xmlns:a16="http://schemas.microsoft.com/office/drawing/2014/main" id="{280390F5-472C-CEB7-3BB8-3207230EA0BE}"/>
                </a:ext>
              </a:extLst>
            </p:cNvPr>
            <p:cNvSpPr txBox="1">
              <a:spLocks/>
            </p:cNvSpPr>
            <p:nvPr/>
          </p:nvSpPr>
          <p:spPr>
            <a:xfrm>
              <a:off x="1604005" y="3830623"/>
              <a:ext cx="620521"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Application Gateways</a:t>
              </a:r>
            </a:p>
          </p:txBody>
        </p:sp>
        <p:sp>
          <p:nvSpPr>
            <p:cNvPr id="68" name="TextBox 67">
              <a:extLst>
                <a:ext uri="{FF2B5EF4-FFF2-40B4-BE49-F238E27FC236}">
                  <a16:creationId xmlns:a16="http://schemas.microsoft.com/office/drawing/2014/main" id="{E914EDB1-294D-D943-B436-17696E856DE6}"/>
                </a:ext>
              </a:extLst>
            </p:cNvPr>
            <p:cNvSpPr txBox="1">
              <a:spLocks/>
            </p:cNvSpPr>
            <p:nvPr/>
          </p:nvSpPr>
          <p:spPr>
            <a:xfrm>
              <a:off x="5127822" y="3830623"/>
              <a:ext cx="620521"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Server</a:t>
              </a:r>
            </a:p>
          </p:txBody>
        </p:sp>
        <p:sp>
          <p:nvSpPr>
            <p:cNvPr id="69" name="TextBox 68">
              <a:extLst>
                <a:ext uri="{FF2B5EF4-FFF2-40B4-BE49-F238E27FC236}">
                  <a16:creationId xmlns:a16="http://schemas.microsoft.com/office/drawing/2014/main" id="{D4EB9D9D-79B3-F13F-3808-A3C3F3763116}"/>
                </a:ext>
              </a:extLst>
            </p:cNvPr>
            <p:cNvSpPr txBox="1">
              <a:spLocks/>
            </p:cNvSpPr>
            <p:nvPr/>
          </p:nvSpPr>
          <p:spPr>
            <a:xfrm>
              <a:off x="4422963" y="2663669"/>
              <a:ext cx="811771"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Container Apps Environments</a:t>
              </a:r>
            </a:p>
          </p:txBody>
        </p:sp>
        <p:sp>
          <p:nvSpPr>
            <p:cNvPr id="70" name="TextBox 69">
              <a:extLst>
                <a:ext uri="{FF2B5EF4-FFF2-40B4-BE49-F238E27FC236}">
                  <a16:creationId xmlns:a16="http://schemas.microsoft.com/office/drawing/2014/main" id="{D98681F3-AF68-8F04-DC4A-8D516F007EA9}"/>
                </a:ext>
              </a:extLst>
            </p:cNvPr>
            <p:cNvSpPr txBox="1">
              <a:spLocks/>
            </p:cNvSpPr>
            <p:nvPr/>
          </p:nvSpPr>
          <p:spPr>
            <a:xfrm>
              <a:off x="1705189" y="2663669"/>
              <a:ext cx="811771"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Entra ID Protection</a:t>
              </a:r>
            </a:p>
          </p:txBody>
        </p:sp>
        <p:pic>
          <p:nvPicPr>
            <p:cNvPr id="72" name="Picture 71">
              <a:extLst>
                <a:ext uri="{FF2B5EF4-FFF2-40B4-BE49-F238E27FC236}">
                  <a16:creationId xmlns:a16="http://schemas.microsoft.com/office/drawing/2014/main" id="{C11F5460-18EE-A01A-F851-E2B46EDF8197}"/>
                </a:ext>
              </a:extLst>
            </p:cNvPr>
            <p:cNvPicPr>
              <a:picLocks noChangeAspect="1"/>
            </p:cNvPicPr>
            <p:nvPr/>
          </p:nvPicPr>
          <p:blipFill>
            <a:blip r:embed="rId18"/>
            <a:stretch>
              <a:fillRect/>
            </a:stretch>
          </p:blipFill>
          <p:spPr>
            <a:xfrm>
              <a:off x="3802604" y="5014802"/>
              <a:ext cx="296956" cy="296956"/>
            </a:xfrm>
            <a:prstGeom prst="rect">
              <a:avLst/>
            </a:prstGeom>
          </p:spPr>
        </p:pic>
        <p:sp>
          <p:nvSpPr>
            <p:cNvPr id="73" name="TextBox 72">
              <a:extLst>
                <a:ext uri="{FF2B5EF4-FFF2-40B4-BE49-F238E27FC236}">
                  <a16:creationId xmlns:a16="http://schemas.microsoft.com/office/drawing/2014/main" id="{B507EBAF-F1E0-765E-473D-31088AE3C107}"/>
                </a:ext>
              </a:extLst>
            </p:cNvPr>
            <p:cNvSpPr txBox="1">
              <a:spLocks/>
            </p:cNvSpPr>
            <p:nvPr/>
          </p:nvSpPr>
          <p:spPr>
            <a:xfrm>
              <a:off x="3640821" y="5400727"/>
              <a:ext cx="620521"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Next.js</a:t>
              </a:r>
            </a:p>
          </p:txBody>
        </p:sp>
        <p:cxnSp>
          <p:nvCxnSpPr>
            <p:cNvPr id="80" name="Straight Arrow Connector 101">
              <a:extLst>
                <a:ext uri="{FF2B5EF4-FFF2-40B4-BE49-F238E27FC236}">
                  <a16:creationId xmlns:a16="http://schemas.microsoft.com/office/drawing/2014/main" id="{8416CFA7-DBF7-25C1-1700-8503E0AD9714}"/>
                </a:ext>
              </a:extLst>
            </p:cNvPr>
            <p:cNvCxnSpPr>
              <a:cxnSpLocks/>
              <a:stCxn id="52" idx="3"/>
              <a:endCxn id="55" idx="1"/>
            </p:cNvCxnSpPr>
            <p:nvPr/>
          </p:nvCxnSpPr>
          <p:spPr>
            <a:xfrm>
              <a:off x="2072569" y="3569051"/>
              <a:ext cx="883703"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101">
              <a:extLst>
                <a:ext uri="{FF2B5EF4-FFF2-40B4-BE49-F238E27FC236}">
                  <a16:creationId xmlns:a16="http://schemas.microsoft.com/office/drawing/2014/main" id="{0E99A4EF-1F38-7292-84F2-E298B5BAAAB7}"/>
                </a:ext>
              </a:extLst>
            </p:cNvPr>
            <p:cNvCxnSpPr>
              <a:cxnSpLocks/>
            </p:cNvCxnSpPr>
            <p:nvPr/>
          </p:nvCxnSpPr>
          <p:spPr>
            <a:xfrm>
              <a:off x="836643" y="3569051"/>
              <a:ext cx="919319"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101">
              <a:extLst>
                <a:ext uri="{FF2B5EF4-FFF2-40B4-BE49-F238E27FC236}">
                  <a16:creationId xmlns:a16="http://schemas.microsoft.com/office/drawing/2014/main" id="{3FA18B79-E8AA-FF10-271E-27E79629E941}"/>
                </a:ext>
              </a:extLst>
            </p:cNvPr>
            <p:cNvCxnSpPr>
              <a:cxnSpLocks/>
              <a:stCxn id="55" idx="3"/>
              <a:endCxn id="58" idx="1"/>
            </p:cNvCxnSpPr>
            <p:nvPr/>
          </p:nvCxnSpPr>
          <p:spPr>
            <a:xfrm>
              <a:off x="3272879" y="3569051"/>
              <a:ext cx="2004271"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101">
              <a:extLst>
                <a:ext uri="{FF2B5EF4-FFF2-40B4-BE49-F238E27FC236}">
                  <a16:creationId xmlns:a16="http://schemas.microsoft.com/office/drawing/2014/main" id="{7C5916CE-FDD5-62C4-809A-F5AF4FEAB712}"/>
                </a:ext>
              </a:extLst>
            </p:cNvPr>
            <p:cNvCxnSpPr>
              <a:cxnSpLocks/>
              <a:stCxn id="55" idx="0"/>
              <a:endCxn id="61" idx="1"/>
            </p:cNvCxnSpPr>
            <p:nvPr/>
          </p:nvCxnSpPr>
          <p:spPr>
            <a:xfrm rot="5400000" flipH="1" flipV="1">
              <a:off x="3355660" y="2146059"/>
              <a:ext cx="1018328" cy="1500496"/>
            </a:xfrm>
            <a:prstGeom prst="bentConnector2">
              <a:avLst/>
            </a:prstGeom>
            <a:ln w="6350" cap="flat">
              <a:solidFill>
                <a:schemeClr val="tx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101">
              <a:extLst>
                <a:ext uri="{FF2B5EF4-FFF2-40B4-BE49-F238E27FC236}">
                  <a16:creationId xmlns:a16="http://schemas.microsoft.com/office/drawing/2014/main" id="{C117B613-3D13-B3F3-378F-CCCA084A0A7A}"/>
                </a:ext>
              </a:extLst>
            </p:cNvPr>
            <p:cNvCxnSpPr>
              <a:cxnSpLocks/>
              <a:stCxn id="55" idx="0"/>
              <a:endCxn id="51" idx="3"/>
            </p:cNvCxnSpPr>
            <p:nvPr/>
          </p:nvCxnSpPr>
          <p:spPr>
            <a:xfrm rot="16200000" flipV="1">
              <a:off x="2176734" y="2538512"/>
              <a:ext cx="957417" cy="776501"/>
            </a:xfrm>
            <a:prstGeom prst="bentConnector2">
              <a:avLst/>
            </a:prstGeom>
            <a:ln w="6350" cap="flat">
              <a:solidFill>
                <a:schemeClr val="tx1"/>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3EB9211F-58BD-671C-5ADA-8DBBB4F49509}"/>
                </a:ext>
              </a:extLst>
            </p:cNvPr>
            <p:cNvSpPr txBox="1">
              <a:spLocks/>
            </p:cNvSpPr>
            <p:nvPr/>
          </p:nvSpPr>
          <p:spPr>
            <a:xfrm>
              <a:off x="2804314" y="3830623"/>
              <a:ext cx="620521" cy="153888"/>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App</a:t>
              </a:r>
            </a:p>
          </p:txBody>
        </p:sp>
        <p:sp>
          <p:nvSpPr>
            <p:cNvPr id="105" name="TextBox 104">
              <a:extLst>
                <a:ext uri="{FF2B5EF4-FFF2-40B4-BE49-F238E27FC236}">
                  <a16:creationId xmlns:a16="http://schemas.microsoft.com/office/drawing/2014/main" id="{D0B8C80D-457D-E13D-CE2C-D4F10C67E2B2}"/>
                </a:ext>
              </a:extLst>
            </p:cNvPr>
            <p:cNvSpPr txBox="1">
              <a:spLocks/>
            </p:cNvSpPr>
            <p:nvPr/>
          </p:nvSpPr>
          <p:spPr>
            <a:xfrm>
              <a:off x="1062665" y="3415162"/>
              <a:ext cx="428967" cy="307777"/>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Connect to</a:t>
              </a:r>
            </a:p>
          </p:txBody>
        </p:sp>
        <p:sp>
          <p:nvSpPr>
            <p:cNvPr id="106" name="TextBox 105">
              <a:extLst>
                <a:ext uri="{FF2B5EF4-FFF2-40B4-BE49-F238E27FC236}">
                  <a16:creationId xmlns:a16="http://schemas.microsoft.com/office/drawing/2014/main" id="{079AEC2A-BAEB-2B62-1618-9672AE96C872}"/>
                </a:ext>
              </a:extLst>
            </p:cNvPr>
            <p:cNvSpPr txBox="1">
              <a:spLocks/>
            </p:cNvSpPr>
            <p:nvPr/>
          </p:nvSpPr>
          <p:spPr>
            <a:xfrm>
              <a:off x="2287689" y="3415162"/>
              <a:ext cx="428967" cy="307777"/>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Routes the user</a:t>
              </a:r>
            </a:p>
          </p:txBody>
        </p:sp>
        <p:sp>
          <p:nvSpPr>
            <p:cNvPr id="107" name="TextBox 106">
              <a:extLst>
                <a:ext uri="{FF2B5EF4-FFF2-40B4-BE49-F238E27FC236}">
                  <a16:creationId xmlns:a16="http://schemas.microsoft.com/office/drawing/2014/main" id="{59E4CBAC-36D1-6808-E93A-AE8382B8FE81}"/>
                </a:ext>
              </a:extLst>
            </p:cNvPr>
            <p:cNvSpPr txBox="1">
              <a:spLocks/>
            </p:cNvSpPr>
            <p:nvPr/>
          </p:nvSpPr>
          <p:spPr>
            <a:xfrm>
              <a:off x="4084254" y="3492106"/>
              <a:ext cx="1018440" cy="461665"/>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Request with bearer token from </a:t>
              </a:r>
              <a:r>
                <a:rPr lang="en-US" sz="1000" dirty="0" err="1"/>
                <a:t>entra</a:t>
              </a:r>
              <a:r>
                <a:rPr lang="en-US" sz="1000" dirty="0"/>
                <a:t> ID</a:t>
              </a:r>
            </a:p>
          </p:txBody>
        </p:sp>
        <p:sp>
          <p:nvSpPr>
            <p:cNvPr id="108" name="TextBox 107">
              <a:extLst>
                <a:ext uri="{FF2B5EF4-FFF2-40B4-BE49-F238E27FC236}">
                  <a16:creationId xmlns:a16="http://schemas.microsoft.com/office/drawing/2014/main" id="{25B5D43B-CE83-18D8-A710-A265FEBC19A8}"/>
                </a:ext>
              </a:extLst>
            </p:cNvPr>
            <p:cNvSpPr txBox="1">
              <a:spLocks/>
            </p:cNvSpPr>
            <p:nvPr/>
          </p:nvSpPr>
          <p:spPr>
            <a:xfrm>
              <a:off x="3288301" y="2295656"/>
              <a:ext cx="634789" cy="153888"/>
            </a:xfrm>
            <a:prstGeom prst="rect">
              <a:avLst/>
            </a:prstGeom>
            <a:solidFill>
              <a:schemeClr val="bg1"/>
            </a:solidFill>
          </p:spPr>
          <p:txBody>
            <a:bodyPr vert="horz" wrap="non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Deployed to</a:t>
              </a:r>
            </a:p>
          </p:txBody>
        </p:sp>
        <p:sp>
          <p:nvSpPr>
            <p:cNvPr id="109" name="TextBox 108">
              <a:extLst>
                <a:ext uri="{FF2B5EF4-FFF2-40B4-BE49-F238E27FC236}">
                  <a16:creationId xmlns:a16="http://schemas.microsoft.com/office/drawing/2014/main" id="{5DE8CC35-012E-1E03-F3DC-BE17B8FDE862}"/>
                </a:ext>
              </a:extLst>
            </p:cNvPr>
            <p:cNvSpPr txBox="1">
              <a:spLocks/>
            </p:cNvSpPr>
            <p:nvPr/>
          </p:nvSpPr>
          <p:spPr>
            <a:xfrm>
              <a:off x="2422594" y="2371109"/>
              <a:ext cx="603336" cy="307777"/>
            </a:xfrm>
            <a:prstGeom prst="rect">
              <a:avLst/>
            </a:prstGeom>
            <a:solidFill>
              <a:schemeClr val="bg1"/>
            </a:solidFill>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Users Auth-</a:t>
              </a:r>
              <a:r>
                <a:rPr lang="en-US" sz="1000" dirty="0" err="1"/>
                <a:t>entication</a:t>
              </a:r>
              <a:endParaRPr lang="en-US" sz="1000" dirty="0"/>
            </a:p>
          </p:txBody>
        </p:sp>
        <p:cxnSp>
          <p:nvCxnSpPr>
            <p:cNvPr id="99" name="Straight Arrow Connector 101">
              <a:extLst>
                <a:ext uri="{FF2B5EF4-FFF2-40B4-BE49-F238E27FC236}">
                  <a16:creationId xmlns:a16="http://schemas.microsoft.com/office/drawing/2014/main" id="{A358A9DE-4A02-B8CD-0F6A-6D4A9F8FE522}"/>
                </a:ext>
              </a:extLst>
            </p:cNvPr>
            <p:cNvCxnSpPr>
              <a:cxnSpLocks/>
              <a:stCxn id="55" idx="3"/>
              <a:endCxn id="72" idx="0"/>
            </p:cNvCxnSpPr>
            <p:nvPr/>
          </p:nvCxnSpPr>
          <p:spPr>
            <a:xfrm>
              <a:off x="3272879" y="3620914"/>
              <a:ext cx="678203" cy="1396314"/>
            </a:xfrm>
            <a:prstGeom prst="bentConnector2">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640E3674-ABC8-6885-CC6B-75CBF0ED27D4}"/>
                </a:ext>
              </a:extLst>
            </p:cNvPr>
            <p:cNvSpPr txBox="1">
              <a:spLocks/>
            </p:cNvSpPr>
            <p:nvPr/>
          </p:nvSpPr>
          <p:spPr>
            <a:xfrm>
              <a:off x="3772844" y="4566384"/>
              <a:ext cx="378309" cy="153888"/>
            </a:xfrm>
            <a:prstGeom prst="rect">
              <a:avLst/>
            </a:prstGeom>
            <a:solidFill>
              <a:schemeClr val="bg1"/>
            </a:solidFill>
          </p:spPr>
          <p:txBody>
            <a:bodyPr vert="horz" wrap="non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Built ID</a:t>
              </a:r>
            </a:p>
          </p:txBody>
        </p:sp>
      </p:grpSp>
    </p:spTree>
    <p:extLst>
      <p:ext uri="{BB962C8B-B14F-4D97-AF65-F5344CB8AC3E}">
        <p14:creationId xmlns:p14="http://schemas.microsoft.com/office/powerpoint/2010/main" val="2377721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C9B8-0097-04BF-8F64-5662903A26A8}"/>
            </a:ext>
          </a:extLst>
        </p:cNvPr>
        <p:cNvGrpSpPr/>
        <p:nvPr/>
      </p:nvGrpSpPr>
      <p:grpSpPr>
        <a:xfrm>
          <a:off x="0" y="0"/>
          <a:ext cx="0" cy="0"/>
          <a:chOff x="0" y="0"/>
          <a:chExt cx="0" cy="0"/>
        </a:xfrm>
      </p:grpSpPr>
      <p:graphicFrame>
        <p:nvGraphicFramePr>
          <p:cNvPr id="8" name="Object 6" hidden="1">
            <a:extLst>
              <a:ext uri="{FF2B5EF4-FFF2-40B4-BE49-F238E27FC236}">
                <a16:creationId xmlns:a16="http://schemas.microsoft.com/office/drawing/2014/main" id="{3690957F-5DDB-C7F3-5441-04EA3992ABCF}"/>
              </a:ext>
            </a:extLst>
          </p:cNvPr>
          <p:cNvGraphicFramePr>
            <a:graphicFrameLocks noChangeAspect="1"/>
          </p:cNvGraphicFramePr>
          <p:nvPr>
            <p:custDataLst>
              <p:tags r:id="rId1"/>
            </p:custDataLst>
            <p:extLst>
              <p:ext uri="{D42A27DB-BD31-4B8C-83A1-F6EECF244321}">
                <p14:modId xmlns:p14="http://schemas.microsoft.com/office/powerpoint/2010/main" val="37204885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8" name="Object 6" hidden="1">
                        <a:extLst>
                          <a:ext uri="{FF2B5EF4-FFF2-40B4-BE49-F238E27FC236}">
                            <a16:creationId xmlns:a16="http://schemas.microsoft.com/office/drawing/2014/main" id="{3690957F-5DDB-C7F3-5441-04EA3992ABCF}"/>
                          </a:ext>
                        </a:extLst>
                      </p:cNvPr>
                      <p:cNvPicPr/>
                      <p:nvPr/>
                    </p:nvPicPr>
                    <p:blipFill>
                      <a:blip r:embed="rId20"/>
                      <a:stretch>
                        <a:fillRect/>
                      </a:stretch>
                    </p:blipFill>
                    <p:spPr>
                      <a:xfrm>
                        <a:off x="1588" y="1588"/>
                        <a:ext cx="1227"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8FD98397-71AD-486E-9195-1250209EA791}"/>
              </a:ext>
            </a:extLst>
          </p:cNvPr>
          <p:cNvSpPr>
            <a:spLocks noGrp="1"/>
          </p:cNvSpPr>
          <p:nvPr>
            <p:ph type="title"/>
            <p:custDataLst>
              <p:tags r:id="rId2"/>
            </p:custDataLst>
          </p:nvPr>
        </p:nvSpPr>
        <p:spPr>
          <a:xfrm>
            <a:off x="554736" y="3129089"/>
            <a:ext cx="2514600" cy="384721"/>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GB" dirty="0">
                <a:ea typeface="Calibri"/>
                <a:cs typeface="Calibri"/>
              </a:rPr>
              <a:t>CI/CD - FE</a:t>
            </a:r>
            <a:endParaRPr lang="en-GB" dirty="0"/>
          </a:p>
        </p:txBody>
      </p:sp>
      <p:sp>
        <p:nvSpPr>
          <p:cNvPr id="84" name="1. On-page tracker">
            <a:extLst>
              <a:ext uri="{FF2B5EF4-FFF2-40B4-BE49-F238E27FC236}">
                <a16:creationId xmlns:a16="http://schemas.microsoft.com/office/drawing/2014/main" id="{43B1BF2A-8296-7EE2-BF3A-266EE40BFA15}"/>
              </a:ext>
            </a:extLst>
          </p:cNvPr>
          <p:cNvSpPr>
            <a:spLocks noGrp="1"/>
          </p:cNvSpPr>
          <p:nvPr>
            <p:ph type="body" sz="quarter" idx="10"/>
            <p:custDataLst>
              <p:tags r:id="rId3"/>
            </p:custDataLst>
          </p:nvPr>
        </p:nvSpPr>
        <p:spPr/>
        <p:txBody>
          <a:bodyPr/>
          <a:lstStyle/>
          <a:p>
            <a:endParaRPr lang="en-US"/>
          </a:p>
        </p:txBody>
      </p:sp>
      <p:sp>
        <p:nvSpPr>
          <p:cNvPr id="5" name="TextBox 4">
            <a:extLst>
              <a:ext uri="{FF2B5EF4-FFF2-40B4-BE49-F238E27FC236}">
                <a16:creationId xmlns:a16="http://schemas.microsoft.com/office/drawing/2014/main" id="{14A63524-5169-5443-9EB2-A0577B1D13E1}"/>
              </a:ext>
            </a:extLst>
          </p:cNvPr>
          <p:cNvSpPr txBox="1"/>
          <p:nvPr/>
        </p:nvSpPr>
        <p:spPr>
          <a:xfrm>
            <a:off x="1386840" y="81534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a:p>
        </p:txBody>
      </p:sp>
      <p:sp>
        <p:nvSpPr>
          <p:cNvPr id="31" name="TextBox 30">
            <a:extLst>
              <a:ext uri="{FF2B5EF4-FFF2-40B4-BE49-F238E27FC236}">
                <a16:creationId xmlns:a16="http://schemas.microsoft.com/office/drawing/2014/main" id="{5BE40EC1-4272-FA80-B235-124670E6B392}"/>
              </a:ext>
            </a:extLst>
          </p:cNvPr>
          <p:cNvSpPr txBox="1">
            <a:spLocks/>
          </p:cNvSpPr>
          <p:nvPr/>
        </p:nvSpPr>
        <p:spPr>
          <a:xfrm>
            <a:off x="6747455" y="1320576"/>
            <a:ext cx="4770832"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BE . Deployment (triggered on merge)</a:t>
            </a:r>
          </a:p>
        </p:txBody>
      </p:sp>
      <p:sp>
        <p:nvSpPr>
          <p:cNvPr id="16" name="TextBox 15">
            <a:extLst>
              <a:ext uri="{FF2B5EF4-FFF2-40B4-BE49-F238E27FC236}">
                <a16:creationId xmlns:a16="http://schemas.microsoft.com/office/drawing/2014/main" id="{F181D3A4-C6E1-0A79-A924-2F19BDB99679}"/>
              </a:ext>
            </a:extLst>
          </p:cNvPr>
          <p:cNvSpPr txBox="1"/>
          <p:nvPr/>
        </p:nvSpPr>
        <p:spPr>
          <a:xfrm>
            <a:off x="6747455" y="1694378"/>
            <a:ext cx="3544242" cy="230832"/>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1. Package and Sign Docker build from base image . cosign</a:t>
            </a:r>
          </a:p>
        </p:txBody>
      </p:sp>
      <p:sp>
        <p:nvSpPr>
          <p:cNvPr id="17" name="TextBox 16">
            <a:extLst>
              <a:ext uri="{FF2B5EF4-FFF2-40B4-BE49-F238E27FC236}">
                <a16:creationId xmlns:a16="http://schemas.microsoft.com/office/drawing/2014/main" id="{D0CC4E2B-5A0C-AF71-1492-0911F38EE09F}"/>
              </a:ext>
            </a:extLst>
          </p:cNvPr>
          <p:cNvSpPr txBox="1"/>
          <p:nvPr/>
        </p:nvSpPr>
        <p:spPr>
          <a:xfrm>
            <a:off x="6747455" y="2157249"/>
            <a:ext cx="3544242" cy="230832"/>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2. Push to ACR</a:t>
            </a:r>
          </a:p>
        </p:txBody>
      </p:sp>
      <p:sp>
        <p:nvSpPr>
          <p:cNvPr id="22" name="TextBox 21">
            <a:extLst>
              <a:ext uri="{FF2B5EF4-FFF2-40B4-BE49-F238E27FC236}">
                <a16:creationId xmlns:a16="http://schemas.microsoft.com/office/drawing/2014/main" id="{BE147003-1CA2-026F-56F9-48E897630BFB}"/>
              </a:ext>
            </a:extLst>
          </p:cNvPr>
          <p:cNvSpPr txBox="1"/>
          <p:nvPr/>
        </p:nvSpPr>
        <p:spPr>
          <a:xfrm>
            <a:off x="7803793" y="2620120"/>
            <a:ext cx="1431566" cy="764232"/>
          </a:xfrm>
          <a:prstGeom prst="diamond">
            <a:avLst/>
          </a:prstGeom>
          <a:solidFill>
            <a:schemeClr val="accent5">
              <a:lumMod val="20000"/>
              <a:lumOff val="80000"/>
            </a:schemeClr>
          </a:solidFill>
          <a:ln w="6350">
            <a:solidFill>
              <a:schemeClr val="accent5"/>
            </a:solidFill>
          </a:ln>
        </p:spPr>
        <p:txBody>
          <a:bodyPr vert="horz" wrap="square" lIns="38100" tIns="38100" rIns="38100" bIns="3810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3. Source branch?</a:t>
            </a:r>
          </a:p>
        </p:txBody>
      </p:sp>
      <p:sp>
        <p:nvSpPr>
          <p:cNvPr id="23" name="TextBox 22">
            <a:extLst>
              <a:ext uri="{FF2B5EF4-FFF2-40B4-BE49-F238E27FC236}">
                <a16:creationId xmlns:a16="http://schemas.microsoft.com/office/drawing/2014/main" id="{78FE55AA-CEE6-C57E-35B5-768022ECCC35}"/>
              </a:ext>
            </a:extLst>
          </p:cNvPr>
          <p:cNvSpPr txBox="1"/>
          <p:nvPr/>
        </p:nvSpPr>
        <p:spPr>
          <a:xfrm>
            <a:off x="9137917" y="4079262"/>
            <a:ext cx="2380370" cy="282179"/>
          </a:xfrm>
          <a:prstGeom prst="hexagon">
            <a:avLst/>
          </a:prstGeom>
          <a:solidFill>
            <a:srgbClr val="FFD1D1"/>
          </a:solidFill>
          <a:ln w="6350">
            <a:solidFill>
              <a:srgbClr val="FF000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Manual approval gate</a:t>
            </a:r>
          </a:p>
        </p:txBody>
      </p:sp>
      <p:sp>
        <p:nvSpPr>
          <p:cNvPr id="24" name="TextBox 23">
            <a:extLst>
              <a:ext uri="{FF2B5EF4-FFF2-40B4-BE49-F238E27FC236}">
                <a16:creationId xmlns:a16="http://schemas.microsoft.com/office/drawing/2014/main" id="{DA18C02A-71A9-1C43-399E-3C9395FF0E01}"/>
              </a:ext>
            </a:extLst>
          </p:cNvPr>
          <p:cNvSpPr txBox="1"/>
          <p:nvPr/>
        </p:nvSpPr>
        <p:spPr>
          <a:xfrm>
            <a:off x="6747455" y="4593480"/>
            <a:ext cx="3544242" cy="384721"/>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4. Deploy to Environment dev branch </a:t>
            </a:r>
            <a:r>
              <a:rPr lang="en-US" sz="1000" dirty="0">
                <a:sym typeface="Wingdings" panose="05000000000000000000" pitchFamily="2" charset="2"/>
              </a:rPr>
              <a:t> </a:t>
            </a:r>
            <a:br>
              <a:rPr lang="en-US" sz="1000" dirty="0">
                <a:sym typeface="Wingdings" panose="05000000000000000000" pitchFamily="2" charset="2"/>
              </a:rPr>
            </a:br>
            <a:r>
              <a:rPr lang="en-US" sz="1000" dirty="0">
                <a:sym typeface="Wingdings" panose="05000000000000000000" pitchFamily="2" charset="2"/>
              </a:rPr>
              <a:t>dev env main/release  prod env</a:t>
            </a:r>
            <a:endParaRPr lang="en-US" sz="1000" dirty="0"/>
          </a:p>
        </p:txBody>
      </p:sp>
      <p:sp>
        <p:nvSpPr>
          <p:cNvPr id="25" name="TextBox 24">
            <a:extLst>
              <a:ext uri="{FF2B5EF4-FFF2-40B4-BE49-F238E27FC236}">
                <a16:creationId xmlns:a16="http://schemas.microsoft.com/office/drawing/2014/main" id="{8856524B-5F0F-6491-C43C-C5FA57C3EC64}"/>
              </a:ext>
            </a:extLst>
          </p:cNvPr>
          <p:cNvSpPr txBox="1"/>
          <p:nvPr/>
        </p:nvSpPr>
        <p:spPr>
          <a:xfrm>
            <a:off x="6747455" y="5210240"/>
            <a:ext cx="3544242" cy="230832"/>
          </a:xfrm>
          <a:prstGeom prst="rect">
            <a:avLst/>
          </a:prstGeom>
          <a:solidFill>
            <a:schemeClr val="accent3">
              <a:lumMod val="10000"/>
              <a:lumOff val="90000"/>
            </a:schemeClr>
          </a:solidFill>
          <a:ln w="6350">
            <a:solidFill>
              <a:schemeClr val="accent3"/>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Container startup Next.js boot</a:t>
            </a:r>
          </a:p>
        </p:txBody>
      </p:sp>
      <p:sp>
        <p:nvSpPr>
          <p:cNvPr id="27" name="TextBox 26">
            <a:extLst>
              <a:ext uri="{FF2B5EF4-FFF2-40B4-BE49-F238E27FC236}">
                <a16:creationId xmlns:a16="http://schemas.microsoft.com/office/drawing/2014/main" id="{BFD5ADE8-18D6-9499-E731-77C559FA05B2}"/>
              </a:ext>
            </a:extLst>
          </p:cNvPr>
          <p:cNvSpPr txBox="1"/>
          <p:nvPr/>
        </p:nvSpPr>
        <p:spPr>
          <a:xfrm>
            <a:off x="6747455" y="5673112"/>
            <a:ext cx="3544242" cy="384721"/>
          </a:xfrm>
          <a:prstGeom prst="rect">
            <a:avLst/>
          </a:prstGeom>
          <a:solidFill>
            <a:srgbClr val="E3F3D1"/>
          </a:solidFill>
          <a:ln w="6350">
            <a:solidFill>
              <a:srgbClr val="92D05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6. Post – deploy Verification health • smoke • </a:t>
            </a:r>
            <a:r>
              <a:rPr lang="en-US" sz="1000" dirty="0" err="1"/>
              <a:t>OTel</a:t>
            </a:r>
            <a:r>
              <a:rPr lang="en-US" sz="1000" dirty="0"/>
              <a:t> signals + alters armed • one – click rollback</a:t>
            </a:r>
          </a:p>
        </p:txBody>
      </p:sp>
      <p:sp>
        <p:nvSpPr>
          <p:cNvPr id="28" name="TextBox 27">
            <a:extLst>
              <a:ext uri="{FF2B5EF4-FFF2-40B4-BE49-F238E27FC236}">
                <a16:creationId xmlns:a16="http://schemas.microsoft.com/office/drawing/2014/main" id="{CE686D02-B6DE-D9EA-ED22-95C9AFA8591B}"/>
              </a:ext>
            </a:extLst>
          </p:cNvPr>
          <p:cNvSpPr txBox="1"/>
          <p:nvPr/>
        </p:nvSpPr>
        <p:spPr>
          <a:xfrm>
            <a:off x="9745830" y="3616391"/>
            <a:ext cx="1164545" cy="230832"/>
          </a:xfrm>
          <a:prstGeom prst="rect">
            <a:avLst/>
          </a:prstGeom>
          <a:solidFill>
            <a:schemeClr val="bg1">
              <a:lumMod val="95000"/>
            </a:schemeClr>
          </a:solidFill>
          <a:ln w="6350">
            <a:no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Main/release</a:t>
            </a:r>
          </a:p>
        </p:txBody>
      </p:sp>
      <p:cxnSp>
        <p:nvCxnSpPr>
          <p:cNvPr id="33" name="LineSpecialityArrow 33">
            <a:extLst>
              <a:ext uri="{FF2B5EF4-FFF2-40B4-BE49-F238E27FC236}">
                <a16:creationId xmlns:a16="http://schemas.microsoft.com/office/drawing/2014/main" id="{717965A9-D4DA-D0BA-ABA9-09B66A9F903B}"/>
              </a:ext>
            </a:extLst>
          </p:cNvPr>
          <p:cNvCxnSpPr>
            <a:cxnSpLocks/>
            <a:stCxn id="16" idx="2"/>
            <a:endCxn id="17" idx="0"/>
          </p:cNvCxnSpPr>
          <p:nvPr>
            <p:custDataLst>
              <p:tags r:id="rId4"/>
            </p:custDataLst>
          </p:nvPr>
        </p:nvCxnSpPr>
        <p:spPr>
          <a:xfrm>
            <a:off x="8519576" y="1925210"/>
            <a:ext cx="0" cy="23203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LineSpecialityArrow 33">
            <a:extLst>
              <a:ext uri="{FF2B5EF4-FFF2-40B4-BE49-F238E27FC236}">
                <a16:creationId xmlns:a16="http://schemas.microsoft.com/office/drawing/2014/main" id="{0B14D24C-04FB-FCBD-3A56-76EFFDCB30D4}"/>
              </a:ext>
            </a:extLst>
          </p:cNvPr>
          <p:cNvCxnSpPr>
            <a:cxnSpLocks/>
            <a:stCxn id="17" idx="2"/>
            <a:endCxn id="22" idx="0"/>
          </p:cNvCxnSpPr>
          <p:nvPr>
            <p:custDataLst>
              <p:tags r:id="rId5"/>
            </p:custDataLst>
          </p:nvPr>
        </p:nvCxnSpPr>
        <p:spPr>
          <a:xfrm>
            <a:off x="8519576" y="2388081"/>
            <a:ext cx="0" cy="23203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LineSpecialityArrow 33">
            <a:extLst>
              <a:ext uri="{FF2B5EF4-FFF2-40B4-BE49-F238E27FC236}">
                <a16:creationId xmlns:a16="http://schemas.microsoft.com/office/drawing/2014/main" id="{E39161F0-F16E-A892-F739-E97B487FC858}"/>
              </a:ext>
            </a:extLst>
          </p:cNvPr>
          <p:cNvCxnSpPr>
            <a:cxnSpLocks/>
            <a:stCxn id="22" idx="2"/>
            <a:endCxn id="28" idx="0"/>
          </p:cNvCxnSpPr>
          <p:nvPr>
            <p:custDataLst>
              <p:tags r:id="rId6"/>
            </p:custDataLst>
          </p:nvPr>
        </p:nvCxnSpPr>
        <p:spPr>
          <a:xfrm rot="16200000" flipH="1">
            <a:off x="9307820" y="2596107"/>
            <a:ext cx="232039" cy="1808527"/>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LineSpecialityArrow 33">
            <a:extLst>
              <a:ext uri="{FF2B5EF4-FFF2-40B4-BE49-F238E27FC236}">
                <a16:creationId xmlns:a16="http://schemas.microsoft.com/office/drawing/2014/main" id="{3563F0F3-CD8D-87C1-2DC0-A879EAC4869B}"/>
              </a:ext>
            </a:extLst>
          </p:cNvPr>
          <p:cNvCxnSpPr>
            <a:cxnSpLocks/>
            <a:stCxn id="50" idx="2"/>
            <a:endCxn id="24" idx="0"/>
          </p:cNvCxnSpPr>
          <p:nvPr>
            <p:custDataLst>
              <p:tags r:id="rId7"/>
            </p:custDataLst>
          </p:nvPr>
        </p:nvCxnSpPr>
        <p:spPr>
          <a:xfrm rot="5400000">
            <a:off x="9307820" y="3573197"/>
            <a:ext cx="232039" cy="1808526"/>
          </a:xfrm>
          <a:prstGeom prst="bentConnector3">
            <a:avLst>
              <a:gd name="adj1" fmla="val 50000"/>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0D9A81AA-5636-64CD-5470-FDF4EEC22F7B}"/>
              </a:ext>
            </a:extLst>
          </p:cNvPr>
          <p:cNvSpPr/>
          <p:nvPr/>
        </p:nvSpPr>
        <p:spPr>
          <a:xfrm>
            <a:off x="10259149" y="4079262"/>
            <a:ext cx="137905" cy="282179"/>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cxnSp>
        <p:nvCxnSpPr>
          <p:cNvPr id="52" name="LineSpecialityArrow 33">
            <a:extLst>
              <a:ext uri="{FF2B5EF4-FFF2-40B4-BE49-F238E27FC236}">
                <a16:creationId xmlns:a16="http://schemas.microsoft.com/office/drawing/2014/main" id="{93A0411E-3D1F-F893-B039-C4D4B8726A7A}"/>
              </a:ext>
            </a:extLst>
          </p:cNvPr>
          <p:cNvCxnSpPr>
            <a:cxnSpLocks/>
            <a:stCxn id="24" idx="2"/>
            <a:endCxn id="25" idx="0"/>
          </p:cNvCxnSpPr>
          <p:nvPr>
            <p:custDataLst>
              <p:tags r:id="rId8"/>
            </p:custDataLst>
          </p:nvPr>
        </p:nvCxnSpPr>
        <p:spPr>
          <a:xfrm>
            <a:off x="8519576" y="4978201"/>
            <a:ext cx="0" cy="23203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LineSpecialityArrow 33">
            <a:extLst>
              <a:ext uri="{FF2B5EF4-FFF2-40B4-BE49-F238E27FC236}">
                <a16:creationId xmlns:a16="http://schemas.microsoft.com/office/drawing/2014/main" id="{770B3B42-B58C-2CED-27DF-A92233517A78}"/>
              </a:ext>
            </a:extLst>
          </p:cNvPr>
          <p:cNvCxnSpPr>
            <a:cxnSpLocks/>
            <a:stCxn id="25" idx="2"/>
            <a:endCxn id="27" idx="0"/>
          </p:cNvCxnSpPr>
          <p:nvPr>
            <p:custDataLst>
              <p:tags r:id="rId9"/>
            </p:custDataLst>
          </p:nvPr>
        </p:nvCxnSpPr>
        <p:spPr>
          <a:xfrm>
            <a:off x="8519576" y="5441072"/>
            <a:ext cx="0" cy="23204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LineSpecialityArrow 33">
            <a:extLst>
              <a:ext uri="{FF2B5EF4-FFF2-40B4-BE49-F238E27FC236}">
                <a16:creationId xmlns:a16="http://schemas.microsoft.com/office/drawing/2014/main" id="{7BCBA5BF-E376-3757-F98C-00398401B14F}"/>
              </a:ext>
            </a:extLst>
          </p:cNvPr>
          <p:cNvCxnSpPr>
            <a:cxnSpLocks/>
            <a:stCxn id="28" idx="2"/>
          </p:cNvCxnSpPr>
          <p:nvPr>
            <p:custDataLst>
              <p:tags r:id="rId10"/>
            </p:custDataLst>
          </p:nvPr>
        </p:nvCxnSpPr>
        <p:spPr>
          <a:xfrm>
            <a:off x="10328103" y="3847223"/>
            <a:ext cx="0" cy="21338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7C3DAE0-1359-FDCD-28AB-89B08A6A4C09}"/>
              </a:ext>
            </a:extLst>
          </p:cNvPr>
          <p:cNvSpPr txBox="1"/>
          <p:nvPr/>
        </p:nvSpPr>
        <p:spPr>
          <a:xfrm>
            <a:off x="7134632" y="3847827"/>
            <a:ext cx="1164545" cy="230832"/>
          </a:xfrm>
          <a:prstGeom prst="rect">
            <a:avLst/>
          </a:prstGeom>
          <a:solidFill>
            <a:schemeClr val="bg1">
              <a:lumMod val="95000"/>
            </a:schemeClr>
          </a:solidFill>
          <a:ln w="6350">
            <a:no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Dev</a:t>
            </a:r>
          </a:p>
        </p:txBody>
      </p:sp>
      <p:cxnSp>
        <p:nvCxnSpPr>
          <p:cNvPr id="66" name="LineSpecialityArrow 33">
            <a:extLst>
              <a:ext uri="{FF2B5EF4-FFF2-40B4-BE49-F238E27FC236}">
                <a16:creationId xmlns:a16="http://schemas.microsoft.com/office/drawing/2014/main" id="{C8303C38-1F6D-84CC-E24E-DF312014BFA8}"/>
              </a:ext>
            </a:extLst>
          </p:cNvPr>
          <p:cNvCxnSpPr>
            <a:cxnSpLocks/>
            <a:stCxn id="22" idx="2"/>
            <a:endCxn id="65" idx="0"/>
          </p:cNvCxnSpPr>
          <p:nvPr>
            <p:custDataLst>
              <p:tags r:id="rId11"/>
            </p:custDataLst>
          </p:nvPr>
        </p:nvCxnSpPr>
        <p:spPr>
          <a:xfrm rot="5400000">
            <a:off x="7886504" y="3214754"/>
            <a:ext cx="463475" cy="802671"/>
          </a:xfrm>
          <a:prstGeom prst="bentConnector3">
            <a:avLst>
              <a:gd name="adj1" fmla="val 50000"/>
            </a:avLst>
          </a:prstGeom>
          <a:ln w="6350" cap="flat">
            <a:solidFill>
              <a:schemeClr val="tx1"/>
            </a:solidFill>
            <a:miter lim="800000"/>
            <a:tailEnd type="none" w="med" len="med"/>
          </a:ln>
        </p:spPr>
        <p:style>
          <a:lnRef idx="1">
            <a:schemeClr val="accent1"/>
          </a:lnRef>
          <a:fillRef idx="0">
            <a:schemeClr val="accent1"/>
          </a:fillRef>
          <a:effectRef idx="0">
            <a:schemeClr val="accent1"/>
          </a:effectRef>
          <a:fontRef idx="minor">
            <a:schemeClr val="tx1"/>
          </a:fontRef>
        </p:style>
      </p:cxnSp>
      <p:cxnSp>
        <p:nvCxnSpPr>
          <p:cNvPr id="70" name="LineSpecialityArrow 33">
            <a:extLst>
              <a:ext uri="{FF2B5EF4-FFF2-40B4-BE49-F238E27FC236}">
                <a16:creationId xmlns:a16="http://schemas.microsoft.com/office/drawing/2014/main" id="{F4FB220A-2589-B90B-273A-6BA4942675A0}"/>
              </a:ext>
            </a:extLst>
          </p:cNvPr>
          <p:cNvCxnSpPr>
            <a:cxnSpLocks/>
            <a:stCxn id="65" idx="2"/>
            <a:endCxn id="24" idx="0"/>
          </p:cNvCxnSpPr>
          <p:nvPr>
            <p:custDataLst>
              <p:tags r:id="rId12"/>
            </p:custDataLst>
          </p:nvPr>
        </p:nvCxnSpPr>
        <p:spPr>
          <a:xfrm rot="16200000" flipH="1">
            <a:off x="7860830" y="3934733"/>
            <a:ext cx="514821" cy="802671"/>
          </a:xfrm>
          <a:prstGeom prst="bentConnector3">
            <a:avLst>
              <a:gd name="adj1" fmla="val 75902"/>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41292CE6-ED96-439D-B51E-102D416F9E9E}"/>
              </a:ext>
            </a:extLst>
          </p:cNvPr>
          <p:cNvSpPr>
            <a:spLocks/>
          </p:cNvSpPr>
          <p:nvPr/>
        </p:nvSpPr>
        <p:spPr>
          <a:xfrm>
            <a:off x="6625774" y="1207770"/>
            <a:ext cx="5014193" cy="4962868"/>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07" name="Rectangle 106">
            <a:extLst>
              <a:ext uri="{FF2B5EF4-FFF2-40B4-BE49-F238E27FC236}">
                <a16:creationId xmlns:a16="http://schemas.microsoft.com/office/drawing/2014/main" id="{3543CB2C-F57F-5248-3CFF-879665FCD7DC}"/>
              </a:ext>
            </a:extLst>
          </p:cNvPr>
          <p:cNvSpPr>
            <a:spLocks/>
          </p:cNvSpPr>
          <p:nvPr/>
        </p:nvSpPr>
        <p:spPr>
          <a:xfrm>
            <a:off x="3756216" y="1654640"/>
            <a:ext cx="2075290" cy="4069129"/>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7" name="TextBox 6">
            <a:extLst>
              <a:ext uri="{FF2B5EF4-FFF2-40B4-BE49-F238E27FC236}">
                <a16:creationId xmlns:a16="http://schemas.microsoft.com/office/drawing/2014/main" id="{F61B107F-3573-01A8-6F71-FA211E233F0D}"/>
              </a:ext>
            </a:extLst>
          </p:cNvPr>
          <p:cNvSpPr txBox="1">
            <a:spLocks/>
          </p:cNvSpPr>
          <p:nvPr/>
        </p:nvSpPr>
        <p:spPr>
          <a:xfrm>
            <a:off x="3847266" y="2324808"/>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1. Source Checkout</a:t>
            </a:r>
          </a:p>
        </p:txBody>
      </p:sp>
      <p:sp>
        <p:nvSpPr>
          <p:cNvPr id="9" name="TextBox 8">
            <a:extLst>
              <a:ext uri="{FF2B5EF4-FFF2-40B4-BE49-F238E27FC236}">
                <a16:creationId xmlns:a16="http://schemas.microsoft.com/office/drawing/2014/main" id="{DF18D07F-0838-B46B-1530-FBD375C38CB2}"/>
              </a:ext>
            </a:extLst>
          </p:cNvPr>
          <p:cNvSpPr txBox="1">
            <a:spLocks/>
          </p:cNvSpPr>
          <p:nvPr/>
        </p:nvSpPr>
        <p:spPr>
          <a:xfrm>
            <a:off x="3847266" y="2876635"/>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2. Build and compile </a:t>
            </a:r>
            <a:r>
              <a:rPr lang="en-US" sz="1000" dirty="0" err="1"/>
              <a:t>npm</a:t>
            </a:r>
            <a:r>
              <a:rPr lang="en-US" sz="1000" dirty="0"/>
              <a:t> ci • </a:t>
            </a:r>
            <a:br>
              <a:rPr lang="en-US" sz="1000" dirty="0"/>
            </a:br>
            <a:r>
              <a:rPr lang="en-US" sz="1000" dirty="0"/>
              <a:t>next build</a:t>
            </a:r>
          </a:p>
        </p:txBody>
      </p:sp>
      <p:sp>
        <p:nvSpPr>
          <p:cNvPr id="11" name="TextBox 10">
            <a:extLst>
              <a:ext uri="{FF2B5EF4-FFF2-40B4-BE49-F238E27FC236}">
                <a16:creationId xmlns:a16="http://schemas.microsoft.com/office/drawing/2014/main" id="{06B31938-6479-C33C-EB46-864B14CAE28D}"/>
              </a:ext>
            </a:extLst>
          </p:cNvPr>
          <p:cNvSpPr txBox="1">
            <a:spLocks/>
          </p:cNvSpPr>
          <p:nvPr/>
        </p:nvSpPr>
        <p:spPr>
          <a:xfrm>
            <a:off x="3847266" y="3428462"/>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3. Lint and type check </a:t>
            </a:r>
            <a:r>
              <a:rPr lang="en-US" sz="1000" dirty="0" err="1"/>
              <a:t>ESLint</a:t>
            </a:r>
            <a:r>
              <a:rPr lang="en-US" sz="1000" dirty="0"/>
              <a:t> • Prettier • </a:t>
            </a:r>
            <a:r>
              <a:rPr lang="en-US" sz="1000" dirty="0" err="1"/>
              <a:t>tsc</a:t>
            </a:r>
            <a:endParaRPr lang="en-US" sz="1000" dirty="0"/>
          </a:p>
        </p:txBody>
      </p:sp>
      <p:sp>
        <p:nvSpPr>
          <p:cNvPr id="12" name="TextBox 11">
            <a:extLst>
              <a:ext uri="{FF2B5EF4-FFF2-40B4-BE49-F238E27FC236}">
                <a16:creationId xmlns:a16="http://schemas.microsoft.com/office/drawing/2014/main" id="{67649FA1-1436-AE27-DF92-8F0BE820F1E9}"/>
              </a:ext>
            </a:extLst>
          </p:cNvPr>
          <p:cNvSpPr txBox="1">
            <a:spLocks/>
          </p:cNvSpPr>
          <p:nvPr/>
        </p:nvSpPr>
        <p:spPr>
          <a:xfrm>
            <a:off x="3847266" y="3980289"/>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4. Test and coverage </a:t>
            </a:r>
            <a:br>
              <a:rPr lang="en-US" sz="1000" dirty="0"/>
            </a:br>
            <a:r>
              <a:rPr lang="en-US" sz="1000" dirty="0"/>
              <a:t>Jest &gt;= 70%</a:t>
            </a:r>
          </a:p>
        </p:txBody>
      </p:sp>
      <p:sp>
        <p:nvSpPr>
          <p:cNvPr id="13" name="TextBox 12">
            <a:extLst>
              <a:ext uri="{FF2B5EF4-FFF2-40B4-BE49-F238E27FC236}">
                <a16:creationId xmlns:a16="http://schemas.microsoft.com/office/drawing/2014/main" id="{960D42E8-8FC5-37C9-0C04-29290835B7FD}"/>
              </a:ext>
            </a:extLst>
          </p:cNvPr>
          <p:cNvSpPr txBox="1">
            <a:spLocks/>
          </p:cNvSpPr>
          <p:nvPr/>
        </p:nvSpPr>
        <p:spPr>
          <a:xfrm>
            <a:off x="3847266" y="4532116"/>
            <a:ext cx="1893190" cy="384721"/>
          </a:xfrm>
          <a:prstGeom prst="rect">
            <a:avLst/>
          </a:prstGeom>
          <a:solidFill>
            <a:srgbClr val="E5F8FF"/>
          </a:solidFill>
          <a:ln w="6350">
            <a:solidFill>
              <a:schemeClr val="accent2"/>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5. Security Scan SAST + dependency audit</a:t>
            </a:r>
          </a:p>
        </p:txBody>
      </p:sp>
      <p:sp>
        <p:nvSpPr>
          <p:cNvPr id="14" name="TextBox 13">
            <a:extLst>
              <a:ext uri="{FF2B5EF4-FFF2-40B4-BE49-F238E27FC236}">
                <a16:creationId xmlns:a16="http://schemas.microsoft.com/office/drawing/2014/main" id="{09EA5FA8-F7CC-1321-F3C9-03E09FDA4CF8}"/>
              </a:ext>
            </a:extLst>
          </p:cNvPr>
          <p:cNvSpPr txBox="1"/>
          <p:nvPr/>
        </p:nvSpPr>
        <p:spPr>
          <a:xfrm>
            <a:off x="3847266" y="5083945"/>
            <a:ext cx="1893190" cy="485180"/>
          </a:xfrm>
          <a:prstGeom prst="hexagon">
            <a:avLst/>
          </a:prstGeom>
          <a:solidFill>
            <a:srgbClr val="FFD1D1"/>
          </a:solidFill>
          <a:ln w="6350">
            <a:solidFill>
              <a:srgbClr val="FF0000"/>
            </a:solidFill>
          </a:ln>
        </p:spPr>
        <p:txBody>
          <a:bodyPr vert="horz" wrap="square" lIns="38100" tIns="38100" rIns="38100" bIns="3810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t>All PR gates green required for merge</a:t>
            </a:r>
          </a:p>
        </p:txBody>
      </p:sp>
      <p:cxnSp>
        <p:nvCxnSpPr>
          <p:cNvPr id="86" name="LineSpecialityArrow 33">
            <a:extLst>
              <a:ext uri="{FF2B5EF4-FFF2-40B4-BE49-F238E27FC236}">
                <a16:creationId xmlns:a16="http://schemas.microsoft.com/office/drawing/2014/main" id="{E627296A-5BA2-F6FA-A704-5B0921BEE7FE}"/>
              </a:ext>
            </a:extLst>
          </p:cNvPr>
          <p:cNvCxnSpPr>
            <a:cxnSpLocks/>
            <a:stCxn id="7" idx="2"/>
            <a:endCxn id="9" idx="0"/>
          </p:cNvCxnSpPr>
          <p:nvPr>
            <p:custDataLst>
              <p:tags r:id="rId13"/>
            </p:custDataLst>
          </p:nvPr>
        </p:nvCxnSpPr>
        <p:spPr>
          <a:xfrm>
            <a:off x="4793861" y="2709529"/>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LineSpecialityArrow 33">
            <a:extLst>
              <a:ext uri="{FF2B5EF4-FFF2-40B4-BE49-F238E27FC236}">
                <a16:creationId xmlns:a16="http://schemas.microsoft.com/office/drawing/2014/main" id="{6AD4F176-DA03-57B9-17E8-E4C8C00BEB42}"/>
              </a:ext>
            </a:extLst>
          </p:cNvPr>
          <p:cNvCxnSpPr>
            <a:cxnSpLocks/>
            <a:stCxn id="9" idx="2"/>
            <a:endCxn id="11" idx="0"/>
          </p:cNvCxnSpPr>
          <p:nvPr>
            <p:custDataLst>
              <p:tags r:id="rId14"/>
            </p:custDataLst>
          </p:nvPr>
        </p:nvCxnSpPr>
        <p:spPr>
          <a:xfrm>
            <a:off x="4793861" y="3261356"/>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LineSpecialityArrow 33">
            <a:extLst>
              <a:ext uri="{FF2B5EF4-FFF2-40B4-BE49-F238E27FC236}">
                <a16:creationId xmlns:a16="http://schemas.microsoft.com/office/drawing/2014/main" id="{C7E5A1BD-04D7-A5BF-001D-C640D8042CBF}"/>
              </a:ext>
            </a:extLst>
          </p:cNvPr>
          <p:cNvCxnSpPr>
            <a:cxnSpLocks/>
            <a:stCxn id="11" idx="2"/>
            <a:endCxn id="12" idx="0"/>
          </p:cNvCxnSpPr>
          <p:nvPr>
            <p:custDataLst>
              <p:tags r:id="rId15"/>
            </p:custDataLst>
          </p:nvPr>
        </p:nvCxnSpPr>
        <p:spPr>
          <a:xfrm>
            <a:off x="4793861" y="3813183"/>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LineSpecialityArrow 33">
            <a:extLst>
              <a:ext uri="{FF2B5EF4-FFF2-40B4-BE49-F238E27FC236}">
                <a16:creationId xmlns:a16="http://schemas.microsoft.com/office/drawing/2014/main" id="{74CB6593-29FD-5D23-A645-E9021CA69199}"/>
              </a:ext>
            </a:extLst>
          </p:cNvPr>
          <p:cNvCxnSpPr>
            <a:cxnSpLocks/>
            <a:stCxn id="12" idx="2"/>
            <a:endCxn id="13" idx="0"/>
          </p:cNvCxnSpPr>
          <p:nvPr>
            <p:custDataLst>
              <p:tags r:id="rId16"/>
            </p:custDataLst>
          </p:nvPr>
        </p:nvCxnSpPr>
        <p:spPr>
          <a:xfrm>
            <a:off x="4793861" y="4365010"/>
            <a:ext cx="0" cy="167106"/>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LineSpecialityArrow 33">
            <a:extLst>
              <a:ext uri="{FF2B5EF4-FFF2-40B4-BE49-F238E27FC236}">
                <a16:creationId xmlns:a16="http://schemas.microsoft.com/office/drawing/2014/main" id="{09488D23-A4F8-0FD3-D737-9993FE9ABA89}"/>
              </a:ext>
            </a:extLst>
          </p:cNvPr>
          <p:cNvCxnSpPr>
            <a:cxnSpLocks/>
            <a:stCxn id="13" idx="2"/>
            <a:endCxn id="104" idx="0"/>
          </p:cNvCxnSpPr>
          <p:nvPr>
            <p:custDataLst>
              <p:tags r:id="rId17"/>
            </p:custDataLst>
          </p:nvPr>
        </p:nvCxnSpPr>
        <p:spPr>
          <a:xfrm>
            <a:off x="4793861" y="4916837"/>
            <a:ext cx="0" cy="167109"/>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B36F035E-B573-C125-DB54-0BD7D816A743}"/>
              </a:ext>
            </a:extLst>
          </p:cNvPr>
          <p:cNvSpPr/>
          <p:nvPr/>
        </p:nvSpPr>
        <p:spPr>
          <a:xfrm>
            <a:off x="4732584" y="5083946"/>
            <a:ext cx="122554" cy="48518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08" name="TextBox 107">
            <a:extLst>
              <a:ext uri="{FF2B5EF4-FFF2-40B4-BE49-F238E27FC236}">
                <a16:creationId xmlns:a16="http://schemas.microsoft.com/office/drawing/2014/main" id="{DD1490CA-B569-CD83-2B19-C6FFF5C7586A}"/>
              </a:ext>
            </a:extLst>
          </p:cNvPr>
          <p:cNvSpPr txBox="1">
            <a:spLocks/>
          </p:cNvSpPr>
          <p:nvPr/>
        </p:nvSpPr>
        <p:spPr>
          <a:xfrm>
            <a:off x="3847266" y="1809282"/>
            <a:ext cx="1893190"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FE . PR Validation </a:t>
            </a:r>
            <a:br>
              <a:rPr lang="en-US" sz="1200" b="1" dirty="0"/>
            </a:br>
            <a:r>
              <a:rPr lang="en-US" sz="1200" b="1" dirty="0"/>
              <a:t>(every stage blocking)</a:t>
            </a:r>
          </a:p>
        </p:txBody>
      </p:sp>
    </p:spTree>
    <p:extLst>
      <p:ext uri="{BB962C8B-B14F-4D97-AF65-F5344CB8AC3E}">
        <p14:creationId xmlns:p14="http://schemas.microsoft.com/office/powerpoint/2010/main" val="1722878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C89C0C83-B317-663D-3738-A1005302C99B}"/>
              </a:ext>
            </a:extLst>
          </p:cNvPr>
          <p:cNvGraphicFramePr>
            <a:graphicFrameLocks noChangeAspect="1"/>
          </p:cNvGraphicFramePr>
          <p:nvPr>
            <p:custDataLst>
              <p:tags r:id="rId1"/>
            </p:custDataLst>
            <p:extLst>
              <p:ext uri="{D42A27DB-BD31-4B8C-83A1-F6EECF244321}">
                <p14:modId xmlns:p14="http://schemas.microsoft.com/office/powerpoint/2010/main" val="28265524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7772400" imgH="10058400" progId="TCLayout.ActiveDocument.1">
                  <p:embed/>
                </p:oleObj>
              </mc:Choice>
              <mc:Fallback>
                <p:oleObj name="think-cell Slide" r:id="rId8" imgW="7772400" imgH="10058400" progId="TCLayout.ActiveDocument.1">
                  <p:embed/>
                  <p:pic>
                    <p:nvPicPr>
                      <p:cNvPr id="13" name="think-cell data - do not delete" hidden="1">
                        <a:extLst>
                          <a:ext uri="{FF2B5EF4-FFF2-40B4-BE49-F238E27FC236}">
                            <a16:creationId xmlns:a16="http://schemas.microsoft.com/office/drawing/2014/main" id="{C89C0C83-B317-663D-3738-A1005302C99B}"/>
                          </a:ext>
                        </a:extLst>
                      </p:cNvPr>
                      <p:cNvPicPr/>
                      <p:nvPr/>
                    </p:nvPicPr>
                    <p:blipFill>
                      <a:blip r:embed="rId9"/>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A093CB05-6FCF-E040-D4B8-C2698394BB1A}"/>
              </a:ext>
            </a:extLst>
          </p:cNvPr>
          <p:cNvSpPr>
            <a:spLocks noGrp="1"/>
          </p:cNvSpPr>
          <p:nvPr>
            <p:ph type="title"/>
          </p:nvPr>
        </p:nvSpPr>
        <p:spPr/>
        <p:txBody>
          <a:bodyPr vert="horz"/>
          <a:lstStyle/>
          <a:p>
            <a:r>
              <a:rPr lang="en-GB">
                <a:ea typeface="Calibri"/>
                <a:cs typeface="Calibri"/>
              </a:rPr>
              <a:t>CI/CD – Base Image</a:t>
            </a:r>
            <a:endParaRPr lang="en-GB"/>
          </a:p>
        </p:txBody>
      </p:sp>
      <p:sp>
        <p:nvSpPr>
          <p:cNvPr id="5" name="Subtitle 4">
            <a:extLst>
              <a:ext uri="{FF2B5EF4-FFF2-40B4-BE49-F238E27FC236}">
                <a16:creationId xmlns:a16="http://schemas.microsoft.com/office/drawing/2014/main" id="{89F55F9E-A1BA-BB78-B2D9-A5FA97965925}"/>
              </a:ext>
            </a:extLst>
          </p:cNvPr>
          <p:cNvSpPr>
            <a:spLocks noGrp="1"/>
          </p:cNvSpPr>
          <p:nvPr>
            <p:ph type="subTitle" idx="1"/>
          </p:nvPr>
        </p:nvSpPr>
        <p:spPr/>
        <p:txBody>
          <a:bodyPr/>
          <a:lstStyle/>
          <a:p>
            <a:endParaRPr lang="en-US"/>
          </a:p>
        </p:txBody>
      </p:sp>
      <p:sp>
        <p:nvSpPr>
          <p:cNvPr id="7" name="Text Placeholder 6">
            <a:extLst>
              <a:ext uri="{FF2B5EF4-FFF2-40B4-BE49-F238E27FC236}">
                <a16:creationId xmlns:a16="http://schemas.microsoft.com/office/drawing/2014/main" id="{D6ED788D-5486-9BA5-3BE4-1BC0F72F359C}"/>
              </a:ext>
            </a:extLst>
          </p:cNvPr>
          <p:cNvSpPr>
            <a:spLocks noGrp="1"/>
          </p:cNvSpPr>
          <p:nvPr>
            <p:ph type="body" sz="quarter" idx="10"/>
          </p:nvPr>
        </p:nvSpPr>
        <p:spPr/>
        <p:txBody>
          <a:bodyPr/>
          <a:lstStyle/>
          <a:p>
            <a:endParaRPr lang="en-US"/>
          </a:p>
        </p:txBody>
      </p:sp>
      <p:sp>
        <p:nvSpPr>
          <p:cNvPr id="9" name="Rectangle 8">
            <a:extLst>
              <a:ext uri="{FF2B5EF4-FFF2-40B4-BE49-F238E27FC236}">
                <a16:creationId xmlns:a16="http://schemas.microsoft.com/office/drawing/2014/main" id="{FDF1E992-7122-7BA3-1882-00528E0F7429}"/>
              </a:ext>
            </a:extLst>
          </p:cNvPr>
          <p:cNvSpPr>
            <a:spLocks/>
          </p:cNvSpPr>
          <p:nvPr/>
        </p:nvSpPr>
        <p:spPr>
          <a:xfrm>
            <a:off x="3644900" y="2875538"/>
            <a:ext cx="7992364" cy="1304459"/>
          </a:xfrm>
          <a:prstGeom prst="rect">
            <a:avLst/>
          </a:prstGeom>
          <a:no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0" name="TextBox 9">
            <a:extLst>
              <a:ext uri="{FF2B5EF4-FFF2-40B4-BE49-F238E27FC236}">
                <a16:creationId xmlns:a16="http://schemas.microsoft.com/office/drawing/2014/main" id="{6142D523-1E38-E2CC-34E9-20F173EE32E4}"/>
              </a:ext>
            </a:extLst>
          </p:cNvPr>
          <p:cNvSpPr txBox="1">
            <a:spLocks/>
          </p:cNvSpPr>
          <p:nvPr/>
        </p:nvSpPr>
        <p:spPr>
          <a:xfrm>
            <a:off x="3995552" y="3030179"/>
            <a:ext cx="729105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200" b="1" dirty="0"/>
              <a:t>Base Image Pipeline (runs centrally, on CVE / Schedule)</a:t>
            </a:r>
          </a:p>
        </p:txBody>
      </p:sp>
      <p:sp>
        <p:nvSpPr>
          <p:cNvPr id="14" name="TextBox 13">
            <a:extLst>
              <a:ext uri="{FF2B5EF4-FFF2-40B4-BE49-F238E27FC236}">
                <a16:creationId xmlns:a16="http://schemas.microsoft.com/office/drawing/2014/main" id="{08CCB87B-6795-0629-5DFD-83516D82BB00}"/>
              </a:ext>
            </a:extLst>
          </p:cNvPr>
          <p:cNvSpPr txBox="1">
            <a:spLocks/>
          </p:cNvSpPr>
          <p:nvPr/>
        </p:nvSpPr>
        <p:spPr>
          <a:xfrm>
            <a:off x="3822687" y="3392597"/>
            <a:ext cx="1061715" cy="627942"/>
          </a:xfrm>
          <a:prstGeom prst="rect">
            <a:avLst/>
          </a:prstGeom>
          <a:solidFill>
            <a:srgbClr val="F6EBF9"/>
          </a:solidFill>
          <a:ln w="6350">
            <a:solidFill>
              <a:schemeClr val="accent1"/>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solidFill>
                  <a:schemeClr val="tx1">
                    <a:lumMod val="50000"/>
                  </a:schemeClr>
                </a:solidFill>
              </a:rPr>
              <a:t>1. Build base image</a:t>
            </a:r>
          </a:p>
        </p:txBody>
      </p:sp>
      <p:sp>
        <p:nvSpPr>
          <p:cNvPr id="15" name="TextBox 14">
            <a:extLst>
              <a:ext uri="{FF2B5EF4-FFF2-40B4-BE49-F238E27FC236}">
                <a16:creationId xmlns:a16="http://schemas.microsoft.com/office/drawing/2014/main" id="{B1817888-15C2-2FA4-F03D-E2A6B37C93EC}"/>
              </a:ext>
            </a:extLst>
          </p:cNvPr>
          <p:cNvSpPr txBox="1">
            <a:spLocks/>
          </p:cNvSpPr>
          <p:nvPr/>
        </p:nvSpPr>
        <p:spPr>
          <a:xfrm>
            <a:off x="5136026" y="3392597"/>
            <a:ext cx="1061715" cy="627942"/>
          </a:xfrm>
          <a:prstGeom prst="rect">
            <a:avLst/>
          </a:prstGeom>
          <a:solidFill>
            <a:srgbClr val="F6EBF9"/>
          </a:solidFill>
          <a:ln w="6350">
            <a:solidFill>
              <a:schemeClr val="accent1"/>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solidFill>
                  <a:schemeClr val="tx1">
                    <a:lumMod val="50000"/>
                  </a:schemeClr>
                </a:solidFill>
              </a:rPr>
              <a:t>2. Patch CVEs</a:t>
            </a:r>
          </a:p>
        </p:txBody>
      </p:sp>
      <p:sp>
        <p:nvSpPr>
          <p:cNvPr id="16" name="TextBox 15">
            <a:extLst>
              <a:ext uri="{FF2B5EF4-FFF2-40B4-BE49-F238E27FC236}">
                <a16:creationId xmlns:a16="http://schemas.microsoft.com/office/drawing/2014/main" id="{E6BBD3EF-62AF-C972-9BFF-5B5883F0DC9F}"/>
              </a:ext>
            </a:extLst>
          </p:cNvPr>
          <p:cNvSpPr txBox="1">
            <a:spLocks/>
          </p:cNvSpPr>
          <p:nvPr/>
        </p:nvSpPr>
        <p:spPr>
          <a:xfrm>
            <a:off x="6449365" y="3392597"/>
            <a:ext cx="1061715" cy="627942"/>
          </a:xfrm>
          <a:prstGeom prst="rect">
            <a:avLst/>
          </a:prstGeom>
          <a:solidFill>
            <a:srgbClr val="F6EBF9"/>
          </a:solidFill>
          <a:ln w="6350">
            <a:solidFill>
              <a:schemeClr val="accent1"/>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solidFill>
                  <a:schemeClr val="tx1">
                    <a:lumMod val="50000"/>
                  </a:schemeClr>
                </a:solidFill>
              </a:rPr>
              <a:t>3. Scan base image</a:t>
            </a:r>
          </a:p>
        </p:txBody>
      </p:sp>
      <p:sp>
        <p:nvSpPr>
          <p:cNvPr id="17" name="TextBox 16">
            <a:extLst>
              <a:ext uri="{FF2B5EF4-FFF2-40B4-BE49-F238E27FC236}">
                <a16:creationId xmlns:a16="http://schemas.microsoft.com/office/drawing/2014/main" id="{67D342B2-FD04-4385-6CF1-513CF3E7A7DB}"/>
              </a:ext>
            </a:extLst>
          </p:cNvPr>
          <p:cNvSpPr txBox="1">
            <a:spLocks/>
          </p:cNvSpPr>
          <p:nvPr/>
        </p:nvSpPr>
        <p:spPr>
          <a:xfrm>
            <a:off x="7762704" y="3392597"/>
            <a:ext cx="1061715" cy="627942"/>
          </a:xfrm>
          <a:prstGeom prst="rect">
            <a:avLst/>
          </a:prstGeom>
          <a:solidFill>
            <a:srgbClr val="F6EBF9"/>
          </a:solidFill>
          <a:ln w="6350">
            <a:solidFill>
              <a:schemeClr val="accent1"/>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solidFill>
                  <a:schemeClr val="tx1">
                    <a:lumMod val="50000"/>
                  </a:schemeClr>
                </a:solidFill>
              </a:rPr>
              <a:t>4. Sign image cosign</a:t>
            </a:r>
          </a:p>
        </p:txBody>
      </p:sp>
      <p:sp>
        <p:nvSpPr>
          <p:cNvPr id="18" name="TextBox 17">
            <a:extLst>
              <a:ext uri="{FF2B5EF4-FFF2-40B4-BE49-F238E27FC236}">
                <a16:creationId xmlns:a16="http://schemas.microsoft.com/office/drawing/2014/main" id="{78E6F04A-9937-A75B-27DB-9EC877519CFB}"/>
              </a:ext>
            </a:extLst>
          </p:cNvPr>
          <p:cNvSpPr txBox="1">
            <a:spLocks/>
          </p:cNvSpPr>
          <p:nvPr/>
        </p:nvSpPr>
        <p:spPr>
          <a:xfrm>
            <a:off x="9076043" y="3392597"/>
            <a:ext cx="1061715" cy="627942"/>
          </a:xfrm>
          <a:prstGeom prst="rect">
            <a:avLst/>
          </a:prstGeom>
          <a:solidFill>
            <a:srgbClr val="F6EBF9"/>
          </a:solidFill>
          <a:ln w="6350">
            <a:solidFill>
              <a:schemeClr val="accent1"/>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solidFill>
                  <a:schemeClr val="tx1">
                    <a:lumMod val="50000"/>
                  </a:schemeClr>
                </a:solidFill>
              </a:rPr>
              <a:t>5. Push to ACR</a:t>
            </a:r>
          </a:p>
        </p:txBody>
      </p:sp>
      <p:sp>
        <p:nvSpPr>
          <p:cNvPr id="20" name="TextBox 19">
            <a:extLst>
              <a:ext uri="{FF2B5EF4-FFF2-40B4-BE49-F238E27FC236}">
                <a16:creationId xmlns:a16="http://schemas.microsoft.com/office/drawing/2014/main" id="{0031367D-AB09-9DAA-18F1-749EFCBD9AAF}"/>
              </a:ext>
            </a:extLst>
          </p:cNvPr>
          <p:cNvSpPr txBox="1">
            <a:spLocks/>
          </p:cNvSpPr>
          <p:nvPr/>
        </p:nvSpPr>
        <p:spPr>
          <a:xfrm>
            <a:off x="10389381" y="3392597"/>
            <a:ext cx="1061715" cy="627942"/>
          </a:xfrm>
          <a:prstGeom prst="rect">
            <a:avLst/>
          </a:prstGeom>
          <a:solidFill>
            <a:srgbClr val="F6EBF9"/>
          </a:solidFill>
          <a:ln w="6350">
            <a:solidFill>
              <a:schemeClr val="accent1"/>
            </a:solidFill>
          </a:ln>
        </p:spPr>
        <p:txBody>
          <a:bodyPr vert="horz" wrap="square" lIns="38100" tIns="38100" rIns="38100" bIns="3810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000" dirty="0">
                <a:solidFill>
                  <a:schemeClr val="tx1">
                    <a:lumMod val="50000"/>
                  </a:schemeClr>
                </a:solidFill>
              </a:rPr>
              <a:t>6. Version and tag</a:t>
            </a:r>
          </a:p>
        </p:txBody>
      </p:sp>
      <p:cxnSp>
        <p:nvCxnSpPr>
          <p:cNvPr id="24" name="LineSpecialityArrow 33">
            <a:extLst>
              <a:ext uri="{FF2B5EF4-FFF2-40B4-BE49-F238E27FC236}">
                <a16:creationId xmlns:a16="http://schemas.microsoft.com/office/drawing/2014/main" id="{D2549A44-E508-117F-93F0-D99AA20D17A0}"/>
              </a:ext>
            </a:extLst>
          </p:cNvPr>
          <p:cNvCxnSpPr>
            <a:cxnSpLocks/>
            <a:stCxn id="14" idx="3"/>
            <a:endCxn id="15" idx="1"/>
          </p:cNvCxnSpPr>
          <p:nvPr>
            <p:custDataLst>
              <p:tags r:id="rId2"/>
            </p:custDataLst>
          </p:nvPr>
        </p:nvCxnSpPr>
        <p:spPr>
          <a:xfrm>
            <a:off x="4884402" y="3706568"/>
            <a:ext cx="251624" cy="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LineSpecialityArrow 33">
            <a:extLst>
              <a:ext uri="{FF2B5EF4-FFF2-40B4-BE49-F238E27FC236}">
                <a16:creationId xmlns:a16="http://schemas.microsoft.com/office/drawing/2014/main" id="{2F59C441-52E7-5E26-4687-EF0D527FC1F8}"/>
              </a:ext>
            </a:extLst>
          </p:cNvPr>
          <p:cNvCxnSpPr>
            <a:cxnSpLocks/>
            <a:stCxn id="15" idx="3"/>
            <a:endCxn id="16" idx="1"/>
          </p:cNvCxnSpPr>
          <p:nvPr>
            <p:custDataLst>
              <p:tags r:id="rId3"/>
            </p:custDataLst>
          </p:nvPr>
        </p:nvCxnSpPr>
        <p:spPr>
          <a:xfrm>
            <a:off x="6197741" y="3706568"/>
            <a:ext cx="251624" cy="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LineSpecialityArrow 33">
            <a:extLst>
              <a:ext uri="{FF2B5EF4-FFF2-40B4-BE49-F238E27FC236}">
                <a16:creationId xmlns:a16="http://schemas.microsoft.com/office/drawing/2014/main" id="{C4318C87-AD24-5008-2AF5-85E250B113A0}"/>
              </a:ext>
            </a:extLst>
          </p:cNvPr>
          <p:cNvCxnSpPr>
            <a:cxnSpLocks/>
            <a:stCxn id="16" idx="3"/>
            <a:endCxn id="17" idx="1"/>
          </p:cNvCxnSpPr>
          <p:nvPr>
            <p:custDataLst>
              <p:tags r:id="rId4"/>
            </p:custDataLst>
          </p:nvPr>
        </p:nvCxnSpPr>
        <p:spPr>
          <a:xfrm>
            <a:off x="7511080" y="3706568"/>
            <a:ext cx="251624" cy="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LineSpecialityArrow 33">
            <a:extLst>
              <a:ext uri="{FF2B5EF4-FFF2-40B4-BE49-F238E27FC236}">
                <a16:creationId xmlns:a16="http://schemas.microsoft.com/office/drawing/2014/main" id="{23C822D4-B9E5-C787-357F-92D24BCFC61E}"/>
              </a:ext>
            </a:extLst>
          </p:cNvPr>
          <p:cNvCxnSpPr>
            <a:cxnSpLocks/>
            <a:stCxn id="17" idx="3"/>
            <a:endCxn id="18" idx="1"/>
          </p:cNvCxnSpPr>
          <p:nvPr>
            <p:custDataLst>
              <p:tags r:id="rId5"/>
            </p:custDataLst>
          </p:nvPr>
        </p:nvCxnSpPr>
        <p:spPr>
          <a:xfrm>
            <a:off x="8824419" y="3706568"/>
            <a:ext cx="251624" cy="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LineSpecialityArrow 33">
            <a:extLst>
              <a:ext uri="{FF2B5EF4-FFF2-40B4-BE49-F238E27FC236}">
                <a16:creationId xmlns:a16="http://schemas.microsoft.com/office/drawing/2014/main" id="{FD377966-DD75-E046-C0F9-076AA8BC9475}"/>
              </a:ext>
            </a:extLst>
          </p:cNvPr>
          <p:cNvCxnSpPr>
            <a:cxnSpLocks/>
            <a:stCxn id="18" idx="3"/>
            <a:endCxn id="20" idx="1"/>
          </p:cNvCxnSpPr>
          <p:nvPr>
            <p:custDataLst>
              <p:tags r:id="rId6"/>
            </p:custDataLst>
          </p:nvPr>
        </p:nvCxnSpPr>
        <p:spPr>
          <a:xfrm>
            <a:off x="10137758" y="3706568"/>
            <a:ext cx="251623" cy="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024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838F9AC-E3DE-80A3-EE76-6BA807ED5379}"/>
              </a:ext>
            </a:extLst>
          </p:cNvPr>
          <p:cNvGraphicFramePr>
            <a:graphicFrameLocks noChangeAspect="1"/>
          </p:cNvGraphicFramePr>
          <p:nvPr>
            <p:custDataLst>
              <p:tags r:id="rId1"/>
            </p:custDataLst>
            <p:extLst>
              <p:ext uri="{D42A27DB-BD31-4B8C-83A1-F6EECF244321}">
                <p14:modId xmlns:p14="http://schemas.microsoft.com/office/powerpoint/2010/main" val="2067695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5838F9AC-E3DE-80A3-EE76-6BA807ED53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1138217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CTFIXED" val="Yes"/>
  <p:tag name="TSCLIENT" val="True"/>
  <p:tag name="TCCONTRASTACCENTS" val="4|5|6|7|8|9"/>
  <p:tag name="TCLIGHTACCENTS" val="4|5|6|7|8|9"/>
  <p:tag name="THINKCELLUNDODONOTDELETE" val="0"/>
  <p:tag name="TEMPLATELASTEDITED" val="2024-06-11 10:21 AM"/>
  <p:tag name="LINKEDPICTURESLINKREMOVED" val="True"/>
  <p:tag name="ICONFILLBACKGROUND" val="Color [A=255, R=255, G=255, B=255]"/>
  <p:tag name="ICONFILLBACKGROUNDTHEME" val="Background 1"/>
  <p:tag name="THINKCELLPRESENTATIONDONOTDELETE" val="&lt;?xml version=&quot;1.0&quot; encoding=&quot;UTF-16&quot; standalone=&quot;yes&quot;?&gt;&lt;root reqver=&quot;28224&quot;&gt;&lt;version val=&quot;3586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81000000000000005329E+00&quot;&gt;&lt;m_msothmcolidx val=&quot;0&quot;/&gt;&lt;m_rgb r=&quot;E9&quot; g=&quot;D4&quot; b=&quot;F9&quot;/&gt;&lt;/elem&gt;&lt;elem m_fUsage=&quot;1.62900000000000000355E+00&quot;&gt;&lt;m_msothmcolidx val=&quot;0&quot;/&gt;&lt;m_rgb r=&quot;B5&quot; g=&quot;52&quot; b=&quot;CC&quot;/&gt;&lt;/elem&gt;&lt;/m_vecMRU&gt;&lt;/m_mruColor&gt;&lt;m_eweekdayFirstOfWeek val=&quot;2&quot;/&gt;&lt;m_eweekdayFirstOfWorkweek val=&quot;2&quot;/&gt;&lt;m_eweekdayFirstOfWeekend val=&quot;7&quot;/&gt;&lt;/CPresentation&gt;&lt;/root&gt;"/>
  <p:tag name="ICONENCLOSURE" val="False"/>
  <p:tag name="ICONLINEFILL" val="Color [A=255, R=255, G=188, B=0]"/>
  <p:tag name="LILLI_DECK_ID" val="db2ef8eb-99a4-4a12-987e-4a103e39e434"/>
</p:tagLst>
</file>

<file path=ppt/tags/tag2.xml><?xml version="1.0" encoding="utf-8"?>
<p:tagLst xmlns:a="http://schemas.openxmlformats.org/drawingml/2006/main" xmlns:r="http://schemas.openxmlformats.org/officeDocument/2006/relationships" xmlns:p="http://schemas.openxmlformats.org/presentationml/2006/main">
  <p:tag name="SLIDELOOKUP" val="20260105110443796-21474836481"/>
</p:tagLst>
</file>

<file path=ppt/tags/tag3.xml><?xml version="1.0" encoding="utf-8"?>
<p:tagLst xmlns:a="http://schemas.openxmlformats.org/drawingml/2006/main" xmlns:r="http://schemas.openxmlformats.org/officeDocument/2006/relationships" xmlns:p="http://schemas.openxmlformats.org/presentationml/2006/main">
  <p:tag name="NOREPLACE" val="tru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6.xml><?xml version="1.0" encoding="utf-8"?>
<p:tagLst xmlns:a="http://schemas.openxmlformats.org/drawingml/2006/main" xmlns:r="http://schemas.openxmlformats.org/officeDocument/2006/relationships" xmlns:p="http://schemas.openxmlformats.org/presentationml/2006/main">
  <p:tag name="SHAPENAME" val="4. Footnote"/>
</p:tagLst>
</file>

<file path=ppt/tags/tag7.xml><?xml version="1.0" encoding="utf-8"?>
<p:tagLst xmlns:a="http://schemas.openxmlformats.org/drawingml/2006/main" xmlns:r="http://schemas.openxmlformats.org/officeDocument/2006/relationships" xmlns:p="http://schemas.openxmlformats.org/presentationml/2006/main">
  <p:tag name="NAME" val="ACET"/>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5"/>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4"/>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3"/>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2"/>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ANGLE" val="1"/>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7.xml><?xml version="1.0" encoding="utf-8"?>
<p:tagLst xmlns:a="http://schemas.openxmlformats.org/drawingml/2006/main" xmlns:r="http://schemas.openxmlformats.org/officeDocument/2006/relationships" xmlns:p="http://schemas.openxmlformats.org/presentationml/2006/main">
  <p:tag name="SHAPENAME" val="Subtitle"/>
</p:tagLst>
</file>

<file path=ppt/tags/tag28.xml><?xml version="1.0" encoding="utf-8"?>
<p:tagLst xmlns:a="http://schemas.openxmlformats.org/drawingml/2006/main" xmlns:r="http://schemas.openxmlformats.org/officeDocument/2006/relationships" xmlns:p="http://schemas.openxmlformats.org/presentationml/2006/main">
  <p:tag name="SHAPENAME" val="Titl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3.xml><?xml version="1.0" encoding="utf-8"?>
<p:tagLst xmlns:a="http://schemas.openxmlformats.org/drawingml/2006/main" xmlns:r="http://schemas.openxmlformats.org/officeDocument/2006/relationships" xmlns:p="http://schemas.openxmlformats.org/presentationml/2006/main">
  <p:tag name="SHAPENAME" val="5. Source"/>
</p:tagLst>
</file>

<file path=ppt/tags/tag3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xml><?xml version="1.0" encoding="utf-8"?>
<p:tagLst xmlns:a="http://schemas.openxmlformats.org/drawingml/2006/main" xmlns:r="http://schemas.openxmlformats.org/officeDocument/2006/relationships" xmlns:p="http://schemas.openxmlformats.org/presentationml/2006/main">
  <p:tag name="SHAPENAME" val="5. Source"/>
</p:tagLst>
</file>

<file path=ppt/tags/tag4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6.xml><?xml version="1.0" encoding="utf-8"?>
<p:tagLst xmlns:a="http://schemas.openxmlformats.org/drawingml/2006/main" xmlns:r="http://schemas.openxmlformats.org/officeDocument/2006/relationships" xmlns:p="http://schemas.openxmlformats.org/presentationml/2006/main">
  <p:tag name="SHAPENAME" val="5. Source"/>
</p:tagLst>
</file>

<file path=ppt/tags/tag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2.xml><?xml version="1.0" encoding="utf-8"?>
<p:tagLst xmlns:a="http://schemas.openxmlformats.org/drawingml/2006/main" xmlns:r="http://schemas.openxmlformats.org/officeDocument/2006/relationships" xmlns:p="http://schemas.openxmlformats.org/presentationml/2006/main">
  <p:tag name="SHAPENAME" val="5. Source"/>
</p:tagLst>
</file>

<file path=ppt/tags/tag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9.xml><?xml version="1.0" encoding="utf-8"?>
<p:tagLst xmlns:a="http://schemas.openxmlformats.org/drawingml/2006/main" xmlns:r="http://schemas.openxmlformats.org/officeDocument/2006/relationships" xmlns:p="http://schemas.openxmlformats.org/presentationml/2006/main">
  <p:tag name="SHAPENAME" val="5. Source"/>
</p:tagLst>
</file>

<file path=ppt/tags/tag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1.xml><?xml version="1.0" encoding="utf-8"?>
<p:tagLst xmlns:a="http://schemas.openxmlformats.org/drawingml/2006/main" xmlns:r="http://schemas.openxmlformats.org/officeDocument/2006/relationships" xmlns:p="http://schemas.openxmlformats.org/presentationml/2006/main">
  <p:tag name="SHAPENAME" val="3. Subtitl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6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SHAPENAME" val="5. Sourc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7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84.xml><?xml version="1.0" encoding="utf-8"?>
<p:tagLst xmlns:a="http://schemas.openxmlformats.org/drawingml/2006/main" xmlns:r="http://schemas.openxmlformats.org/officeDocument/2006/relationships" xmlns:p="http://schemas.openxmlformats.org/presentationml/2006/main">
  <p:tag name="SHAPENAME" val="5. Source"/>
</p:tagLst>
</file>

<file path=ppt/tags/tag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9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5.xml><?xml version="1.0" encoding="utf-8"?>
<p:tagLst xmlns:a="http://schemas.openxmlformats.org/drawingml/2006/main" xmlns:r="http://schemas.openxmlformats.org/officeDocument/2006/relationships" xmlns:p="http://schemas.openxmlformats.org/presentationml/2006/main">
  <p:tag name="SHAPENAME" val="5. Source"/>
</p:tagLst>
</file>

<file path=ppt/tags/tag1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9.xml><?xml version="1.0" encoding="utf-8"?>
<p:tagLst xmlns:a="http://schemas.openxmlformats.org/drawingml/2006/main" xmlns:r="http://schemas.openxmlformats.org/officeDocument/2006/relationships" xmlns:p="http://schemas.openxmlformats.org/presentationml/2006/main">
  <p:tag name="SHAPENAME" val="5. Source"/>
</p:tagLst>
</file>

<file path=ppt/tags/tag1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0.xml><?xml version="1.0" encoding="utf-8"?>
<p:tagLst xmlns:a="http://schemas.openxmlformats.org/drawingml/2006/main" xmlns:r="http://schemas.openxmlformats.org/officeDocument/2006/relationships" xmlns:p="http://schemas.openxmlformats.org/presentationml/2006/main">
  <p:tag name="SLIDELOOKUP" val="20260105110449611-21474834322"/>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ZRYLYSbLzP8DsqQ5_IDvMg"/>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ISFLAT" val="True"/>
  <p:tag name="NAME" val="SplitFlow"/>
</p:tagLst>
</file>

<file path=ppt/tags/tag125.xml><?xml version="1.0" encoding="utf-8"?>
<p:tagLst xmlns:a="http://schemas.openxmlformats.org/drawingml/2006/main" xmlns:r="http://schemas.openxmlformats.org/officeDocument/2006/relationships" xmlns:p="http://schemas.openxmlformats.org/presentationml/2006/main">
  <p:tag name="NAME" val="ACET"/>
</p:tagLst>
</file>

<file path=ppt/tags/tag12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NAME" val="Moon"/>
</p:tagLst>
</file>

<file path=ppt/tags/tag130.xml><?xml version="1.0" encoding="utf-8"?>
<p:tagLst xmlns:a="http://schemas.openxmlformats.org/drawingml/2006/main" xmlns:r="http://schemas.openxmlformats.org/officeDocument/2006/relationships" xmlns:p="http://schemas.openxmlformats.org/presentationml/2006/main">
  <p:tag name="NAME" val="Moon"/>
</p:tagLst>
</file>

<file path=ppt/tags/tag131.xml><?xml version="1.0" encoding="utf-8"?>
<p:tagLst xmlns:a="http://schemas.openxmlformats.org/drawingml/2006/main" xmlns:r="http://schemas.openxmlformats.org/officeDocument/2006/relationships" xmlns:p="http://schemas.openxmlformats.org/presentationml/2006/main">
  <p:tag name="NAME" val="Moon"/>
</p:tagLst>
</file>

<file path=ppt/tags/tag132.xml><?xml version="1.0" encoding="utf-8"?>
<p:tagLst xmlns:a="http://schemas.openxmlformats.org/drawingml/2006/main" xmlns:r="http://schemas.openxmlformats.org/officeDocument/2006/relationships" xmlns:p="http://schemas.openxmlformats.org/presentationml/2006/main">
  <p:tag name="ANGLE" val="5"/>
</p:tagLst>
</file>

<file path=ppt/tags/tag133.xml><?xml version="1.0" encoding="utf-8"?>
<p:tagLst xmlns:a="http://schemas.openxmlformats.org/drawingml/2006/main" xmlns:r="http://schemas.openxmlformats.org/officeDocument/2006/relationships" xmlns:p="http://schemas.openxmlformats.org/presentationml/2006/main">
  <p:tag name="ANGLE" val="5"/>
</p:tagLst>
</file>

<file path=ppt/tags/tag134.xml><?xml version="1.0" encoding="utf-8"?>
<p:tagLst xmlns:a="http://schemas.openxmlformats.org/drawingml/2006/main" xmlns:r="http://schemas.openxmlformats.org/officeDocument/2006/relationships" xmlns:p="http://schemas.openxmlformats.org/presentationml/2006/main">
  <p:tag name="ANGLE" val="4"/>
</p:tagLst>
</file>

<file path=ppt/tags/tag135.xml><?xml version="1.0" encoding="utf-8"?>
<p:tagLst xmlns:a="http://schemas.openxmlformats.org/drawingml/2006/main" xmlns:r="http://schemas.openxmlformats.org/officeDocument/2006/relationships" xmlns:p="http://schemas.openxmlformats.org/presentationml/2006/main">
  <p:tag name="ANGLE" val="4"/>
</p:tagLst>
</file>

<file path=ppt/tags/tag136.xml><?xml version="1.0" encoding="utf-8"?>
<p:tagLst xmlns:a="http://schemas.openxmlformats.org/drawingml/2006/main" xmlns:r="http://schemas.openxmlformats.org/officeDocument/2006/relationships" xmlns:p="http://schemas.openxmlformats.org/presentationml/2006/main">
  <p:tag name="ANGLE" val="3"/>
</p:tagLst>
</file>

<file path=ppt/tags/tag137.xml><?xml version="1.0" encoding="utf-8"?>
<p:tagLst xmlns:a="http://schemas.openxmlformats.org/drawingml/2006/main" xmlns:r="http://schemas.openxmlformats.org/officeDocument/2006/relationships" xmlns:p="http://schemas.openxmlformats.org/presentationml/2006/main">
  <p:tag name="ANGLE" val="3"/>
</p:tagLst>
</file>

<file path=ppt/tags/tag138.xml><?xml version="1.0" encoding="utf-8"?>
<p:tagLst xmlns:a="http://schemas.openxmlformats.org/drawingml/2006/main" xmlns:r="http://schemas.openxmlformats.org/officeDocument/2006/relationships" xmlns:p="http://schemas.openxmlformats.org/presentationml/2006/main">
  <p:tag name="ANGLE" val="2"/>
</p:tagLst>
</file>

<file path=ppt/tags/tag139.xml><?xml version="1.0" encoding="utf-8"?>
<p:tagLst xmlns:a="http://schemas.openxmlformats.org/drawingml/2006/main" xmlns:r="http://schemas.openxmlformats.org/officeDocument/2006/relationships" xmlns:p="http://schemas.openxmlformats.org/presentationml/2006/main">
  <p:tag name="ANGLE" val="2"/>
</p:tagLst>
</file>

<file path=ppt/tags/tag140.xml><?xml version="1.0" encoding="utf-8"?>
<p:tagLst xmlns:a="http://schemas.openxmlformats.org/drawingml/2006/main" xmlns:r="http://schemas.openxmlformats.org/officeDocument/2006/relationships" xmlns:p="http://schemas.openxmlformats.org/presentationml/2006/main">
  <p:tag name="ANGLE" val="1"/>
</p:tagLst>
</file>

<file path=ppt/tags/tag141.xml><?xml version="1.0" encoding="utf-8"?>
<p:tagLst xmlns:a="http://schemas.openxmlformats.org/drawingml/2006/main" xmlns:r="http://schemas.openxmlformats.org/officeDocument/2006/relationships" xmlns:p="http://schemas.openxmlformats.org/presentationml/2006/main">
  <p:tag name="ANGLE" val="1"/>
</p:tagLst>
</file>

<file path=ppt/tags/tag142.xml><?xml version="1.0" encoding="utf-8"?>
<p:tagLst xmlns:a="http://schemas.openxmlformats.org/drawingml/2006/main" xmlns:r="http://schemas.openxmlformats.org/officeDocument/2006/relationships" xmlns:p="http://schemas.openxmlformats.org/presentationml/2006/main">
  <p:tag name="NAME" val="1BoatTopShape"/>
</p:tagLst>
</file>

<file path=ppt/tags/tag143.xml><?xml version="1.0" encoding="utf-8"?>
<p:tagLst xmlns:a="http://schemas.openxmlformats.org/drawingml/2006/main" xmlns:r="http://schemas.openxmlformats.org/officeDocument/2006/relationships" xmlns:p="http://schemas.openxmlformats.org/presentationml/2006/main">
  <p:tag name="NAME" val="1BoatTopText"/>
</p:tagLst>
</file>

<file path=ppt/tags/tag144.xml><?xml version="1.0" encoding="utf-8"?>
<p:tagLst xmlns:a="http://schemas.openxmlformats.org/drawingml/2006/main" xmlns:r="http://schemas.openxmlformats.org/officeDocument/2006/relationships" xmlns:p="http://schemas.openxmlformats.org/presentationml/2006/main">
  <p:tag name="NAME" val="1BoatBottomShape"/>
</p:tagLst>
</file>

<file path=ppt/tags/tag145.xml><?xml version="1.0" encoding="utf-8"?>
<p:tagLst xmlns:a="http://schemas.openxmlformats.org/drawingml/2006/main" xmlns:r="http://schemas.openxmlformats.org/officeDocument/2006/relationships" xmlns:p="http://schemas.openxmlformats.org/presentationml/2006/main">
  <p:tag name="NAME" val="1BoatBottomText"/>
</p:tagLst>
</file>

<file path=ppt/tags/tag146.xml><?xml version="1.0" encoding="utf-8"?>
<p:tagLst xmlns:a="http://schemas.openxmlformats.org/drawingml/2006/main" xmlns:r="http://schemas.openxmlformats.org/officeDocument/2006/relationships" xmlns:p="http://schemas.openxmlformats.org/presentationml/2006/main">
  <p:tag name="NAME" val="2BoatBottomShape"/>
</p:tagLst>
</file>

<file path=ppt/tags/tag147.xml><?xml version="1.0" encoding="utf-8"?>
<p:tagLst xmlns:a="http://schemas.openxmlformats.org/drawingml/2006/main" xmlns:r="http://schemas.openxmlformats.org/officeDocument/2006/relationships" xmlns:p="http://schemas.openxmlformats.org/presentationml/2006/main">
  <p:tag name="NAME" val="2BoatBottomText"/>
</p:tagLst>
</file>

<file path=ppt/tags/tag148.xml><?xml version="1.0" encoding="utf-8"?>
<p:tagLst xmlns:a="http://schemas.openxmlformats.org/drawingml/2006/main" xmlns:r="http://schemas.openxmlformats.org/officeDocument/2006/relationships" xmlns:p="http://schemas.openxmlformats.org/presentationml/2006/main">
  <p:tag name="NAME" val="Flow"/>
</p:tagLst>
</file>

<file path=ppt/tags/tag14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50.xml><?xml version="1.0" encoding="utf-8"?>
<p:tagLst xmlns:a="http://schemas.openxmlformats.org/drawingml/2006/main" xmlns:r="http://schemas.openxmlformats.org/officeDocument/2006/relationships" xmlns:p="http://schemas.openxmlformats.org/presentationml/2006/main">
  <p:tag name="NAME" val="SingleBoatText"/>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53.xml><?xml version="1.0" encoding="utf-8"?>
<p:tagLst xmlns:a="http://schemas.openxmlformats.org/drawingml/2006/main" xmlns:r="http://schemas.openxmlformats.org/officeDocument/2006/relationships" xmlns:p="http://schemas.openxmlformats.org/presentationml/2006/main">
  <p:tag name="SHAPENAME" val="Subtitle"/>
</p:tagLst>
</file>

<file path=ppt/tags/tag154.xml><?xml version="1.0" encoding="utf-8"?>
<p:tagLst xmlns:a="http://schemas.openxmlformats.org/drawingml/2006/main" xmlns:r="http://schemas.openxmlformats.org/officeDocument/2006/relationships" xmlns:p="http://schemas.openxmlformats.org/presentationml/2006/main">
  <p:tag name="SHAPENAME" val="Titl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0.xml><?xml version="1.0" encoding="utf-8"?>
<p:tagLst xmlns:a="http://schemas.openxmlformats.org/drawingml/2006/main" xmlns:r="http://schemas.openxmlformats.org/officeDocument/2006/relationships" xmlns:p="http://schemas.openxmlformats.org/presentationml/2006/main">
  <p:tag name="SHAPENAME" val="5. Source"/>
</p:tagLst>
</file>

<file path=ppt/tags/tag1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FWrJZYiK81Dqg3AKqhPXmQ"/>
</p:tagLst>
</file>

<file path=ppt/tags/tag1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6.xml><?xml version="1.0" encoding="utf-8"?>
<p:tagLst xmlns:a="http://schemas.openxmlformats.org/drawingml/2006/main" xmlns:r="http://schemas.openxmlformats.org/officeDocument/2006/relationships" xmlns:p="http://schemas.openxmlformats.org/presentationml/2006/main">
  <p:tag name="SHAPENAME" val="5. Source"/>
</p:tagLst>
</file>

<file path=ppt/tags/tag1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TqRLcqlXddAIBcoL4_FmkA"/>
</p:tagLst>
</file>

<file path=ppt/tags/tag1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2.xml><?xml version="1.0" encoding="utf-8"?>
<p:tagLst xmlns:a="http://schemas.openxmlformats.org/drawingml/2006/main" xmlns:r="http://schemas.openxmlformats.org/officeDocument/2006/relationships" xmlns:p="http://schemas.openxmlformats.org/presentationml/2006/main">
  <p:tag name="SHAPENAME" val="5. Source"/>
</p:tagLst>
</file>

<file path=ppt/tags/tag17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zFTi586bxaRXNGLyq6cjUQ"/>
</p:tagLst>
</file>

<file path=ppt/tags/tag1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8.xml><?xml version="1.0" encoding="utf-8"?>
<p:tagLst xmlns:a="http://schemas.openxmlformats.org/drawingml/2006/main" xmlns:r="http://schemas.openxmlformats.org/officeDocument/2006/relationships" xmlns:p="http://schemas.openxmlformats.org/presentationml/2006/main">
  <p:tag name="SHAPENAME" val="5. Source"/>
</p:tagLst>
</file>

<file path=ppt/tags/tag1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fRnDxEIFDMpZ7XFucXEwcQ"/>
</p:tagLst>
</file>

<file path=ppt/tags/tag1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6.xml><?xml version="1.0" encoding="utf-8"?>
<p:tagLst xmlns:a="http://schemas.openxmlformats.org/drawingml/2006/main" xmlns:r="http://schemas.openxmlformats.org/officeDocument/2006/relationships" xmlns:p="http://schemas.openxmlformats.org/presentationml/2006/main">
  <p:tag name="SHAPENAME" val="5. Source"/>
</p:tagLst>
</file>

<file path=ppt/tags/tag1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Mlpk7TYHRxaIHe6.SUx9jg"/>
</p:tagLst>
</file>

<file path=ppt/tags/tag19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5.xml><?xml version="1.0" encoding="utf-8"?>
<p:tagLst xmlns:a="http://schemas.openxmlformats.org/drawingml/2006/main" xmlns:r="http://schemas.openxmlformats.org/officeDocument/2006/relationships" xmlns:p="http://schemas.openxmlformats.org/presentationml/2006/main">
  <p:tag name="SHAPENAME" val="5. Sourc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yA0evTD9FXplcSqw.av8MA"/>
</p:tagLst>
</file>

<file path=ppt/tags/tag19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5. Source"/>
</p:tagLst>
</file>

<file path=ppt/tags/tag20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20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0.xml><?xml version="1.0" encoding="utf-8"?>
<p:tagLst xmlns:a="http://schemas.openxmlformats.org/drawingml/2006/main" xmlns:r="http://schemas.openxmlformats.org/officeDocument/2006/relationships" xmlns:p="http://schemas.openxmlformats.org/presentationml/2006/main">
  <p:tag name="SHAPENAME" val="5. Sourc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2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8.xml><?xml version="1.0" encoding="utf-8"?>
<p:tagLst xmlns:a="http://schemas.openxmlformats.org/drawingml/2006/main" xmlns:r="http://schemas.openxmlformats.org/officeDocument/2006/relationships" xmlns:p="http://schemas.openxmlformats.org/presentationml/2006/main">
  <p:tag name="SHAPENAME" val="5. Source"/>
</p:tagLst>
</file>

<file path=ppt/tags/tag2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22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23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3.xml><?xml version="1.0" encoding="utf-8"?>
<p:tagLst xmlns:a="http://schemas.openxmlformats.org/drawingml/2006/main" xmlns:r="http://schemas.openxmlformats.org/officeDocument/2006/relationships" xmlns:p="http://schemas.openxmlformats.org/presentationml/2006/main">
  <p:tag name="SHAPENAME" val="5. Source"/>
</p:tagLst>
</file>

<file path=ppt/tags/tag23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7MQWNAe6aOZs3iPRT_1kIw"/>
</p:tagLst>
</file>

<file path=ppt/tags/tag23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9.xml><?xml version="1.0" encoding="utf-8"?>
<p:tagLst xmlns:a="http://schemas.openxmlformats.org/drawingml/2006/main" xmlns:r="http://schemas.openxmlformats.org/officeDocument/2006/relationships" xmlns:p="http://schemas.openxmlformats.org/presentationml/2006/main">
  <p:tag name="SHAPENAME" val="5. Source"/>
</p:tagLst>
</file>

<file path=ppt/tags/tag2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24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6.xml><?xml version="1.0" encoding="utf-8"?>
<p:tagLst xmlns:a="http://schemas.openxmlformats.org/drawingml/2006/main" xmlns:r="http://schemas.openxmlformats.org/officeDocument/2006/relationships" xmlns:p="http://schemas.openxmlformats.org/presentationml/2006/main">
  <p:tag name="SHAPENAME" val="5. Sourc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Rw4BZlnvKEO9ZCIa9.28.w"/>
</p:tagLst>
</file>

<file path=ppt/tags/tag2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2.xml><?xml version="1.0" encoding="utf-8"?>
<p:tagLst xmlns:a="http://schemas.openxmlformats.org/drawingml/2006/main" xmlns:r="http://schemas.openxmlformats.org/officeDocument/2006/relationships" xmlns:p="http://schemas.openxmlformats.org/presentationml/2006/main">
  <p:tag name="SHAPENAME" val="5. Source"/>
</p:tagLst>
</file>

<file path=ppt/tags/tag2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6.xml><?xml version="1.0" encoding="utf-8"?>
<p:tagLst xmlns:a="http://schemas.openxmlformats.org/drawingml/2006/main" xmlns:r="http://schemas.openxmlformats.org/officeDocument/2006/relationships" xmlns:p="http://schemas.openxmlformats.org/presentationml/2006/main">
  <p:tag name="SHAPENAME" val="5. Source"/>
</p:tagLst>
</file>

<file path=ppt/tags/tag2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SHAPENAME" val="5. Source"/>
</p:tagLst>
</file>

<file path=ppt/tags/tag260.xml><?xml version="1.0" encoding="utf-8"?>
<p:tagLst xmlns:a="http://schemas.openxmlformats.org/drawingml/2006/main" xmlns:r="http://schemas.openxmlformats.org/officeDocument/2006/relationships" xmlns:p="http://schemas.openxmlformats.org/presentationml/2006/main">
  <p:tag name="SLIDELOOKUP" val="202601051106000722594"/>
  <p:tag name="SLIDETYPE" val="TitleContrast"/>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63.xml><?xml version="1.0" encoding="utf-8"?>
<p:tagLst xmlns:a="http://schemas.openxmlformats.org/drawingml/2006/main" xmlns:r="http://schemas.openxmlformats.org/officeDocument/2006/relationships" xmlns:p="http://schemas.openxmlformats.org/presentationml/2006/main">
  <p:tag name="SHAPENAME" val="Titl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26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269.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270.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273.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274.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275.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276.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27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7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7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5.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8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5.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29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319.0812"/>
  <p:tag name="WIDTH" val="425"/>
</p:tagLst>
</file>

<file path=ppt/tags/tag29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1.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1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2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21.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2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2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5.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26.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27.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28.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329.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330.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33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33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319.0812"/>
  <p:tag name="WIDTH" val="425"/>
</p:tagLst>
</file>

<file path=ppt/tags/tag33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33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3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3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3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1.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4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1.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359.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1.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362.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363.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364.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365.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36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367.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68.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6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70.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71.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3.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374.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75.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37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7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378.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79.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1.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82.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83.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384.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385.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386.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38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8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8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5.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39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399.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403.928"/>
  <p:tag name="WIDTH" val="425"/>
</p:tagLst>
</file>

<file path=ppt/tags/tag40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319.0812"/>
  <p:tag name="WIDTH" val="425"/>
</p:tagLst>
</file>

<file path=ppt/tags/tag401.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319.0812"/>
  <p:tag name="WIDTH" val="425"/>
</p:tagLst>
</file>

<file path=ppt/tags/tag40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03.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234.2343"/>
  <p:tag name="WIDTH" val="425"/>
</p:tagLst>
</file>

<file path=ppt/tags/tag40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05.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149.3875"/>
  <p:tag name="WIDTH" val="425"/>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7.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08.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09.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10.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411.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412.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41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1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15.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319.0812"/>
  <p:tag name="WIDTH" val="425"/>
</p:tagLst>
</file>

<file path=ppt/tags/tag41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1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1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0.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21.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22.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23.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24.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425.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426.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42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2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2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43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5.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3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39.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234.2343"/>
  <p:tag name="WIDTH" val="425"/>
</p:tagLst>
</file>

<file path=ppt/tags/tag44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41.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234.2343"/>
  <p:tag name="WIDTH" val="425"/>
</p:tagLst>
</file>

<file path=ppt/tags/tag44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43.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234.2343"/>
  <p:tag name="WIDTH" val="425"/>
</p:tagLst>
</file>

<file path=ppt/tags/tag44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45.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234.2343"/>
  <p:tag name="WIDTH" val="425"/>
</p:tagLst>
</file>

<file path=ppt/tags/tag44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47.xml><?xml version="1.0" encoding="utf-8"?>
<p:tagLst xmlns:a="http://schemas.openxmlformats.org/drawingml/2006/main" xmlns:r="http://schemas.openxmlformats.org/officeDocument/2006/relationships" xmlns:p="http://schemas.openxmlformats.org/presentationml/2006/main">
  <p:tag name="HEIGHT" val="64.84687"/>
  <p:tag name="LEFT" val="490"/>
  <p:tag name="MTNUMBER" val="0.7607236"/>
  <p:tag name="MTTABLE" val="Cell"/>
  <p:tag name="TOP" val="149.3875"/>
  <p:tag name="WIDTH" val="425"/>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9.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450.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451.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452.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53.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54.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55.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5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45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45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319.0812"/>
  <p:tag name="WIDTH" val="425"/>
</p:tagLst>
</file>

<file path=ppt/tags/tag45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2.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6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4.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5.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6.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7.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8.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6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7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7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7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7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7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7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1.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8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9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2.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93.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94.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95.xml><?xml version="1.0" encoding="utf-8"?>
<p:tagLst xmlns:a="http://schemas.openxmlformats.org/drawingml/2006/main" xmlns:r="http://schemas.openxmlformats.org/officeDocument/2006/relationships" xmlns:p="http://schemas.openxmlformats.org/presentationml/2006/main">
  <p:tag name="MTNUMBER" val="0.7607236"/>
  <p:tag name="MTTABLE" val="HDiv"/>
</p:tagLst>
</file>

<file path=ppt/tags/tag496.xml><?xml version="1.0" encoding="utf-8"?>
<p:tagLst xmlns:a="http://schemas.openxmlformats.org/drawingml/2006/main" xmlns:r="http://schemas.openxmlformats.org/officeDocument/2006/relationships" xmlns:p="http://schemas.openxmlformats.org/presentationml/2006/main">
  <p:tag name="MTNUMBER" val="0.7607236"/>
  <p:tag name="MTTABLE" val="HTitleDiv"/>
</p:tagLst>
</file>

<file path=ppt/tags/tag49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7607236"/>
  <p:tag name="MTTABLE" val="Cell"/>
  <p:tag name="TOP" val="110"/>
  <p:tag name="WIDTH" val="425"/>
</p:tagLst>
</file>

<file path=ppt/tags/tag498.xml><?xml version="1.0" encoding="utf-8"?>
<p:tagLst xmlns:a="http://schemas.openxmlformats.org/drawingml/2006/main" xmlns:r="http://schemas.openxmlformats.org/officeDocument/2006/relationships" xmlns:p="http://schemas.openxmlformats.org/presentationml/2006/main">
  <p:tag name="HEIGHT" val="19.38748"/>
  <p:tag name="LEFT" val="490"/>
  <p:tag name="MTNUMBER" val="0.7607236"/>
  <p:tag name="MTTABLE" val="Cell"/>
  <p:tag name="TOP" val="110"/>
  <p:tag name="WIDTH" val="425"/>
</p:tagLst>
</file>

<file path=ppt/tags/tag499.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500.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403.928"/>
  <p:tag name="WIDTH" val="425"/>
</p:tagLst>
</file>

<file path=ppt/tags/tag501.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319.0812"/>
  <p:tag name="WIDTH" val="425"/>
</p:tagLst>
</file>

<file path=ppt/tags/tag502.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234.2343"/>
  <p:tag name="WIDTH" val="425"/>
</p:tagLst>
</file>

<file path=ppt/tags/tag503.xml><?xml version="1.0" encoding="utf-8"?>
<p:tagLst xmlns:a="http://schemas.openxmlformats.org/drawingml/2006/main" xmlns:r="http://schemas.openxmlformats.org/officeDocument/2006/relationships" xmlns:p="http://schemas.openxmlformats.org/presentationml/2006/main">
  <p:tag name="HEIGHT" val="64.84685"/>
  <p:tag name="LEFT" val="45"/>
  <p:tag name="MTNUMBER" val="0.7607236"/>
  <p:tag name="MTTABLE" val="Cell"/>
  <p:tag name="TOP" val="149.3875"/>
  <p:tag name="WIDTH" val="425"/>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0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0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1.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7.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8.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1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0.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2.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3.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4.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5.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6.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_5153LL01_OF_16x9_ENG_SANJ_V1">
  <a:themeElements>
    <a:clrScheme name="Scheme1">
      <a:dk1>
        <a:srgbClr val="565A5C"/>
      </a:dk1>
      <a:lt1>
        <a:srgbClr val="FFFFFF"/>
      </a:lt1>
      <a:dk2>
        <a:srgbClr val="FFFFFF"/>
      </a:dk2>
      <a:lt2>
        <a:srgbClr val="FFFFFF"/>
      </a:lt2>
      <a:accent1>
        <a:srgbClr val="5B1F69"/>
      </a:accent1>
      <a:accent2>
        <a:srgbClr val="009FDF"/>
      </a:accent2>
      <a:accent3>
        <a:srgbClr val="002855"/>
      </a:accent3>
      <a:accent4>
        <a:srgbClr val="E0E1DD"/>
      </a:accent4>
      <a:accent5>
        <a:srgbClr val="EEAF00"/>
      </a:accent5>
      <a:accent6>
        <a:srgbClr val="565A5C"/>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565A5C"/>
        </a:dk1>
        <a:lt1>
          <a:srgbClr val="FFFFFF"/>
        </a:lt1>
        <a:dk2>
          <a:srgbClr val="FFFFFF"/>
        </a:dk2>
        <a:lt2>
          <a:srgbClr val="FFFFFF"/>
        </a:lt2>
        <a:accent1>
          <a:srgbClr val="5B1F69"/>
        </a:accent1>
        <a:accent2>
          <a:srgbClr val="009FDF"/>
        </a:accent2>
        <a:accent3>
          <a:srgbClr val="002855"/>
        </a:accent3>
        <a:accent4>
          <a:srgbClr val="E0E1DD"/>
        </a:accent4>
        <a:accent5>
          <a:srgbClr val="EEAF00"/>
        </a:accent5>
        <a:accent6>
          <a:srgbClr val="565A5C"/>
        </a:accent6>
        <a:hlink>
          <a:srgbClr val="0000FF"/>
        </a:hlink>
        <a:folHlink>
          <a:srgbClr val="800080"/>
        </a:folHlink>
      </a:clrScheme>
    </a:extraClrScheme>
  </a:extraClrSchemeLst>
  <a:custClrLst>
    <a:custClr name="Dark Gray">
      <a:srgbClr val="4D4D4D"/>
    </a:custClr>
    <a:custClr name="Mid Gray">
      <a:srgbClr val="757575"/>
    </a:custClr>
    <a:custClr name="Light Gray">
      <a:srgbClr val="B3B3B3"/>
    </a:custClr>
    <a:custClr name="Super Light Gray">
      <a:srgbClr val="CCCCCC"/>
    </a:custClr>
    <a:custClr name="Pale Gray">
      <a:srgbClr val="E6E6E6"/>
    </a:custClr>
  </a:custClrLst>
  <a:extLst>
    <a:ext uri="{05A4C25C-085E-4340-85A3-A5531E510DB2}">
      <thm15:themeFamily xmlns:thm15="http://schemas.microsoft.com/office/thememl/2012/main" name="5153LL01_OF_16x9_ENG_SANJ_V1.potx" id="{BA0FE3F6-55A9-475A-94F5-7AEE8B99CD4B}" vid="{03F2B8B8-E0A6-42EA-ABBF-F31D69E09630}"/>
    </a:ext>
  </a:extLst>
</a:theme>
</file>

<file path=ppt/theme/theme2.xml><?xml version="1.0" encoding="utf-8"?>
<a:theme xmlns:a="http://schemas.openxmlformats.org/drawingml/2006/main" name="Contrast_5153LL01_OF_16x9_ENG_SANJ_V1">
  <a:themeElements>
    <a:clrScheme name="Scheme2">
      <a:dk1>
        <a:srgbClr val="FFFFFF"/>
      </a:dk1>
      <a:lt1>
        <a:srgbClr val="5B1F69"/>
      </a:lt1>
      <a:dk2>
        <a:srgbClr val="565A5C"/>
      </a:dk2>
      <a:lt2>
        <a:srgbClr val="565A5C"/>
      </a:lt2>
      <a:accent1>
        <a:srgbClr val="FFFFFF"/>
      </a:accent1>
      <a:accent2>
        <a:srgbClr val="009FDF"/>
      </a:accent2>
      <a:accent3>
        <a:srgbClr val="002855"/>
      </a:accent3>
      <a:accent4>
        <a:srgbClr val="E0E1DD"/>
      </a:accent4>
      <a:accent5>
        <a:srgbClr val="EEAF00"/>
      </a:accent5>
      <a:accent6>
        <a:srgbClr val="565A5C"/>
      </a:accent6>
      <a:hlink>
        <a:srgbClr val="0000FF"/>
      </a:hlink>
      <a:folHlink>
        <a:srgbClr val="800080"/>
      </a:folHlink>
    </a:clrScheme>
    <a:fontScheme name="Custom 1">
      <a:majorFont>
        <a:latin typeface="Gill Sans MT"/>
        <a:ea typeface=""/>
        <a:cs typeface=""/>
      </a:majorFont>
      <a:minorFont>
        <a:latin typeface="Gill Sans M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2">
        <a:dk1>
          <a:srgbClr val="FFFFFF"/>
        </a:dk1>
        <a:lt1>
          <a:srgbClr val="5B1F69"/>
        </a:lt1>
        <a:dk2>
          <a:srgbClr val="565A5C"/>
        </a:dk2>
        <a:lt2>
          <a:srgbClr val="565A5C"/>
        </a:lt2>
        <a:accent1>
          <a:srgbClr val="FFFFFF"/>
        </a:accent1>
        <a:accent2>
          <a:srgbClr val="009FDF"/>
        </a:accent2>
        <a:accent3>
          <a:srgbClr val="002855"/>
        </a:accent3>
        <a:accent4>
          <a:srgbClr val="E0E1DD"/>
        </a:accent4>
        <a:accent5>
          <a:srgbClr val="EEAF00"/>
        </a:accent5>
        <a:accent6>
          <a:srgbClr val="565A5C"/>
        </a:accent6>
        <a:hlink>
          <a:srgbClr val="0000FF"/>
        </a:hlink>
        <a:folHlink>
          <a:srgbClr val="800080"/>
        </a:folHlink>
      </a:clrScheme>
    </a:extraClrScheme>
  </a:extraClrSchemeLst>
  <a:custClrLst>
    <a:custClr name="Dark Gray">
      <a:srgbClr val="4D4D4D"/>
    </a:custClr>
    <a:custClr name="Mid Gray">
      <a:srgbClr val="757575"/>
    </a:custClr>
    <a:custClr name="Light Gray">
      <a:srgbClr val="B3B3B3"/>
    </a:custClr>
    <a:custClr name="Super Light Gray">
      <a:srgbClr val="CCCCCC"/>
    </a:custClr>
    <a:custClr name="Pale Gray">
      <a:srgbClr val="E6E6E6"/>
    </a:custClr>
  </a:custClrLst>
  <a:extLst>
    <a:ext uri="{05A4C25C-085E-4340-85A3-A5531E510DB2}">
      <thm15:themeFamily xmlns:thm15="http://schemas.microsoft.com/office/thememl/2012/main" name="5153LL01_OF_16x9_ENG_SANJ_V1.potx" id="{BA0FE3F6-55A9-475A-94F5-7AEE8B99CD4B}" vid="{83952EE5-3A7F-4CB4-95B6-D0DD11871784}"/>
    </a:ext>
  </a:extLst>
</a:theme>
</file>

<file path=ppt/theme/theme3.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6811B5CF-B820-4A5A-8DCF-D513BAA87168}">
  <we:reference id="7888317b-a425-4590-9747-4c188fd7be2e" version="2.40.2.0"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6221ED41-65DE-48A6-822A-2DE5C63A989C}">
  <we:reference id="5332053f-08b1-4ad5-b936-144d44d33f40" version="2.62.2.0" store="EXCatalog" storeType="EXCatalog"/>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1B4FCA58-4A7A-4C79-8973-AAE07A221024}">
  <we:reference id="e74ca2a7-5e50-4ebf-bfa5-bb75c7950374" version="4.0.0.0" store="EXCatalog" storeType="EXCatalog"/>
  <we:alternateReferences/>
  <we:properties>
    <we:property name="srChargeCodeData" value="{&quot;selectedSupportOption&quot;:&quot;SLIDEREQUESTPLUS&quot;,&quot;language&quot;:&quot;English&quot;,&quot;chargeCode&quot;:{&quot;activityCode&quot;:&quot;CE&quot;,&quot;allocation_date&quot;:&quot;2026-04-15T18:30:00.000Z&quot;,&quot;announcements&quot;:null,&quot;chargeCode&quot;:&quot;valid&quot;,&quot;chargeCodeRegistered&quot;:true,&quot;critical&quot;:0,&quot;csProjectId&quot;:1218551547,&quot;eligibleForPlus&quot;:false,&quot;featureFlag&quot;:{&quot;overnightDeliveryEnabled&quot;:false},&quot;forecast_value&quot;:&quot;High&quot;,&quot;inScope&quot;:true,&quot;is_mandate&quot;:1,&quot;isBoxDisabled&quot;:false,&quot;isCTEEnabled&quot;:false,&quot;lane&quot;:&quot;Global&quot;,&quot;mandate_date&quot;:&quot;2026-03-09&quot;,&quot;maxStartTime&quot;:480,&quot;message&quot;:&quot;&quot;,&quot;outSourced&quot;:true,&quot;platform&quot;:&quot;GW&quot;,&quot;projectType&quot;:&quot;Client&quot;,&quot;showInternal&quot;:false,&quot;study_end_date&quot;:&quot;2027-12-31&quot;,&quot;subLane&quot;:&quot;&quot;,&quot;teamMembers&quot;:[{&quot;end_date&quot;:&quot;2026-08-14&quot;,&quot;fmno&quot;:190435,&quot;start_date&quot;:&quot;2026-04-13&quot;},{&quot;end_date&quot;:&quot;2026-08-14&quot;,&quot;fmno&quot;:337226,&quot;start_date&quot;:&quot;2026-04-13&quot;},{&quot;end_date&quot;:&quot;2026-08-14&quot;,&quot;fmno&quot;:315330,&quot;start_date&quot;:&quot;2026-04-13&quot;},{&quot;end_date&quot;:&quot;2026-09-25&quot;,&quot;fmno&quot;:124139,&quot;start_date&quot;:&quot;2026-04-13&quot;},{&quot;end_date&quot;:&quot;2026-08-14&quot;,&quot;fmno&quot;:211368,&quot;start_date&quot;:&quot;2026-04-13&quot;},{&quot;end_date&quot;:&quot;2026-08-14&quot;,&quot;fmno&quot;:335956,&quot;start_date&quot;:&quot;2026-04-15&quot;},{&quot;end_date&quot;:&quot;2026-07-24&quot;,&quot;fmno&quot;:302778,&quot;start_date&quot;:&quot;2026-04-20&quot;},{&quot;end_date&quot;:&quot;2027-12-31&quot;,&quot;fmno&quot;:337437,&quot;start_date&quot;:&quot;2026-04-22&quot;},{&quot;end_date&quot;:&quot;2027-12-31&quot;,&quot;fmno&quot;:332786,&quot;start_date&quot;:&quot;2026-04-22&quot;},{&quot;end_date&quot;:&quot;2027-12-31&quot;,&quot;fmno&quot;:71906,&quot;start_date&quot;:&quot;2026-04-22&quot;},{&quot;end_date&quot;:&quot;2027-12-31&quot;,&quot;fmno&quot;:208192,&quot;start_date&quot;:&quot;2026-04-22&quot;},{&quot;end_date&quot;:&quot;2027-12-31&quot;,&quot;fmno&quot;:125967,&quot;start_date&quot;:&quot;2026-04-22&quot;},{&quot;end_date&quot;:&quot;2027-12-31&quot;,&quot;fmno&quot;:182782,&quot;start_date&quot;:&quot;2026-04-22&quot;},{&quot;end_date&quot;:&quot;2027-12-31&quot;,&quot;fmno&quot;:337191,&quot;start_date&quot;:&quot;2026-04-22&quot;},{&quot;end_date&quot;:&quot;2027-12-31&quot;,&quot;fmno&quot;:186586,&quot;start_date&quot;:&quot;2026-04-22&quot;},{&quot;end_date&quot;:&quot;2027-12-31&quot;,&quot;fmno&quot;:145276,&quot;start_date&quot;:&quot;2026-04-22&quot;},{&quot;end_date&quot;:&quot;2027-12-31&quot;,&quot;fmno&quot;:326162,&quot;start_date&quot;:&quot;2026-04-22&quot;},{&quot;end_date&quot;:&quot;2027-12-31&quot;,&quot;fmno&quot;:206526,&quot;start_date&quot;:&quot;2026-04-22&quot;},{&quot;end_date&quot;:&quot;2026-08-28&quot;,&quot;fmno&quot;:308571,&quot;start_date&quot;:&quot;2026-04-27&quot;},{&quot;end_date&quot;:&quot;2026-05-29&quot;,&quot;fmno&quot;:340893,&quot;start_date&quot;:&quot;2026-04-27&quot;},{&quot;end_date&quot;:&quot;2026-05-22&quot;,&quot;fmno&quot;:340972,&quot;start_date&quot;:&quot;2026-05-05&quot;},{&quot;end_date&quot;:&quot;2026-09-04&quot;,&quot;fmno&quot;:329258,&quot;start_date&quot;:&quot;2026-04-30&quot;}],&quot;token_admin&quot;:&quot;Farrah Barber&quot;,&quot;tokenInfo&quot;:{&quot;allocated&quot;:468,&quot;autoNegotiation&quot;:0,&quot;autoNegotiationAvailCount&quot;:0,&quot;available&quot;:237,&quot;buffer&quot;:0,&quot;eligibleForNegotiation&quot;:true,&quot;escalationCount&quot;:0,&quot;forecast_value&quot;:&quot;High&quot;,&quot;manualNegotiation&quot;:0,&quot;manualNegotiationAvailCount&quot;:0,&quot;minimumTokenValue&quot;:30,&quot;negotiated&quot;:0,&quot;spent&quot;:231,&quot;study_end_date&quot;:&quot;2027-12-31&quot;,&quot;teamMembers&quot;:[],&quot;token_admin&quot;:null},&quot;userRegistered&quot;:true,&quot;code&quot;:&quot;6556YB01&quot;,&quot;updatedAt&quot;:&quot;2026-05-13T20:33:46.633Z&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d1b5f79-35c5-43ca-a64b-2b0bf9e9556c">
      <Value>1</Value>
    </TaxCatchAll>
    <lcf76f155ced4ddcb4097134ff3c332f xmlns="21338012-5dd4-496a-ba7f-aa675ac58707">
      <Terms xmlns="http://schemas.microsoft.com/office/infopath/2007/PartnerControls"/>
    </lcf76f155ced4ddcb4097134ff3c332f>
    <kd204a9617324141835f0d679f71c722 xmlns="bd1b5f79-35c5-43ca-a64b-2b0bf9e9556c">
      <Terms xmlns="http://schemas.microsoft.com/office/infopath/2007/PartnerControls">
        <TermInfo xmlns="http://schemas.microsoft.com/office/infopath/2007/PartnerControls">
          <TermName xmlns="http://schemas.microsoft.com/office/infopath/2007/PartnerControls">Mitie INTERNAL</TermName>
          <TermId xmlns="http://schemas.microsoft.com/office/infopath/2007/PartnerControls">d9032760-f049-4572-9f22-9930ead46c41</TermId>
        </TermInfo>
      </Terms>
    </kd204a9617324141835f0d679f71c722>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28e46159-f8af-4e9c-b606-08dc87250f20" ContentTypeId="0x0101" PreviousValue="false"/>
</file>

<file path=customXml/item4.xml><?xml version="1.0" encoding="utf-8"?>
<ct:contentTypeSchema xmlns:ct="http://schemas.microsoft.com/office/2006/metadata/contentType" xmlns:ma="http://schemas.microsoft.com/office/2006/metadata/properties/metaAttributes" ct:_="" ma:_="" ma:contentTypeName="Document" ma:contentTypeID="0x01010047C524CBEBF2764DB1FA1F17F4D235C0" ma:contentTypeVersion="12" ma:contentTypeDescription="Create a new document." ma:contentTypeScope="" ma:versionID="b6371b726f8f8c73cdd2abeb8a18a582">
  <xsd:schema xmlns:xsd="http://www.w3.org/2001/XMLSchema" xmlns:xs="http://www.w3.org/2001/XMLSchema" xmlns:p="http://schemas.microsoft.com/office/2006/metadata/properties" xmlns:ns2="bd1b5f79-35c5-43ca-a64b-2b0bf9e9556c" xmlns:ns3="21338012-5dd4-496a-ba7f-aa675ac58707" targetNamespace="http://schemas.microsoft.com/office/2006/metadata/properties" ma:root="true" ma:fieldsID="df56ae869c9c6b244676c868cee9b045" ns2:_="" ns3:_="">
    <xsd:import namespace="bd1b5f79-35c5-43ca-a64b-2b0bf9e9556c"/>
    <xsd:import namespace="21338012-5dd4-496a-ba7f-aa675ac58707"/>
    <xsd:element name="properties">
      <xsd:complexType>
        <xsd:sequence>
          <xsd:element name="documentManagement">
            <xsd:complexType>
              <xsd:all>
                <xsd:element ref="ns2:kd204a9617324141835f0d679f71c722" minOccurs="0"/>
                <xsd:element ref="ns2:TaxCatchAll" minOccurs="0"/>
                <xsd:element ref="ns2:TaxCatchAllLabel"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1b5f79-35c5-43ca-a64b-2b0bf9e9556c" elementFormDefault="qualified">
    <xsd:import namespace="http://schemas.microsoft.com/office/2006/documentManagement/types"/>
    <xsd:import namespace="http://schemas.microsoft.com/office/infopath/2007/PartnerControls"/>
    <xsd:element name="kd204a9617324141835f0d679f71c722" ma:index="8" nillable="true" ma:taxonomy="true" ma:internalName="kd204a9617324141835f0d679f71c722" ma:taxonomyFieldName="Information_x0020_Classification" ma:displayName="Information Classification" ma:default="1;#Mitie INTERNAL|d9032760-f049-4572-9f22-9930ead46c41" ma:fieldId="{4d204a96-1732-4141-835f-0d679f71c722}" ma:sspId="28e46159-f8af-4e9c-b606-08dc87250f20" ma:termSetId="f52d92eb-0da8-4385-bc75-c387db36c7c1"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71675288-4825-4dee-84c2-5a9ab8862ca8}" ma:internalName="TaxCatchAll" ma:showField="CatchAllData" ma:web="8c77feba-59ed-4d5b-8abc-d8772b81ecc8">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1675288-4825-4dee-84c2-5a9ab8862ca8}" ma:internalName="TaxCatchAllLabel" ma:readOnly="true" ma:showField="CatchAllDataLabel" ma:web="8c77feba-59ed-4d5b-8abc-d8772b81ec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1338012-5dd4-496a-ba7f-aa675ac58707"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8e46159-f8af-4e9c-b606-08dc87250f2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F5CCB3-C396-4DE2-9FB3-96518FFD5FED}">
  <ds:schemaRefs>
    <ds:schemaRef ds:uri="http://schemas.microsoft.com/office/2006/documentManagement/types"/>
    <ds:schemaRef ds:uri="http://purl.org/dc/elements/1.1/"/>
    <ds:schemaRef ds:uri="http://schemas.microsoft.com/office/2006/metadata/properties"/>
    <ds:schemaRef ds:uri="http://www.w3.org/XML/1998/namespace"/>
    <ds:schemaRef ds:uri="http://purl.org/dc/dcmitype/"/>
    <ds:schemaRef ds:uri="http://schemas.microsoft.com/office/infopath/2007/PartnerControls"/>
    <ds:schemaRef ds:uri="21338012-5dd4-496a-ba7f-aa675ac58707"/>
    <ds:schemaRef ds:uri="http://schemas.openxmlformats.org/package/2006/metadata/core-properties"/>
    <ds:schemaRef ds:uri="bd1b5f79-35c5-43ca-a64b-2b0bf9e9556c"/>
    <ds:schemaRef ds:uri="http://purl.org/dc/terms/"/>
  </ds:schemaRefs>
</ds:datastoreItem>
</file>

<file path=customXml/itemProps2.xml><?xml version="1.0" encoding="utf-8"?>
<ds:datastoreItem xmlns:ds="http://schemas.openxmlformats.org/officeDocument/2006/customXml" ds:itemID="{3F14045A-A9D2-430D-97C7-592E529A725A}">
  <ds:schemaRefs>
    <ds:schemaRef ds:uri="http://schemas.microsoft.com/sharepoint/v3/contenttype/forms"/>
  </ds:schemaRefs>
</ds:datastoreItem>
</file>

<file path=customXml/itemProps3.xml><?xml version="1.0" encoding="utf-8"?>
<ds:datastoreItem xmlns:ds="http://schemas.openxmlformats.org/officeDocument/2006/customXml" ds:itemID="{5A644EFC-72D9-4BAA-A5D4-91304D1D19DF}">
  <ds:schemaRefs>
    <ds:schemaRef ds:uri="Microsoft.SharePoint.Taxonomy.ContentTypeSync"/>
  </ds:schemaRefs>
</ds:datastoreItem>
</file>

<file path=customXml/itemProps4.xml><?xml version="1.0" encoding="utf-8"?>
<ds:datastoreItem xmlns:ds="http://schemas.openxmlformats.org/officeDocument/2006/customXml" ds:itemID="{8675897D-B84F-4969-9E7A-6FFA92AA20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1b5f79-35c5-43ca-a64b-2b0bf9e9556c"/>
    <ds:schemaRef ds:uri="21338012-5dd4-496a-ba7f-aa675ac587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2de7d71-45c6-4131-8132-b04c0c1405f9}" enabled="1" method="Privileged" siteId="{9e66e0b4-768c-4506-a1b6-7e44c80595f2}" contentBits="0" removed="0"/>
</clbl:labelList>
</file>

<file path=docProps/app.xml><?xml version="1.0" encoding="utf-8"?>
<Properties xmlns="http://schemas.openxmlformats.org/officeDocument/2006/extended-properties" xmlns:vt="http://schemas.openxmlformats.org/officeDocument/2006/docPropsVTypes">
  <Template>Mitie client template_v1</Template>
  <TotalTime>828</TotalTime>
  <Words>3721</Words>
  <Application>Microsoft Office PowerPoint</Application>
  <PresentationFormat>Widescreen</PresentationFormat>
  <Paragraphs>534</Paragraphs>
  <Slides>19</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27" baseType="lpstr">
      <vt:lpstr>Wingdings</vt:lpstr>
      <vt:lpstr>Gill Sans MT</vt:lpstr>
      <vt:lpstr>Arial</vt:lpstr>
      <vt:lpstr>Calibri</vt:lpstr>
      <vt:lpstr>Segoe UI</vt:lpstr>
      <vt:lpstr>White_5153LL01_OF_16x9_ENG_SANJ_V1</vt:lpstr>
      <vt:lpstr>Contrast_5153LL01_OF_16x9_ENG_SANJ_V1</vt:lpstr>
      <vt:lpstr>think-cell Slide</vt:lpstr>
      <vt:lpstr>PRIO AI CoE: Agentic platform architecture</vt:lpstr>
      <vt:lpstr>Proposed architecture for delivery of PRIO agentic use cases</vt:lpstr>
      <vt:lpstr>Design principles for structuring agents, tools, deterministic steps, and workflows</vt:lpstr>
      <vt:lpstr>Agentic platform</vt:lpstr>
      <vt:lpstr>Azure Foundry agent definition</vt:lpstr>
      <vt:lpstr>CI/CD for Foundry Agents</vt:lpstr>
      <vt:lpstr>Microsoft Agent Framework orchestrator overview</vt:lpstr>
      <vt:lpstr>Logic Apps vs Microsoft Agent Framework as the orchestrator in PRIO (1)</vt:lpstr>
      <vt:lpstr>Logic Apps vs Microsoft Agent Framework as the orchestrator in PRIO (2)</vt:lpstr>
      <vt:lpstr>Control pane - observability</vt:lpstr>
      <vt:lpstr>System integration</vt:lpstr>
      <vt:lpstr>Data</vt:lpstr>
      <vt:lpstr>Security</vt:lpstr>
      <vt:lpstr>Microservice</vt:lpstr>
      <vt:lpstr>CI/CD - BE</vt:lpstr>
      <vt:lpstr>Frontend</vt:lpstr>
      <vt:lpstr>CI/CD - FE</vt:lpstr>
      <vt:lpstr>CI/CD – Base Image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Ayudh Datta</dc:creator>
  <cp:keywords/>
  <dc:description/>
  <cp:lastModifiedBy>Mike Agar</cp:lastModifiedBy>
  <cp:revision>16</cp:revision>
  <dcterms:created xsi:type="dcterms:W3CDTF">2026-03-12T15:48:59Z</dcterms:created>
  <dcterms:modified xsi:type="dcterms:W3CDTF">2026-05-19T12:32:36Z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LastEdited">
    <vt:lpwstr>2024-06-11 10:21 AM</vt:lpwstr>
  </property>
  <property fmtid="{D5CDD505-2E9C-101B-9397-08002B2CF9AE}" pid="3" name="ContentTypeId">
    <vt:lpwstr>0x01010047C524CBEBF2764DB1FA1F17F4D235C0</vt:lpwstr>
  </property>
  <property fmtid="{D5CDD505-2E9C-101B-9397-08002B2CF9AE}" pid="4" name="MSIP_Label_83303d7c-e5a3-4cc8-90eb-69bfd7570ac4_Enabled">
    <vt:lpwstr>true</vt:lpwstr>
  </property>
  <property fmtid="{D5CDD505-2E9C-101B-9397-08002B2CF9AE}" pid="5" name="MSIP_Label_83303d7c-e5a3-4cc8-90eb-69bfd7570ac4_SetDate">
    <vt:lpwstr>2026-01-06T14:49:07Z</vt:lpwstr>
  </property>
  <property fmtid="{D5CDD505-2E9C-101B-9397-08002B2CF9AE}" pid="6" name="MSIP_Label_83303d7c-e5a3-4cc8-90eb-69bfd7570ac4_Method">
    <vt:lpwstr>Standard</vt:lpwstr>
  </property>
  <property fmtid="{D5CDD505-2E9C-101B-9397-08002B2CF9AE}" pid="7" name="MSIP_Label_83303d7c-e5a3-4cc8-90eb-69bfd7570ac4_Name">
    <vt:lpwstr>Client Confidential Information-SLV1</vt:lpwstr>
  </property>
  <property fmtid="{D5CDD505-2E9C-101B-9397-08002B2CF9AE}" pid="8" name="MSIP_Label_83303d7c-e5a3-4cc8-90eb-69bfd7570ac4_SiteId">
    <vt:lpwstr>cc8936bc-9382-4fff-87cb-6f55999549e7</vt:lpwstr>
  </property>
  <property fmtid="{D5CDD505-2E9C-101B-9397-08002B2CF9AE}" pid="9" name="MSIP_Label_83303d7c-e5a3-4cc8-90eb-69bfd7570ac4_ActionId">
    <vt:lpwstr>87447bdf-e212-4d3e-9e85-b98ded2668cc</vt:lpwstr>
  </property>
  <property fmtid="{D5CDD505-2E9C-101B-9397-08002B2CF9AE}" pid="10" name="MSIP_Label_83303d7c-e5a3-4cc8-90eb-69bfd7570ac4_ContentBits">
    <vt:lpwstr>0</vt:lpwstr>
  </property>
  <property fmtid="{D5CDD505-2E9C-101B-9397-08002B2CF9AE}" pid="11" name="MSIP_Label_83303d7c-e5a3-4cc8-90eb-69bfd7570ac4_Tag">
    <vt:lpwstr>10, 3, 0, 1</vt:lpwstr>
  </property>
  <property fmtid="{D5CDD505-2E9C-101B-9397-08002B2CF9AE}" pid="12" name="MediaServiceImageTags">
    <vt:lpwstr/>
  </property>
  <property fmtid="{D5CDD505-2E9C-101B-9397-08002B2CF9AE}" pid="13" name="_dlc_DocIdItemGuid">
    <vt:lpwstr>551cc722-55ed-4f6a-bca7-a279a45414a0</vt:lpwstr>
  </property>
  <property fmtid="{D5CDD505-2E9C-101B-9397-08002B2CF9AE}" pid="14" name="Information_x0020_Classification">
    <vt:lpwstr>1;#Mitie INTERNAL|d9032760-f049-4572-9f22-9930ead46c41</vt:lpwstr>
  </property>
  <property fmtid="{D5CDD505-2E9C-101B-9397-08002B2CF9AE}" pid="15" name="Information Classification">
    <vt:lpwstr>1;#Mitie INTERNAL|d9032760-f049-4572-9f22-9930ead46c41</vt:lpwstr>
  </property>
</Properties>
</file>